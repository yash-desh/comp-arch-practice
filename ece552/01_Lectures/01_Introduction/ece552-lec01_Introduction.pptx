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2.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3.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4.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6.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7.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8.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9.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10.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1.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12.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notesSlides/notesSlide13.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14.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15.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16.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17.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18.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19.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notesSlides/notesSlide20.xml" ContentType="application/vnd.openxmlformats-officedocument.presentationml.notesSlide+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notesSlides/notesSlide21.xml" ContentType="application/vnd.openxmlformats-officedocument.presentationml.notesSlide+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notesSlides/notesSlide22.xml" ContentType="application/vnd.openxmlformats-officedocument.presentationml.notesSlide+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notesSlides/notesSlide23.xml" ContentType="application/vnd.openxmlformats-officedocument.presentationml.notesSlide+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notesSlides/notesSlide24.xml" ContentType="application/vnd.openxmlformats-officedocument.presentationml.notesSlide+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notesSlides/notesSlide25.xml" ContentType="application/vnd.openxmlformats-officedocument.presentationml.notesSlide+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notesSlides/notesSlide26.xml" ContentType="application/vnd.openxmlformats-officedocument.presentationml.notesSlide+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notesSlides/notesSlide27.xml" ContentType="application/vnd.openxmlformats-officedocument.presentationml.notesSlide+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notesSlides/notesSlide28.xml" ContentType="application/vnd.openxmlformats-officedocument.presentationml.notesSlide+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notesSlides/notesSlide29.xml" ContentType="application/vnd.openxmlformats-officedocument.presentationml.notesSlide+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notesSlides/notesSlide30.xml" ContentType="application/vnd.openxmlformats-officedocument.presentationml.notesSlide+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notesSlides/notesSlide31.xml" ContentType="application/vnd.openxmlformats-officedocument.presentationml.notesSlide+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notesSlides/notesSlide32.xml" ContentType="application/vnd.openxmlformats-officedocument.presentationml.notesSlide+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notesSlides/notesSlide33.xml" ContentType="application/vnd.openxmlformats-officedocument.presentationml.notesSlide+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notesSlides/notesSlide34.xml" ContentType="application/vnd.openxmlformats-officedocument.presentationml.notesSlide+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notesSlides/notesSlide35.xml" ContentType="application/vnd.openxmlformats-officedocument.presentationml.notesSlide+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notesSlides/notesSlide36.xml" ContentType="application/vnd.openxmlformats-officedocument.presentationml.notesSlide+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notesSlides/notesSlide37.xml" ContentType="application/vnd.openxmlformats-officedocument.presentationml.notesSlide+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notesSlides/notesSlide38.xml" ContentType="application/vnd.openxmlformats-officedocument.presentationml.notesSlide+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notesSlides/notesSlide39.xml" ContentType="application/vnd.openxmlformats-officedocument.presentationml.notesSlide+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notesSlides/notesSlide40.xml" ContentType="application/vnd.openxmlformats-officedocument.presentationml.notesSlide+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notesSlides/notesSlide41.xml" ContentType="application/vnd.openxmlformats-officedocument.presentationml.notesSlide+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19" r:id="rId1"/>
  </p:sldMasterIdLst>
  <p:notesMasterIdLst>
    <p:notesMasterId r:id="rId44"/>
  </p:notesMasterIdLst>
  <p:handoutMasterIdLst>
    <p:handoutMasterId r:id="rId45"/>
  </p:handoutMasterIdLst>
  <p:sldIdLst>
    <p:sldId id="283" r:id="rId2"/>
    <p:sldId id="257" r:id="rId3"/>
    <p:sldId id="289" r:id="rId4"/>
    <p:sldId id="288" r:id="rId5"/>
    <p:sldId id="287" r:id="rId6"/>
    <p:sldId id="258" r:id="rId7"/>
    <p:sldId id="259" r:id="rId8"/>
    <p:sldId id="260" r:id="rId9"/>
    <p:sldId id="261" r:id="rId10"/>
    <p:sldId id="262" r:id="rId11"/>
    <p:sldId id="286" r:id="rId12"/>
    <p:sldId id="264" r:id="rId13"/>
    <p:sldId id="266" r:id="rId14"/>
    <p:sldId id="267" r:id="rId15"/>
    <p:sldId id="709" r:id="rId16"/>
    <p:sldId id="735" r:id="rId17"/>
    <p:sldId id="733" r:id="rId18"/>
    <p:sldId id="731" r:id="rId19"/>
    <p:sldId id="729" r:id="rId20"/>
    <p:sldId id="725" r:id="rId21"/>
    <p:sldId id="723" r:id="rId22"/>
    <p:sldId id="719" r:id="rId23"/>
    <p:sldId id="717" r:id="rId24"/>
    <p:sldId id="715" r:id="rId25"/>
    <p:sldId id="713" r:id="rId26"/>
    <p:sldId id="711" r:id="rId27"/>
    <p:sldId id="710" r:id="rId28"/>
    <p:sldId id="294" r:id="rId29"/>
    <p:sldId id="312" r:id="rId30"/>
    <p:sldId id="269" r:id="rId31"/>
    <p:sldId id="270" r:id="rId32"/>
    <p:sldId id="271" r:id="rId33"/>
    <p:sldId id="272" r:id="rId34"/>
    <p:sldId id="736" r:id="rId35"/>
    <p:sldId id="737" r:id="rId36"/>
    <p:sldId id="745" r:id="rId37"/>
    <p:sldId id="740" r:id="rId38"/>
    <p:sldId id="739" r:id="rId39"/>
    <p:sldId id="747" r:id="rId40"/>
    <p:sldId id="742" r:id="rId41"/>
    <p:sldId id="738" r:id="rId42"/>
    <p:sldId id="741" r:id="rId43"/>
  </p:sldIdLst>
  <p:sldSz cx="9144000" cy="6858000" type="screen4x3"/>
  <p:notesSz cx="6845300" cy="9396413"/>
  <p:custDataLst>
    <p:tags r:id="rId46"/>
  </p:custDataLst>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60">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9933"/>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3943BF-A0AC-C322-E2CE-FEF38421F0D5}" v="1" dt="2024-08-11T00:52:51.396"/>
    <p1510:client id="{34DF62EE-585D-219B-8CEF-5CA17DF30BED}" v="311" dt="2024-08-10T22:20:56.405"/>
    <p1510:client id="{3B3135EF-9CF0-3684-2A22-E8DB66417241}" v="28" dt="2024-08-10T06:05:34.480"/>
    <p1510:client id="{3D7A81A1-6A11-C8AE-4144-39C72B8DA88F}" v="40" dt="2024-08-11T05:51:34.922"/>
    <p1510:client id="{87FAABC3-53A3-8E46-79C0-52919F66029E}" v="2" dt="2024-08-10T16:24:31.946"/>
    <p1510:client id="{9C9AEF11-8A07-ADFF-E87D-6FF3C229BA43}" v="7" dt="2024-08-10T20:54:15.1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1904" y="176"/>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960"/>
        <p:guide pos="215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one Severson" userId="S::bseverson3@wisc.edu::1d942a2b-e0b5-491a-b49e-d500fa0ad426" providerId="AD" clId="Web-{9C9AEF11-8A07-ADFF-E87D-6FF3C229BA43}"/>
    <pc:docChg chg="modSld">
      <pc:chgData name="Boone Severson" userId="S::bseverson3@wisc.edu::1d942a2b-e0b5-491a-b49e-d500fa0ad426" providerId="AD" clId="Web-{9C9AEF11-8A07-ADFF-E87D-6FF3C229BA43}" dt="2024-08-10T20:54:15.181" v="6" actId="20577"/>
      <pc:docMkLst>
        <pc:docMk/>
      </pc:docMkLst>
      <pc:sldChg chg="modSp">
        <pc:chgData name="Boone Severson" userId="S::bseverson3@wisc.edu::1d942a2b-e0b5-491a-b49e-d500fa0ad426" providerId="AD" clId="Web-{9C9AEF11-8A07-ADFF-E87D-6FF3C229BA43}" dt="2024-08-10T20:54:15.181" v="6" actId="20577"/>
        <pc:sldMkLst>
          <pc:docMk/>
          <pc:sldMk cId="822765225" sldId="729"/>
        </pc:sldMkLst>
        <pc:spChg chg="mod">
          <ac:chgData name="Boone Severson" userId="S::bseverson3@wisc.edu::1d942a2b-e0b5-491a-b49e-d500fa0ad426" providerId="AD" clId="Web-{9C9AEF11-8A07-ADFF-E87D-6FF3C229BA43}" dt="2024-08-10T20:54:15.181" v="6" actId="20577"/>
          <ac:spMkLst>
            <pc:docMk/>
            <pc:sldMk cId="822765225" sldId="729"/>
            <ac:spMk id="109" creationId="{7E56CDB0-DD50-4A32-84EA-8455D10049AF}"/>
          </ac:spMkLst>
        </pc:spChg>
      </pc:sldChg>
      <pc:sldChg chg="modSp">
        <pc:chgData name="Boone Severson" userId="S::bseverson3@wisc.edu::1d942a2b-e0b5-491a-b49e-d500fa0ad426" providerId="AD" clId="Web-{9C9AEF11-8A07-ADFF-E87D-6FF3C229BA43}" dt="2024-08-10T20:52:48.380" v="1" actId="1076"/>
        <pc:sldMkLst>
          <pc:docMk/>
          <pc:sldMk cId="3210388485" sldId="733"/>
        </pc:sldMkLst>
        <pc:spChg chg="mod">
          <ac:chgData name="Boone Severson" userId="S::bseverson3@wisc.edu::1d942a2b-e0b5-491a-b49e-d500fa0ad426" providerId="AD" clId="Web-{9C9AEF11-8A07-ADFF-E87D-6FF3C229BA43}" dt="2024-08-10T20:52:48.380" v="1" actId="1076"/>
          <ac:spMkLst>
            <pc:docMk/>
            <pc:sldMk cId="3210388485" sldId="733"/>
            <ac:spMk id="83" creationId="{20EB2E0D-8366-459F-AB32-91957AE66139}"/>
          </ac:spMkLst>
        </pc:spChg>
      </pc:sldChg>
      <pc:sldChg chg="modSp">
        <pc:chgData name="Boone Severson" userId="S::bseverson3@wisc.edu::1d942a2b-e0b5-491a-b49e-d500fa0ad426" providerId="AD" clId="Web-{9C9AEF11-8A07-ADFF-E87D-6FF3C229BA43}" dt="2024-08-10T20:53:04.490" v="3" actId="1076"/>
        <pc:sldMkLst>
          <pc:docMk/>
          <pc:sldMk cId="1055722819" sldId="735"/>
        </pc:sldMkLst>
        <pc:spChg chg="mod">
          <ac:chgData name="Boone Severson" userId="S::bseverson3@wisc.edu::1d942a2b-e0b5-491a-b49e-d500fa0ad426" providerId="AD" clId="Web-{9C9AEF11-8A07-ADFF-E87D-6FF3C229BA43}" dt="2024-08-10T20:53:04.490" v="3" actId="1076"/>
          <ac:spMkLst>
            <pc:docMk/>
            <pc:sldMk cId="1055722819" sldId="735"/>
            <ac:spMk id="83" creationId="{20EB2E0D-8366-459F-AB32-91957AE66139}"/>
          </ac:spMkLst>
        </pc:spChg>
      </pc:sldChg>
    </pc:docChg>
  </pc:docChgLst>
  <pc:docChgLst>
    <pc:chgData name="Boone Severson" userId="S::bseverson3@wisc.edu::1d942a2b-e0b5-491a-b49e-d500fa0ad426" providerId="AD" clId="Web-{3D7A81A1-6A11-C8AE-4144-39C72B8DA88F}"/>
    <pc:docChg chg="addSld delSld modSld">
      <pc:chgData name="Boone Severson" userId="S::bseverson3@wisc.edu::1d942a2b-e0b5-491a-b49e-d500fa0ad426" providerId="AD" clId="Web-{3D7A81A1-6A11-C8AE-4144-39C72B8DA88F}" dt="2024-08-11T05:51:34.922" v="38"/>
      <pc:docMkLst>
        <pc:docMk/>
      </pc:docMkLst>
      <pc:sldChg chg="modNotes">
        <pc:chgData name="Boone Severson" userId="S::bseverson3@wisc.edu::1d942a2b-e0b5-491a-b49e-d500fa0ad426" providerId="AD" clId="Web-{3D7A81A1-6A11-C8AE-4144-39C72B8DA88F}" dt="2024-08-11T02:44:16.414" v="22"/>
        <pc:sldMkLst>
          <pc:docMk/>
          <pc:sldMk cId="0" sldId="257"/>
        </pc:sldMkLst>
      </pc:sldChg>
      <pc:sldChg chg="modNotes">
        <pc:chgData name="Boone Severson" userId="S::bseverson3@wisc.edu::1d942a2b-e0b5-491a-b49e-d500fa0ad426" providerId="AD" clId="Web-{3D7A81A1-6A11-C8AE-4144-39C72B8DA88F}" dt="2024-08-11T02:44:12.508" v="20"/>
        <pc:sldMkLst>
          <pc:docMk/>
          <pc:sldMk cId="0" sldId="283"/>
        </pc:sldMkLst>
      </pc:sldChg>
      <pc:sldChg chg="del">
        <pc:chgData name="Boone Severson" userId="S::bseverson3@wisc.edu::1d942a2b-e0b5-491a-b49e-d500fa0ad426" providerId="AD" clId="Web-{3D7A81A1-6A11-C8AE-4144-39C72B8DA88F}" dt="2024-08-11T02:48:52.585" v="25"/>
        <pc:sldMkLst>
          <pc:docMk/>
          <pc:sldMk cId="0" sldId="288"/>
        </pc:sldMkLst>
      </pc:sldChg>
      <pc:sldChg chg="del modNotes">
        <pc:chgData name="Boone Severson" userId="S::bseverson3@wisc.edu::1d942a2b-e0b5-491a-b49e-d500fa0ad426" providerId="AD" clId="Web-{3D7A81A1-6A11-C8AE-4144-39C72B8DA88F}" dt="2024-08-11T02:49:52.007" v="27"/>
        <pc:sldMkLst>
          <pc:docMk/>
          <pc:sldMk cId="0" sldId="289"/>
        </pc:sldMkLst>
      </pc:sldChg>
      <pc:sldChg chg="modSp">
        <pc:chgData name="Boone Severson" userId="S::bseverson3@wisc.edu::1d942a2b-e0b5-491a-b49e-d500fa0ad426" providerId="AD" clId="Web-{3D7A81A1-6A11-C8AE-4144-39C72B8DA88F}" dt="2024-08-11T05:51:20.985" v="32" actId="20577"/>
        <pc:sldMkLst>
          <pc:docMk/>
          <pc:sldMk cId="3233778701" sldId="741"/>
        </pc:sldMkLst>
        <pc:spChg chg="mod">
          <ac:chgData name="Boone Severson" userId="S::bseverson3@wisc.edu::1d942a2b-e0b5-491a-b49e-d500fa0ad426" providerId="AD" clId="Web-{3D7A81A1-6A11-C8AE-4144-39C72B8DA88F}" dt="2024-08-11T05:51:20.985" v="32" actId="20577"/>
          <ac:spMkLst>
            <pc:docMk/>
            <pc:sldMk cId="3233778701" sldId="741"/>
            <ac:spMk id="8194" creationId="{44781769-37DA-47FA-833E-BF6DEA420EAA}"/>
          </ac:spMkLst>
        </pc:spChg>
      </pc:sldChg>
      <pc:sldChg chg="del">
        <pc:chgData name="Boone Severson" userId="S::bseverson3@wisc.edu::1d942a2b-e0b5-491a-b49e-d500fa0ad426" providerId="AD" clId="Web-{3D7A81A1-6A11-C8AE-4144-39C72B8DA88F}" dt="2024-08-11T05:51:32.953" v="35"/>
        <pc:sldMkLst>
          <pc:docMk/>
          <pc:sldMk cId="2179689386" sldId="743"/>
        </pc:sldMkLst>
      </pc:sldChg>
      <pc:sldChg chg="del">
        <pc:chgData name="Boone Severson" userId="S::bseverson3@wisc.edu::1d942a2b-e0b5-491a-b49e-d500fa0ad426" providerId="AD" clId="Web-{3D7A81A1-6A11-C8AE-4144-39C72B8DA88F}" dt="2024-08-11T05:51:33.531" v="36"/>
        <pc:sldMkLst>
          <pc:docMk/>
          <pc:sldMk cId="2845125074" sldId="744"/>
        </pc:sldMkLst>
      </pc:sldChg>
      <pc:sldChg chg="del">
        <pc:chgData name="Boone Severson" userId="S::bseverson3@wisc.edu::1d942a2b-e0b5-491a-b49e-d500fa0ad426" providerId="AD" clId="Web-{3D7A81A1-6A11-C8AE-4144-39C72B8DA88F}" dt="2024-08-11T05:51:32.219" v="34"/>
        <pc:sldMkLst>
          <pc:docMk/>
          <pc:sldMk cId="2179990274" sldId="746"/>
        </pc:sldMkLst>
      </pc:sldChg>
      <pc:sldChg chg="del">
        <pc:chgData name="Boone Severson" userId="S::bseverson3@wisc.edu::1d942a2b-e0b5-491a-b49e-d500fa0ad426" providerId="AD" clId="Web-{3D7A81A1-6A11-C8AE-4144-39C72B8DA88F}" dt="2024-08-11T05:51:34.313" v="37"/>
        <pc:sldMkLst>
          <pc:docMk/>
          <pc:sldMk cId="3451207291" sldId="748"/>
        </pc:sldMkLst>
      </pc:sldChg>
      <pc:sldChg chg="del">
        <pc:chgData name="Boone Severson" userId="S::bseverson3@wisc.edu::1d942a2b-e0b5-491a-b49e-d500fa0ad426" providerId="AD" clId="Web-{3D7A81A1-6A11-C8AE-4144-39C72B8DA88F}" dt="2024-08-11T05:51:34.922" v="38"/>
        <pc:sldMkLst>
          <pc:docMk/>
          <pc:sldMk cId="4269754519" sldId="749"/>
        </pc:sldMkLst>
      </pc:sldChg>
      <pc:sldChg chg="modSp new del">
        <pc:chgData name="Boone Severson" userId="S::bseverson3@wisc.edu::1d942a2b-e0b5-491a-b49e-d500fa0ad426" providerId="AD" clId="Web-{3D7A81A1-6A11-C8AE-4144-39C72B8DA88F}" dt="2024-08-11T05:51:28.469" v="33"/>
        <pc:sldMkLst>
          <pc:docMk/>
          <pc:sldMk cId="3961809289" sldId="750"/>
        </pc:sldMkLst>
        <pc:spChg chg="mod">
          <ac:chgData name="Boone Severson" userId="S::bseverson3@wisc.edu::1d942a2b-e0b5-491a-b49e-d500fa0ad426" providerId="AD" clId="Web-{3D7A81A1-6A11-C8AE-4144-39C72B8DA88F}" dt="2024-08-11T05:51:13.453" v="29" actId="20577"/>
          <ac:spMkLst>
            <pc:docMk/>
            <pc:sldMk cId="3961809289" sldId="750"/>
            <ac:spMk id="2" creationId="{3EB0A8D1-1F60-4D9D-43AE-C8118314C924}"/>
          </ac:spMkLst>
        </pc:spChg>
      </pc:sldChg>
    </pc:docChg>
  </pc:docChgLst>
  <pc:docChgLst>
    <pc:chgData name="Boone Severson" userId="S::bseverson3@wisc.edu::1d942a2b-e0b5-491a-b49e-d500fa0ad426" providerId="AD" clId="Web-{34DF62EE-585D-219B-8CEF-5CA17DF30BED}"/>
    <pc:docChg chg="addSld delSld modSld">
      <pc:chgData name="Boone Severson" userId="S::bseverson3@wisc.edu::1d942a2b-e0b5-491a-b49e-d500fa0ad426" providerId="AD" clId="Web-{34DF62EE-585D-219B-8CEF-5CA17DF30BED}" dt="2024-08-10T22:20:56.405" v="237"/>
      <pc:docMkLst>
        <pc:docMk/>
      </pc:docMkLst>
      <pc:sldChg chg="addSp delSp modSp">
        <pc:chgData name="Boone Severson" userId="S::bseverson3@wisc.edu::1d942a2b-e0b5-491a-b49e-d500fa0ad426" providerId="AD" clId="Web-{34DF62EE-585D-219B-8CEF-5CA17DF30BED}" dt="2024-08-10T22:06:17.720" v="225" actId="20577"/>
        <pc:sldMkLst>
          <pc:docMk/>
          <pc:sldMk cId="0" sldId="269"/>
        </pc:sldMkLst>
        <pc:spChg chg="add mod">
          <ac:chgData name="Boone Severson" userId="S::bseverson3@wisc.edu::1d942a2b-e0b5-491a-b49e-d500fa0ad426" providerId="AD" clId="Web-{34DF62EE-585D-219B-8CEF-5CA17DF30BED}" dt="2024-08-10T22:02:35.954" v="185" actId="1076"/>
          <ac:spMkLst>
            <pc:docMk/>
            <pc:sldMk cId="0" sldId="269"/>
            <ac:spMk id="2" creationId="{74B67C34-9905-6607-0FFE-0E4BC9CCFF82}"/>
          </ac:spMkLst>
        </pc:spChg>
        <pc:spChg chg="add mod">
          <ac:chgData name="Boone Severson" userId="S::bseverson3@wisc.edu::1d942a2b-e0b5-491a-b49e-d500fa0ad426" providerId="AD" clId="Web-{34DF62EE-585D-219B-8CEF-5CA17DF30BED}" dt="2024-08-10T22:06:17.720" v="225" actId="20577"/>
          <ac:spMkLst>
            <pc:docMk/>
            <pc:sldMk cId="0" sldId="269"/>
            <ac:spMk id="3" creationId="{A55F7392-8192-698E-008A-E11C8F731129}"/>
          </ac:spMkLst>
        </pc:spChg>
        <pc:spChg chg="del mod">
          <ac:chgData name="Boone Severson" userId="S::bseverson3@wisc.edu::1d942a2b-e0b5-491a-b49e-d500fa0ad426" providerId="AD" clId="Web-{34DF62EE-585D-219B-8CEF-5CA17DF30BED}" dt="2024-08-10T22:01:29.063" v="178"/>
          <ac:spMkLst>
            <pc:docMk/>
            <pc:sldMk cId="0" sldId="269"/>
            <ac:spMk id="31764" creationId="{089D2EC4-2264-4A94-9887-14A7C059FDA9}"/>
          </ac:spMkLst>
        </pc:spChg>
        <pc:spChg chg="mod topLvl">
          <ac:chgData name="Boone Severson" userId="S::bseverson3@wisc.edu::1d942a2b-e0b5-491a-b49e-d500fa0ad426" providerId="AD" clId="Web-{34DF62EE-585D-219B-8CEF-5CA17DF30BED}" dt="2024-08-10T22:03:38.423" v="194" actId="1076"/>
          <ac:spMkLst>
            <pc:docMk/>
            <pc:sldMk cId="0" sldId="269"/>
            <ac:spMk id="31765" creationId="{08A3B439-387E-4193-8C19-A47F6819D44C}"/>
          </ac:spMkLst>
        </pc:spChg>
        <pc:spChg chg="mod topLvl">
          <ac:chgData name="Boone Severson" userId="S::bseverson3@wisc.edu::1d942a2b-e0b5-491a-b49e-d500fa0ad426" providerId="AD" clId="Web-{34DF62EE-585D-219B-8CEF-5CA17DF30BED}" dt="2024-08-10T22:04:37.985" v="207" actId="1076"/>
          <ac:spMkLst>
            <pc:docMk/>
            <pc:sldMk cId="0" sldId="269"/>
            <ac:spMk id="31766" creationId="{BEECAE98-83C8-49BF-A81A-F1F0CB33C9B6}"/>
          </ac:spMkLst>
        </pc:spChg>
        <pc:spChg chg="mod topLvl">
          <ac:chgData name="Boone Severson" userId="S::bseverson3@wisc.edu::1d942a2b-e0b5-491a-b49e-d500fa0ad426" providerId="AD" clId="Web-{34DF62EE-585D-219B-8CEF-5CA17DF30BED}" dt="2024-08-10T22:04:41.063" v="208" actId="1076"/>
          <ac:spMkLst>
            <pc:docMk/>
            <pc:sldMk cId="0" sldId="269"/>
            <ac:spMk id="31767" creationId="{85645BEA-EC9E-4A8C-96C1-12406F2D0D4C}"/>
          </ac:spMkLst>
        </pc:spChg>
        <pc:spChg chg="mod topLvl">
          <ac:chgData name="Boone Severson" userId="S::bseverson3@wisc.edu::1d942a2b-e0b5-491a-b49e-d500fa0ad426" providerId="AD" clId="Web-{34DF62EE-585D-219B-8CEF-5CA17DF30BED}" dt="2024-08-10T22:04:44.470" v="209" actId="1076"/>
          <ac:spMkLst>
            <pc:docMk/>
            <pc:sldMk cId="0" sldId="269"/>
            <ac:spMk id="31768" creationId="{59ECCE8C-ECF9-4844-AF0F-AE8D94BB68AD}"/>
          </ac:spMkLst>
        </pc:spChg>
        <pc:spChg chg="mod topLvl">
          <ac:chgData name="Boone Severson" userId="S::bseverson3@wisc.edu::1d942a2b-e0b5-491a-b49e-d500fa0ad426" providerId="AD" clId="Web-{34DF62EE-585D-219B-8CEF-5CA17DF30BED}" dt="2024-08-10T22:05:02.516" v="210" actId="1076"/>
          <ac:spMkLst>
            <pc:docMk/>
            <pc:sldMk cId="0" sldId="269"/>
            <ac:spMk id="31769" creationId="{34E1D284-45FE-4103-8DDE-BC0DEA906BDA}"/>
          </ac:spMkLst>
        </pc:spChg>
        <pc:spChg chg="mod topLvl">
          <ac:chgData name="Boone Severson" userId="S::bseverson3@wisc.edu::1d942a2b-e0b5-491a-b49e-d500fa0ad426" providerId="AD" clId="Web-{34DF62EE-585D-219B-8CEF-5CA17DF30BED}" dt="2024-08-10T22:05:02.516" v="211" actId="1076"/>
          <ac:spMkLst>
            <pc:docMk/>
            <pc:sldMk cId="0" sldId="269"/>
            <ac:spMk id="31770" creationId="{D8342C4E-0097-4194-99FF-6179C0AC9927}"/>
          </ac:spMkLst>
        </pc:spChg>
        <pc:spChg chg="mod topLvl">
          <ac:chgData name="Boone Severson" userId="S::bseverson3@wisc.edu::1d942a2b-e0b5-491a-b49e-d500fa0ad426" providerId="AD" clId="Web-{34DF62EE-585D-219B-8CEF-5CA17DF30BED}" dt="2024-08-10T22:05:16.501" v="219" actId="1076"/>
          <ac:spMkLst>
            <pc:docMk/>
            <pc:sldMk cId="0" sldId="269"/>
            <ac:spMk id="31771" creationId="{3F49F71C-C180-4DCC-B967-6AC45EB1B595}"/>
          </ac:spMkLst>
        </pc:spChg>
        <pc:spChg chg="mod topLvl">
          <ac:chgData name="Boone Severson" userId="S::bseverson3@wisc.edu::1d942a2b-e0b5-491a-b49e-d500fa0ad426" providerId="AD" clId="Web-{34DF62EE-585D-219B-8CEF-5CA17DF30BED}" dt="2024-08-10T22:05:23.798" v="220" actId="1076"/>
          <ac:spMkLst>
            <pc:docMk/>
            <pc:sldMk cId="0" sldId="269"/>
            <ac:spMk id="31772" creationId="{29740DB4-5F7D-4E8A-A5A6-B764F5011F23}"/>
          </ac:spMkLst>
        </pc:spChg>
        <pc:grpChg chg="del mod">
          <ac:chgData name="Boone Severson" userId="S::bseverson3@wisc.edu::1d942a2b-e0b5-491a-b49e-d500fa0ad426" providerId="AD" clId="Web-{34DF62EE-585D-219B-8CEF-5CA17DF30BED}" dt="2024-08-10T22:03:12.126" v="191"/>
          <ac:grpSpMkLst>
            <pc:docMk/>
            <pc:sldMk cId="0" sldId="269"/>
            <ac:grpSpMk id="31749" creationId="{A22B917B-BB60-4A93-8582-6BB8D9A7CBFC}"/>
          </ac:grpSpMkLst>
        </pc:grpChg>
        <pc:graphicFrameChg chg="mod modGraphic">
          <ac:chgData name="Boone Severson" userId="S::bseverson3@wisc.edu::1d942a2b-e0b5-491a-b49e-d500fa0ad426" providerId="AD" clId="Web-{34DF62EE-585D-219B-8CEF-5CA17DF30BED}" dt="2024-08-10T22:05:09.470" v="218"/>
          <ac:graphicFrameMkLst>
            <pc:docMk/>
            <pc:sldMk cId="0" sldId="269"/>
            <ac:graphicFrameMk id="26655" creationId="{816EF7B7-1AA1-49BF-B979-D394644DDDF4}"/>
          </ac:graphicFrameMkLst>
        </pc:graphicFrameChg>
      </pc:sldChg>
      <pc:sldChg chg="modSp">
        <pc:chgData name="Boone Severson" userId="S::bseverson3@wisc.edu::1d942a2b-e0b5-491a-b49e-d500fa0ad426" providerId="AD" clId="Web-{34DF62EE-585D-219B-8CEF-5CA17DF30BED}" dt="2024-08-10T22:07:15.548" v="226" actId="20577"/>
        <pc:sldMkLst>
          <pc:docMk/>
          <pc:sldMk cId="0" sldId="270"/>
        </pc:sldMkLst>
        <pc:spChg chg="mod">
          <ac:chgData name="Boone Severson" userId="S::bseverson3@wisc.edu::1d942a2b-e0b5-491a-b49e-d500fa0ad426" providerId="AD" clId="Web-{34DF62EE-585D-219B-8CEF-5CA17DF30BED}" dt="2024-08-10T22:07:15.548" v="226" actId="20577"/>
          <ac:spMkLst>
            <pc:docMk/>
            <pc:sldMk cId="0" sldId="270"/>
            <ac:spMk id="28" creationId="{1F3740E0-8B15-45DC-99A0-0337B9A982CE}"/>
          </ac:spMkLst>
        </pc:spChg>
      </pc:sldChg>
      <pc:sldChg chg="addSp delSp modSp">
        <pc:chgData name="Boone Severson" userId="S::bseverson3@wisc.edu::1d942a2b-e0b5-491a-b49e-d500fa0ad426" providerId="AD" clId="Web-{34DF62EE-585D-219B-8CEF-5CA17DF30BED}" dt="2024-08-10T21:59:02.721" v="164" actId="20577"/>
        <pc:sldMkLst>
          <pc:docMk/>
          <pc:sldMk cId="0" sldId="294"/>
        </pc:sldMkLst>
        <pc:spChg chg="add del mod">
          <ac:chgData name="Boone Severson" userId="S::bseverson3@wisc.edu::1d942a2b-e0b5-491a-b49e-d500fa0ad426" providerId="AD" clId="Web-{34DF62EE-585D-219B-8CEF-5CA17DF30BED}" dt="2024-08-10T21:56:32.043" v="126"/>
          <ac:spMkLst>
            <pc:docMk/>
            <pc:sldMk cId="0" sldId="294"/>
            <ac:spMk id="3" creationId="{52108E84-E2B9-E5F2-FBBD-F26A8F931426}"/>
          </ac:spMkLst>
        </pc:spChg>
        <pc:spChg chg="add mod">
          <ac:chgData name="Boone Severson" userId="S::bseverson3@wisc.edu::1d942a2b-e0b5-491a-b49e-d500fa0ad426" providerId="AD" clId="Web-{34DF62EE-585D-219B-8CEF-5CA17DF30BED}" dt="2024-08-10T21:59:02.721" v="164" actId="20577"/>
          <ac:spMkLst>
            <pc:docMk/>
            <pc:sldMk cId="0" sldId="294"/>
            <ac:spMk id="4" creationId="{C3D0222C-D193-9AEB-C363-8C1EF6451ED9}"/>
          </ac:spMkLst>
        </pc:spChg>
        <pc:spChg chg="add del mod">
          <ac:chgData name="Boone Severson" userId="S::bseverson3@wisc.edu::1d942a2b-e0b5-491a-b49e-d500fa0ad426" providerId="AD" clId="Web-{34DF62EE-585D-219B-8CEF-5CA17DF30BED}" dt="2024-08-10T21:57:54.340" v="153" actId="14100"/>
          <ac:spMkLst>
            <pc:docMk/>
            <pc:sldMk cId="0" sldId="294"/>
            <ac:spMk id="25" creationId="{52A9E974-0FD1-44A0-AAEA-6E4EC6037BBF}"/>
          </ac:spMkLst>
        </pc:spChg>
      </pc:sldChg>
      <pc:sldChg chg="modSp">
        <pc:chgData name="Boone Severson" userId="S::bseverson3@wisc.edu::1d942a2b-e0b5-491a-b49e-d500fa0ad426" providerId="AD" clId="Web-{34DF62EE-585D-219B-8CEF-5CA17DF30BED}" dt="2024-08-10T21:50:56.655" v="77" actId="14100"/>
        <pc:sldMkLst>
          <pc:docMk/>
          <pc:sldMk cId="1715225980" sldId="711"/>
        </pc:sldMkLst>
        <pc:spChg chg="mod">
          <ac:chgData name="Boone Severson" userId="S::bseverson3@wisc.edu::1d942a2b-e0b5-491a-b49e-d500fa0ad426" providerId="AD" clId="Web-{34DF62EE-585D-219B-8CEF-5CA17DF30BED}" dt="2024-08-10T21:50:50.218" v="74" actId="14100"/>
          <ac:spMkLst>
            <pc:docMk/>
            <pc:sldMk cId="1715225980" sldId="711"/>
            <ac:spMk id="109" creationId="{7E56CDB0-DD50-4A32-84EA-8455D10049AF}"/>
          </ac:spMkLst>
        </pc:spChg>
        <pc:spChg chg="mod">
          <ac:chgData name="Boone Severson" userId="S::bseverson3@wisc.edu::1d942a2b-e0b5-491a-b49e-d500fa0ad426" providerId="AD" clId="Web-{34DF62EE-585D-219B-8CEF-5CA17DF30BED}" dt="2024-08-10T21:50:56.655" v="77" actId="14100"/>
          <ac:spMkLst>
            <pc:docMk/>
            <pc:sldMk cId="1715225980" sldId="711"/>
            <ac:spMk id="110" creationId="{E6A4BA74-A3A7-41C4-816A-BCC4993D8102}"/>
          </ac:spMkLst>
        </pc:spChg>
      </pc:sldChg>
      <pc:sldChg chg="modSp">
        <pc:chgData name="Boone Severson" userId="S::bseverson3@wisc.edu::1d942a2b-e0b5-491a-b49e-d500fa0ad426" providerId="AD" clId="Web-{34DF62EE-585D-219B-8CEF-5CA17DF30BED}" dt="2024-08-10T21:02:58.412" v="72" actId="14100"/>
        <pc:sldMkLst>
          <pc:docMk/>
          <pc:sldMk cId="3654923268" sldId="713"/>
        </pc:sldMkLst>
        <pc:spChg chg="mod">
          <ac:chgData name="Boone Severson" userId="S::bseverson3@wisc.edu::1d942a2b-e0b5-491a-b49e-d500fa0ad426" providerId="AD" clId="Web-{34DF62EE-585D-219B-8CEF-5CA17DF30BED}" dt="2024-08-10T21:02:52.490" v="69" actId="14100"/>
          <ac:spMkLst>
            <pc:docMk/>
            <pc:sldMk cId="3654923268" sldId="713"/>
            <ac:spMk id="109" creationId="{7E56CDB0-DD50-4A32-84EA-8455D10049AF}"/>
          </ac:spMkLst>
        </pc:spChg>
        <pc:spChg chg="mod">
          <ac:chgData name="Boone Severson" userId="S::bseverson3@wisc.edu::1d942a2b-e0b5-491a-b49e-d500fa0ad426" providerId="AD" clId="Web-{34DF62EE-585D-219B-8CEF-5CA17DF30BED}" dt="2024-08-10T21:02:58.412" v="72" actId="14100"/>
          <ac:spMkLst>
            <pc:docMk/>
            <pc:sldMk cId="3654923268" sldId="713"/>
            <ac:spMk id="110" creationId="{E6A4BA74-A3A7-41C4-816A-BCC4993D8102}"/>
          </ac:spMkLst>
        </pc:spChg>
      </pc:sldChg>
      <pc:sldChg chg="modSp">
        <pc:chgData name="Boone Severson" userId="S::bseverson3@wisc.edu::1d942a2b-e0b5-491a-b49e-d500fa0ad426" providerId="AD" clId="Web-{34DF62EE-585D-219B-8CEF-5CA17DF30BED}" dt="2024-08-10T21:02:40.052" v="67" actId="14100"/>
        <pc:sldMkLst>
          <pc:docMk/>
          <pc:sldMk cId="2654865661" sldId="715"/>
        </pc:sldMkLst>
        <pc:spChg chg="mod">
          <ac:chgData name="Boone Severson" userId="S::bseverson3@wisc.edu::1d942a2b-e0b5-491a-b49e-d500fa0ad426" providerId="AD" clId="Web-{34DF62EE-585D-219B-8CEF-5CA17DF30BED}" dt="2024-08-10T21:02:33.740" v="64" actId="14100"/>
          <ac:spMkLst>
            <pc:docMk/>
            <pc:sldMk cId="2654865661" sldId="715"/>
            <ac:spMk id="109" creationId="{7E56CDB0-DD50-4A32-84EA-8455D10049AF}"/>
          </ac:spMkLst>
        </pc:spChg>
        <pc:spChg chg="mod">
          <ac:chgData name="Boone Severson" userId="S::bseverson3@wisc.edu::1d942a2b-e0b5-491a-b49e-d500fa0ad426" providerId="AD" clId="Web-{34DF62EE-585D-219B-8CEF-5CA17DF30BED}" dt="2024-08-10T21:02:40.052" v="67" actId="14100"/>
          <ac:spMkLst>
            <pc:docMk/>
            <pc:sldMk cId="2654865661" sldId="715"/>
            <ac:spMk id="110" creationId="{E6A4BA74-A3A7-41C4-816A-BCC4993D8102}"/>
          </ac:spMkLst>
        </pc:spChg>
      </pc:sldChg>
      <pc:sldChg chg="modSp">
        <pc:chgData name="Boone Severson" userId="S::bseverson3@wisc.edu::1d942a2b-e0b5-491a-b49e-d500fa0ad426" providerId="AD" clId="Web-{34DF62EE-585D-219B-8CEF-5CA17DF30BED}" dt="2024-08-10T21:51:36.171" v="99" actId="20577"/>
        <pc:sldMkLst>
          <pc:docMk/>
          <pc:sldMk cId="522242472" sldId="717"/>
        </pc:sldMkLst>
        <pc:spChg chg="mod">
          <ac:chgData name="Boone Severson" userId="S::bseverson3@wisc.edu::1d942a2b-e0b5-491a-b49e-d500fa0ad426" providerId="AD" clId="Web-{34DF62EE-585D-219B-8CEF-5CA17DF30BED}" dt="2024-08-10T21:51:36.171" v="99" actId="20577"/>
          <ac:spMkLst>
            <pc:docMk/>
            <pc:sldMk cId="522242472" sldId="717"/>
            <ac:spMk id="109" creationId="{7E56CDB0-DD50-4A32-84EA-8455D10049AF}"/>
          </ac:spMkLst>
        </pc:spChg>
        <pc:spChg chg="mod">
          <ac:chgData name="Boone Severson" userId="S::bseverson3@wisc.edu::1d942a2b-e0b5-491a-b49e-d500fa0ad426" providerId="AD" clId="Web-{34DF62EE-585D-219B-8CEF-5CA17DF30BED}" dt="2024-08-10T21:51:27.843" v="91" actId="20577"/>
          <ac:spMkLst>
            <pc:docMk/>
            <pc:sldMk cId="522242472" sldId="717"/>
            <ac:spMk id="110" creationId="{E6A4BA74-A3A7-41C4-816A-BCC4993D8102}"/>
          </ac:spMkLst>
        </pc:spChg>
      </pc:sldChg>
      <pc:sldChg chg="modSp">
        <pc:chgData name="Boone Severson" userId="S::bseverson3@wisc.edu::1d942a2b-e0b5-491a-b49e-d500fa0ad426" providerId="AD" clId="Web-{34DF62EE-585D-219B-8CEF-5CA17DF30BED}" dt="2024-08-10T21:53:10.145" v="115" actId="20577"/>
        <pc:sldMkLst>
          <pc:docMk/>
          <pc:sldMk cId="3444012415" sldId="719"/>
        </pc:sldMkLst>
        <pc:spChg chg="mod">
          <ac:chgData name="Boone Severson" userId="S::bseverson3@wisc.edu::1d942a2b-e0b5-491a-b49e-d500fa0ad426" providerId="AD" clId="Web-{34DF62EE-585D-219B-8CEF-5CA17DF30BED}" dt="2024-08-10T21:53:10.145" v="115" actId="20577"/>
          <ac:spMkLst>
            <pc:docMk/>
            <pc:sldMk cId="3444012415" sldId="719"/>
            <ac:spMk id="109" creationId="{7E56CDB0-DD50-4A32-84EA-8455D10049AF}"/>
          </ac:spMkLst>
        </pc:spChg>
      </pc:sldChg>
      <pc:sldChg chg="modSp">
        <pc:chgData name="Boone Severson" userId="S::bseverson3@wisc.edu::1d942a2b-e0b5-491a-b49e-d500fa0ad426" providerId="AD" clId="Web-{34DF62EE-585D-219B-8CEF-5CA17DF30BED}" dt="2024-08-10T21:52:59.536" v="112" actId="20577"/>
        <pc:sldMkLst>
          <pc:docMk/>
          <pc:sldMk cId="512546640" sldId="723"/>
        </pc:sldMkLst>
        <pc:spChg chg="mod">
          <ac:chgData name="Boone Severson" userId="S::bseverson3@wisc.edu::1d942a2b-e0b5-491a-b49e-d500fa0ad426" providerId="AD" clId="Web-{34DF62EE-585D-219B-8CEF-5CA17DF30BED}" dt="2024-08-10T21:52:59.536" v="112" actId="20577"/>
          <ac:spMkLst>
            <pc:docMk/>
            <pc:sldMk cId="512546640" sldId="723"/>
            <ac:spMk id="109" creationId="{7E56CDB0-DD50-4A32-84EA-8455D10049AF}"/>
          </ac:spMkLst>
        </pc:spChg>
      </pc:sldChg>
      <pc:sldChg chg="modSp">
        <pc:chgData name="Boone Severson" userId="S::bseverson3@wisc.edu::1d942a2b-e0b5-491a-b49e-d500fa0ad426" providerId="AD" clId="Web-{34DF62EE-585D-219B-8CEF-5CA17DF30BED}" dt="2024-08-10T21:52:50.036" v="109" actId="20577"/>
        <pc:sldMkLst>
          <pc:docMk/>
          <pc:sldMk cId="4020103306" sldId="725"/>
        </pc:sldMkLst>
        <pc:spChg chg="mod">
          <ac:chgData name="Boone Severson" userId="S::bseverson3@wisc.edu::1d942a2b-e0b5-491a-b49e-d500fa0ad426" providerId="AD" clId="Web-{34DF62EE-585D-219B-8CEF-5CA17DF30BED}" dt="2024-08-10T21:52:50.036" v="109" actId="20577"/>
          <ac:spMkLst>
            <pc:docMk/>
            <pc:sldMk cId="4020103306" sldId="725"/>
            <ac:spMk id="109" creationId="{7E56CDB0-DD50-4A32-84EA-8455D10049AF}"/>
          </ac:spMkLst>
        </pc:spChg>
      </pc:sldChg>
      <pc:sldChg chg="modSp">
        <pc:chgData name="Boone Severson" userId="S::bseverson3@wisc.edu::1d942a2b-e0b5-491a-b49e-d500fa0ad426" providerId="AD" clId="Web-{34DF62EE-585D-219B-8CEF-5CA17DF30BED}" dt="2024-08-10T21:52:26.577" v="105" actId="20577"/>
        <pc:sldMkLst>
          <pc:docMk/>
          <pc:sldMk cId="822765225" sldId="729"/>
        </pc:sldMkLst>
        <pc:spChg chg="mod">
          <ac:chgData name="Boone Severson" userId="S::bseverson3@wisc.edu::1d942a2b-e0b5-491a-b49e-d500fa0ad426" providerId="AD" clId="Web-{34DF62EE-585D-219B-8CEF-5CA17DF30BED}" dt="2024-08-10T21:52:26.577" v="105" actId="20577"/>
          <ac:spMkLst>
            <pc:docMk/>
            <pc:sldMk cId="822765225" sldId="729"/>
            <ac:spMk id="109" creationId="{7E56CDB0-DD50-4A32-84EA-8455D10049AF}"/>
          </ac:spMkLst>
        </pc:spChg>
      </pc:sldChg>
      <pc:sldChg chg="modSp">
        <pc:chgData name="Boone Severson" userId="S::bseverson3@wisc.edu::1d942a2b-e0b5-491a-b49e-d500fa0ad426" providerId="AD" clId="Web-{34DF62EE-585D-219B-8CEF-5CA17DF30BED}" dt="2024-08-10T21:00:25.036" v="44" actId="20577"/>
        <pc:sldMkLst>
          <pc:docMk/>
          <pc:sldMk cId="760610130" sldId="731"/>
        </pc:sldMkLst>
        <pc:spChg chg="mod">
          <ac:chgData name="Boone Severson" userId="S::bseverson3@wisc.edu::1d942a2b-e0b5-491a-b49e-d500fa0ad426" providerId="AD" clId="Web-{34DF62EE-585D-219B-8CEF-5CA17DF30BED}" dt="2024-08-10T21:00:25.036" v="44" actId="20577"/>
          <ac:spMkLst>
            <pc:docMk/>
            <pc:sldMk cId="760610130" sldId="731"/>
            <ac:spMk id="109" creationId="{7E56CDB0-DD50-4A32-84EA-8455D10049AF}"/>
          </ac:spMkLst>
        </pc:spChg>
      </pc:sldChg>
      <pc:sldChg chg="modSp">
        <pc:chgData name="Boone Severson" userId="S::bseverson3@wisc.edu::1d942a2b-e0b5-491a-b49e-d500fa0ad426" providerId="AD" clId="Web-{34DF62EE-585D-219B-8CEF-5CA17DF30BED}" dt="2024-08-10T20:57:20.567" v="26" actId="20577"/>
        <pc:sldMkLst>
          <pc:docMk/>
          <pc:sldMk cId="3210388485" sldId="733"/>
        </pc:sldMkLst>
        <pc:spChg chg="mod">
          <ac:chgData name="Boone Severson" userId="S::bseverson3@wisc.edu::1d942a2b-e0b5-491a-b49e-d500fa0ad426" providerId="AD" clId="Web-{34DF62EE-585D-219B-8CEF-5CA17DF30BED}" dt="2024-08-10T20:57:20.567" v="26" actId="20577"/>
          <ac:spMkLst>
            <pc:docMk/>
            <pc:sldMk cId="3210388485" sldId="733"/>
            <ac:spMk id="83" creationId="{20EB2E0D-8366-459F-AB32-91957AE66139}"/>
          </ac:spMkLst>
        </pc:spChg>
      </pc:sldChg>
      <pc:sldChg chg="modSp">
        <pc:chgData name="Boone Severson" userId="S::bseverson3@wisc.edu::1d942a2b-e0b5-491a-b49e-d500fa0ad426" providerId="AD" clId="Web-{34DF62EE-585D-219B-8CEF-5CA17DF30BED}" dt="2024-08-10T20:57:44.973" v="29" actId="1076"/>
        <pc:sldMkLst>
          <pc:docMk/>
          <pc:sldMk cId="1055722819" sldId="735"/>
        </pc:sldMkLst>
        <pc:spChg chg="mod">
          <ac:chgData name="Boone Severson" userId="S::bseverson3@wisc.edu::1d942a2b-e0b5-491a-b49e-d500fa0ad426" providerId="AD" clId="Web-{34DF62EE-585D-219B-8CEF-5CA17DF30BED}" dt="2024-08-10T20:57:44.973" v="29" actId="1076"/>
          <ac:spMkLst>
            <pc:docMk/>
            <pc:sldMk cId="1055722819" sldId="735"/>
            <ac:spMk id="83" creationId="{20EB2E0D-8366-459F-AB32-91957AE66139}"/>
          </ac:spMkLst>
        </pc:spChg>
      </pc:sldChg>
      <pc:sldChg chg="modSp">
        <pc:chgData name="Boone Severson" userId="S::bseverson3@wisc.edu::1d942a2b-e0b5-491a-b49e-d500fa0ad426" providerId="AD" clId="Web-{34DF62EE-585D-219B-8CEF-5CA17DF30BED}" dt="2024-08-10T22:14:14.039" v="235" actId="20577"/>
        <pc:sldMkLst>
          <pc:docMk/>
          <pc:sldMk cId="3233778701" sldId="741"/>
        </pc:sldMkLst>
        <pc:spChg chg="mod">
          <ac:chgData name="Boone Severson" userId="S::bseverson3@wisc.edu::1d942a2b-e0b5-491a-b49e-d500fa0ad426" providerId="AD" clId="Web-{34DF62EE-585D-219B-8CEF-5CA17DF30BED}" dt="2024-08-10T22:14:14.039" v="235" actId="20577"/>
          <ac:spMkLst>
            <pc:docMk/>
            <pc:sldMk cId="3233778701" sldId="741"/>
            <ac:spMk id="5" creationId="{88E4B5F7-12FD-43F9-A275-6FEAB363A836}"/>
          </ac:spMkLst>
        </pc:spChg>
      </pc:sldChg>
      <pc:sldChg chg="addSp delSp modSp add del replId">
        <pc:chgData name="Boone Severson" userId="S::bseverson3@wisc.edu::1d942a2b-e0b5-491a-b49e-d500fa0ad426" providerId="AD" clId="Web-{34DF62EE-585D-219B-8CEF-5CA17DF30BED}" dt="2024-08-10T22:04:25.376" v="205"/>
        <pc:sldMkLst>
          <pc:docMk/>
          <pc:sldMk cId="1147554268" sldId="750"/>
        </pc:sldMkLst>
        <pc:spChg chg="add del mod">
          <ac:chgData name="Boone Severson" userId="S::bseverson3@wisc.edu::1d942a2b-e0b5-491a-b49e-d500fa0ad426" providerId="AD" clId="Web-{34DF62EE-585D-219B-8CEF-5CA17DF30BED}" dt="2024-08-10T22:04:21.110" v="201"/>
          <ac:spMkLst>
            <pc:docMk/>
            <pc:sldMk cId="1147554268" sldId="750"/>
            <ac:spMk id="4" creationId="{EAEC3061-F393-5C4A-EAC3-A35C3CE00599}"/>
          </ac:spMkLst>
        </pc:spChg>
        <pc:spChg chg="add del mod">
          <ac:chgData name="Boone Severson" userId="S::bseverson3@wisc.edu::1d942a2b-e0b5-491a-b49e-d500fa0ad426" providerId="AD" clId="Web-{34DF62EE-585D-219B-8CEF-5CA17DF30BED}" dt="2024-08-10T22:04:23.907" v="204" actId="20577"/>
          <ac:spMkLst>
            <pc:docMk/>
            <pc:sldMk cId="1147554268" sldId="750"/>
            <ac:spMk id="31747" creationId="{F90EF60C-03EE-479E-AC9A-7C90CB5246AF}"/>
          </ac:spMkLst>
        </pc:spChg>
      </pc:sldChg>
      <pc:sldChg chg="new del">
        <pc:chgData name="Boone Severson" userId="S::bseverson3@wisc.edu::1d942a2b-e0b5-491a-b49e-d500fa0ad426" providerId="AD" clId="Web-{34DF62EE-585D-219B-8CEF-5CA17DF30BED}" dt="2024-08-10T22:20:56.405" v="237"/>
        <pc:sldMkLst>
          <pc:docMk/>
          <pc:sldMk cId="2909696841" sldId="750"/>
        </pc:sldMkLst>
      </pc:sldChg>
    </pc:docChg>
  </pc:docChgLst>
  <pc:docChgLst>
    <pc:chgData name="Boone Severson" userId="S::bseverson3@wisc.edu::1d942a2b-e0b5-491a-b49e-d500fa0ad426" providerId="AD" clId="Web-{3B3135EF-9CF0-3684-2A22-E8DB66417241}"/>
    <pc:docChg chg="modSld">
      <pc:chgData name="Boone Severson" userId="S::bseverson3@wisc.edu::1d942a2b-e0b5-491a-b49e-d500fa0ad426" providerId="AD" clId="Web-{3B3135EF-9CF0-3684-2A22-E8DB66417241}" dt="2024-08-10T06:05:32.120" v="26" actId="20577"/>
      <pc:docMkLst>
        <pc:docMk/>
      </pc:docMkLst>
      <pc:sldChg chg="modSp">
        <pc:chgData name="Boone Severson" userId="S::bseverson3@wisc.edu::1d942a2b-e0b5-491a-b49e-d500fa0ad426" providerId="AD" clId="Web-{3B3135EF-9CF0-3684-2A22-E8DB66417241}" dt="2024-08-10T06:05:32.120" v="26" actId="20577"/>
        <pc:sldMkLst>
          <pc:docMk/>
          <pc:sldMk cId="0" sldId="283"/>
        </pc:sldMkLst>
        <pc:spChg chg="mod">
          <ac:chgData name="Boone Severson" userId="S::bseverson3@wisc.edu::1d942a2b-e0b5-491a-b49e-d500fa0ad426" providerId="AD" clId="Web-{3B3135EF-9CF0-3684-2A22-E8DB66417241}" dt="2024-08-10T06:05:32.120" v="26" actId="20577"/>
          <ac:spMkLst>
            <pc:docMk/>
            <pc:sldMk cId="0" sldId="283"/>
            <ac:spMk id="3" creationId="{D3755220-C653-4350-BE0B-B6E2F98C2967}"/>
          </ac:spMkLst>
        </pc:spChg>
      </pc:sldChg>
    </pc:docChg>
  </pc:docChgLst>
  <pc:docChgLst>
    <pc:chgData name="Boone Severson" userId="S::bseverson3@wisc.edu::1d942a2b-e0b5-491a-b49e-d500fa0ad426" providerId="AD" clId="Web-{87FAABC3-53A3-8E46-79C0-52919F66029E}"/>
    <pc:docChg chg="modSld">
      <pc:chgData name="Boone Severson" userId="S::bseverson3@wisc.edu::1d942a2b-e0b5-491a-b49e-d500fa0ad426" providerId="AD" clId="Web-{87FAABC3-53A3-8E46-79C0-52919F66029E}" dt="2024-08-10T16:24:31.946" v="1" actId="20577"/>
      <pc:docMkLst>
        <pc:docMk/>
      </pc:docMkLst>
      <pc:sldChg chg="modSp">
        <pc:chgData name="Boone Severson" userId="S::bseverson3@wisc.edu::1d942a2b-e0b5-491a-b49e-d500fa0ad426" providerId="AD" clId="Web-{87FAABC3-53A3-8E46-79C0-52919F66029E}" dt="2024-08-10T16:24:31.946" v="1" actId="20577"/>
        <pc:sldMkLst>
          <pc:docMk/>
          <pc:sldMk cId="0" sldId="283"/>
        </pc:sldMkLst>
        <pc:spChg chg="mod">
          <ac:chgData name="Boone Severson" userId="S::bseverson3@wisc.edu::1d942a2b-e0b5-491a-b49e-d500fa0ad426" providerId="AD" clId="Web-{87FAABC3-53A3-8E46-79C0-52919F66029E}" dt="2024-08-10T16:24:31.946" v="1" actId="20577"/>
          <ac:spMkLst>
            <pc:docMk/>
            <pc:sldMk cId="0" sldId="283"/>
            <ac:spMk id="3" creationId="{D3755220-C653-4350-BE0B-B6E2F98C2967}"/>
          </ac:spMkLst>
        </pc:spChg>
      </pc:sldChg>
    </pc:docChg>
  </pc:docChgLst>
  <pc:docChgLst>
    <pc:chgData name="Boone Severson" userId="S::bseverson3@wisc.edu::1d942a2b-e0b5-491a-b49e-d500fa0ad426" providerId="AD" clId="Web-{2F3943BF-A0AC-C322-E2CE-FEF38421F0D5}"/>
    <pc:docChg chg="modSld">
      <pc:chgData name="Boone Severson" userId="S::bseverson3@wisc.edu::1d942a2b-e0b5-491a-b49e-d500fa0ad426" providerId="AD" clId="Web-{2F3943BF-A0AC-C322-E2CE-FEF38421F0D5}" dt="2024-08-11T00:52:45.287" v="29"/>
      <pc:docMkLst>
        <pc:docMk/>
      </pc:docMkLst>
      <pc:sldChg chg="modNotes">
        <pc:chgData name="Boone Severson" userId="S::bseverson3@wisc.edu::1d942a2b-e0b5-491a-b49e-d500fa0ad426" providerId="AD" clId="Web-{2F3943BF-A0AC-C322-E2CE-FEF38421F0D5}" dt="2024-08-11T00:52:45.287" v="29"/>
        <pc:sldMkLst>
          <pc:docMk/>
          <pc:sldMk cId="0" sldId="257"/>
        </pc:sldMkLst>
      </pc:sldChg>
      <pc:sldChg chg="modNotes">
        <pc:chgData name="Boone Severson" userId="S::bseverson3@wisc.edu::1d942a2b-e0b5-491a-b49e-d500fa0ad426" providerId="AD" clId="Web-{2F3943BF-A0AC-C322-E2CE-FEF38421F0D5}" dt="2024-08-11T00:52:23.958" v="12"/>
        <pc:sldMkLst>
          <pc:docMk/>
          <pc:sldMk cId="0" sldId="28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42FC58-8C26-419B-9E1A-7D36B98C2DB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FE7A8C95-A6E1-4920-8D02-3E5E02835E41}">
      <dgm:prSet phldrT="[Text]"/>
      <dgm:spPr/>
      <dgm:t>
        <a:bodyPr/>
        <a:lstStyle/>
        <a:p>
          <a:r>
            <a:rPr lang="en-US" altLang="en-US"/>
            <a:t>Instruction Set Architecture (IBM 360)</a:t>
          </a:r>
          <a:endParaRPr lang="en-US"/>
        </a:p>
      </dgm:t>
    </dgm:pt>
    <dgm:pt modelId="{839C0BBE-3A4B-4C57-A733-6DADE748D570}" type="parTrans" cxnId="{F91FCEE4-FEB2-4EF8-8C91-CA2417BACF2C}">
      <dgm:prSet/>
      <dgm:spPr/>
      <dgm:t>
        <a:bodyPr/>
        <a:lstStyle/>
        <a:p>
          <a:endParaRPr lang="en-US"/>
        </a:p>
      </dgm:t>
    </dgm:pt>
    <dgm:pt modelId="{83591411-5560-48DB-853E-0DB9C3C51B4E}" type="sibTrans" cxnId="{F91FCEE4-FEB2-4EF8-8C91-CA2417BACF2C}">
      <dgm:prSet/>
      <dgm:spPr/>
      <dgm:t>
        <a:bodyPr/>
        <a:lstStyle/>
        <a:p>
          <a:endParaRPr lang="en-US"/>
        </a:p>
      </dgm:t>
    </dgm:pt>
    <dgm:pt modelId="{B94CD6E4-E434-4A1C-BA98-3F8B7E7BCCC4}">
      <dgm:prSet/>
      <dgm:spPr/>
      <dgm:t>
        <a:bodyPr/>
        <a:lstStyle/>
        <a:p>
          <a:r>
            <a:rPr lang="en-US" altLang="en-US" i="1"/>
            <a:t>… the attributes of a [computing] system as seen by the programmer.  I.e. the conceptual structure and functional behavior, as distinct from the organization of the data flows and controls, the logic design, and the physical implementation.  -- Amdahl, Blaauw, &amp; Brooks, 1964</a:t>
          </a:r>
        </a:p>
      </dgm:t>
    </dgm:pt>
    <dgm:pt modelId="{6646BA3C-B18E-4E7C-AE1C-5C09442E92FC}" type="parTrans" cxnId="{F155C61A-13DE-4A47-8CE1-5827E2F7D3F6}">
      <dgm:prSet/>
      <dgm:spPr/>
      <dgm:t>
        <a:bodyPr/>
        <a:lstStyle/>
        <a:p>
          <a:endParaRPr lang="en-US"/>
        </a:p>
      </dgm:t>
    </dgm:pt>
    <dgm:pt modelId="{1D63257A-F05B-4B50-9370-1FD73BD592C3}" type="sibTrans" cxnId="{F155C61A-13DE-4A47-8CE1-5827E2F7D3F6}">
      <dgm:prSet/>
      <dgm:spPr/>
      <dgm:t>
        <a:bodyPr/>
        <a:lstStyle/>
        <a:p>
          <a:endParaRPr lang="en-US"/>
        </a:p>
      </dgm:t>
    </dgm:pt>
    <dgm:pt modelId="{A42CAD6A-247B-4598-B3C6-4BDEF14924D2}">
      <dgm:prSet/>
      <dgm:spPr/>
      <dgm:t>
        <a:bodyPr/>
        <a:lstStyle/>
        <a:p>
          <a:r>
            <a:rPr lang="en-US" altLang="en-US"/>
            <a:t>Machine Organization (microarchitecture)</a:t>
          </a:r>
        </a:p>
      </dgm:t>
    </dgm:pt>
    <dgm:pt modelId="{6BAB66BC-6251-4004-A005-0F661BCC6FBC}" type="parTrans" cxnId="{D6DE2DB4-2811-4A1E-9DD2-0B960CC742C8}">
      <dgm:prSet/>
      <dgm:spPr/>
      <dgm:t>
        <a:bodyPr/>
        <a:lstStyle/>
        <a:p>
          <a:endParaRPr lang="en-US"/>
        </a:p>
      </dgm:t>
    </dgm:pt>
    <dgm:pt modelId="{81C33B6F-3DF7-48C4-AC01-AF10B1F593F4}" type="sibTrans" cxnId="{D6DE2DB4-2811-4A1E-9DD2-0B960CC742C8}">
      <dgm:prSet/>
      <dgm:spPr/>
      <dgm:t>
        <a:bodyPr/>
        <a:lstStyle/>
        <a:p>
          <a:endParaRPr lang="en-US"/>
        </a:p>
      </dgm:t>
    </dgm:pt>
    <dgm:pt modelId="{365A4C59-06AE-4E68-A0F3-2B51E829D453}">
      <dgm:prSet/>
      <dgm:spPr/>
      <dgm:t>
        <a:bodyPr/>
        <a:lstStyle/>
        <a:p>
          <a:r>
            <a:rPr lang="en-US" altLang="en-US"/>
            <a:t>ALUs, Buses, Caches, Memories, etc.</a:t>
          </a:r>
        </a:p>
      </dgm:t>
    </dgm:pt>
    <dgm:pt modelId="{236DAAB0-B968-408D-B6E6-E22EBBBA0A4B}" type="parTrans" cxnId="{10925894-73C6-4A4B-BCB6-91021B014115}">
      <dgm:prSet/>
      <dgm:spPr/>
      <dgm:t>
        <a:bodyPr/>
        <a:lstStyle/>
        <a:p>
          <a:endParaRPr lang="en-US"/>
        </a:p>
      </dgm:t>
    </dgm:pt>
    <dgm:pt modelId="{9B3EB65A-8769-4BB1-823C-E16DDAD451F4}" type="sibTrans" cxnId="{10925894-73C6-4A4B-BCB6-91021B014115}">
      <dgm:prSet/>
      <dgm:spPr/>
      <dgm:t>
        <a:bodyPr/>
        <a:lstStyle/>
        <a:p>
          <a:endParaRPr lang="en-US"/>
        </a:p>
      </dgm:t>
    </dgm:pt>
    <dgm:pt modelId="{4450E97A-B583-4227-B72F-2F4F8F7DC631}">
      <dgm:prSet/>
      <dgm:spPr/>
      <dgm:t>
        <a:bodyPr/>
        <a:lstStyle/>
        <a:p>
          <a:r>
            <a:rPr lang="en-US" altLang="en-US"/>
            <a:t>Machine Implementation (realization)</a:t>
          </a:r>
        </a:p>
      </dgm:t>
    </dgm:pt>
    <dgm:pt modelId="{B8A14829-A5EE-46EA-8346-A00F0D3C7FB3}" type="parTrans" cxnId="{42BF7912-CC02-4757-887A-E027B6F1479D}">
      <dgm:prSet/>
      <dgm:spPr/>
      <dgm:t>
        <a:bodyPr/>
        <a:lstStyle/>
        <a:p>
          <a:endParaRPr lang="en-US"/>
        </a:p>
      </dgm:t>
    </dgm:pt>
    <dgm:pt modelId="{0D79FDFC-B6BA-44C4-B627-6412D6B83A07}" type="sibTrans" cxnId="{42BF7912-CC02-4757-887A-E027B6F1479D}">
      <dgm:prSet/>
      <dgm:spPr/>
      <dgm:t>
        <a:bodyPr/>
        <a:lstStyle/>
        <a:p>
          <a:endParaRPr lang="en-US"/>
        </a:p>
      </dgm:t>
    </dgm:pt>
    <dgm:pt modelId="{8A5389A6-5521-4C3A-985B-429DE847DBB4}">
      <dgm:prSet/>
      <dgm:spPr/>
      <dgm:t>
        <a:bodyPr/>
        <a:lstStyle/>
        <a:p>
          <a:r>
            <a:rPr lang="en-US" altLang="en-US"/>
            <a:t>Gates, cells, transistors, wires</a:t>
          </a:r>
        </a:p>
      </dgm:t>
    </dgm:pt>
    <dgm:pt modelId="{158DF0CA-90B3-4E31-A12E-63F7B79E968A}" type="parTrans" cxnId="{9BE580D0-11B3-449F-8878-3A77E552D35D}">
      <dgm:prSet/>
      <dgm:spPr/>
      <dgm:t>
        <a:bodyPr/>
        <a:lstStyle/>
        <a:p>
          <a:endParaRPr lang="en-US"/>
        </a:p>
      </dgm:t>
    </dgm:pt>
    <dgm:pt modelId="{5F93FC43-656B-4A9F-B81B-34E1C7BEE325}" type="sibTrans" cxnId="{9BE580D0-11B3-449F-8878-3A77E552D35D}">
      <dgm:prSet/>
      <dgm:spPr/>
      <dgm:t>
        <a:bodyPr/>
        <a:lstStyle/>
        <a:p>
          <a:endParaRPr lang="en-US"/>
        </a:p>
      </dgm:t>
    </dgm:pt>
    <dgm:pt modelId="{56E8805E-1B06-4864-BCCE-258C32E96A7C}" type="pres">
      <dgm:prSet presAssocID="{E042FC58-8C26-419B-9E1A-7D36B98C2DB6}" presName="linear" presStyleCnt="0">
        <dgm:presLayoutVars>
          <dgm:dir/>
          <dgm:animLvl val="lvl"/>
          <dgm:resizeHandles val="exact"/>
        </dgm:presLayoutVars>
      </dgm:prSet>
      <dgm:spPr/>
    </dgm:pt>
    <dgm:pt modelId="{E422CC20-FB93-44B6-AAB5-8BCA44AA6EE3}" type="pres">
      <dgm:prSet presAssocID="{FE7A8C95-A6E1-4920-8D02-3E5E02835E41}" presName="parentLin" presStyleCnt="0"/>
      <dgm:spPr/>
    </dgm:pt>
    <dgm:pt modelId="{A50E3BF7-B5F4-4AF0-81B5-2AF2F4843983}" type="pres">
      <dgm:prSet presAssocID="{FE7A8C95-A6E1-4920-8D02-3E5E02835E41}" presName="parentLeftMargin" presStyleLbl="node1" presStyleIdx="0" presStyleCnt="3"/>
      <dgm:spPr/>
    </dgm:pt>
    <dgm:pt modelId="{40064A4D-8F45-4535-830D-005BE6B2C2D6}" type="pres">
      <dgm:prSet presAssocID="{FE7A8C95-A6E1-4920-8D02-3E5E02835E41}" presName="parentText" presStyleLbl="node1" presStyleIdx="0" presStyleCnt="3">
        <dgm:presLayoutVars>
          <dgm:chMax val="0"/>
          <dgm:bulletEnabled val="1"/>
        </dgm:presLayoutVars>
      </dgm:prSet>
      <dgm:spPr/>
    </dgm:pt>
    <dgm:pt modelId="{C99750B2-BD4C-4D4F-984E-A4D87C3D9DD3}" type="pres">
      <dgm:prSet presAssocID="{FE7A8C95-A6E1-4920-8D02-3E5E02835E41}" presName="negativeSpace" presStyleCnt="0"/>
      <dgm:spPr/>
    </dgm:pt>
    <dgm:pt modelId="{9B6C9133-CBB8-4E69-8B16-50DCB8BCD8D2}" type="pres">
      <dgm:prSet presAssocID="{FE7A8C95-A6E1-4920-8D02-3E5E02835E41}" presName="childText" presStyleLbl="conFgAcc1" presStyleIdx="0" presStyleCnt="3">
        <dgm:presLayoutVars>
          <dgm:bulletEnabled val="1"/>
        </dgm:presLayoutVars>
      </dgm:prSet>
      <dgm:spPr/>
    </dgm:pt>
    <dgm:pt modelId="{1F0F6B30-A19F-45AE-AB53-9D2FC548FEA1}" type="pres">
      <dgm:prSet presAssocID="{83591411-5560-48DB-853E-0DB9C3C51B4E}" presName="spaceBetweenRectangles" presStyleCnt="0"/>
      <dgm:spPr/>
    </dgm:pt>
    <dgm:pt modelId="{8DC4CD86-05CE-4128-A904-340B93F4FA9C}" type="pres">
      <dgm:prSet presAssocID="{A42CAD6A-247B-4598-B3C6-4BDEF14924D2}" presName="parentLin" presStyleCnt="0"/>
      <dgm:spPr/>
    </dgm:pt>
    <dgm:pt modelId="{CD529FAF-ECA7-4142-BB16-86C494B3C99D}" type="pres">
      <dgm:prSet presAssocID="{A42CAD6A-247B-4598-B3C6-4BDEF14924D2}" presName="parentLeftMargin" presStyleLbl="node1" presStyleIdx="0" presStyleCnt="3"/>
      <dgm:spPr/>
    </dgm:pt>
    <dgm:pt modelId="{05010DDC-ABE6-4E4A-81D6-11FE4298EC3C}" type="pres">
      <dgm:prSet presAssocID="{A42CAD6A-247B-4598-B3C6-4BDEF14924D2}" presName="parentText" presStyleLbl="node1" presStyleIdx="1" presStyleCnt="3">
        <dgm:presLayoutVars>
          <dgm:chMax val="0"/>
          <dgm:bulletEnabled val="1"/>
        </dgm:presLayoutVars>
      </dgm:prSet>
      <dgm:spPr/>
    </dgm:pt>
    <dgm:pt modelId="{B684184D-7ED7-47F1-BC50-8A98EFE1E9F8}" type="pres">
      <dgm:prSet presAssocID="{A42CAD6A-247B-4598-B3C6-4BDEF14924D2}" presName="negativeSpace" presStyleCnt="0"/>
      <dgm:spPr/>
    </dgm:pt>
    <dgm:pt modelId="{E59341BD-6604-40E3-899E-72486B116C3A}" type="pres">
      <dgm:prSet presAssocID="{A42CAD6A-247B-4598-B3C6-4BDEF14924D2}" presName="childText" presStyleLbl="conFgAcc1" presStyleIdx="1" presStyleCnt="3">
        <dgm:presLayoutVars>
          <dgm:bulletEnabled val="1"/>
        </dgm:presLayoutVars>
      </dgm:prSet>
      <dgm:spPr/>
    </dgm:pt>
    <dgm:pt modelId="{23E1F158-DD1F-4F8B-A2FF-A96F5AD8AF76}" type="pres">
      <dgm:prSet presAssocID="{81C33B6F-3DF7-48C4-AC01-AF10B1F593F4}" presName="spaceBetweenRectangles" presStyleCnt="0"/>
      <dgm:spPr/>
    </dgm:pt>
    <dgm:pt modelId="{71428F61-E939-4881-A951-2E2D7E9DC352}" type="pres">
      <dgm:prSet presAssocID="{4450E97A-B583-4227-B72F-2F4F8F7DC631}" presName="parentLin" presStyleCnt="0"/>
      <dgm:spPr/>
    </dgm:pt>
    <dgm:pt modelId="{EFE2B481-94BD-413F-9501-E1D1A4FDF35B}" type="pres">
      <dgm:prSet presAssocID="{4450E97A-B583-4227-B72F-2F4F8F7DC631}" presName="parentLeftMargin" presStyleLbl="node1" presStyleIdx="1" presStyleCnt="3"/>
      <dgm:spPr/>
    </dgm:pt>
    <dgm:pt modelId="{C223FFBA-E5DD-4C08-A38F-DB9572301554}" type="pres">
      <dgm:prSet presAssocID="{4450E97A-B583-4227-B72F-2F4F8F7DC631}" presName="parentText" presStyleLbl="node1" presStyleIdx="2" presStyleCnt="3">
        <dgm:presLayoutVars>
          <dgm:chMax val="0"/>
          <dgm:bulletEnabled val="1"/>
        </dgm:presLayoutVars>
      </dgm:prSet>
      <dgm:spPr/>
    </dgm:pt>
    <dgm:pt modelId="{72BF3A3B-E869-431E-8FCA-B42C1CBD0AFB}" type="pres">
      <dgm:prSet presAssocID="{4450E97A-B583-4227-B72F-2F4F8F7DC631}" presName="negativeSpace" presStyleCnt="0"/>
      <dgm:spPr/>
    </dgm:pt>
    <dgm:pt modelId="{355D8C23-1620-4B30-A0DB-0C579FCA1F18}" type="pres">
      <dgm:prSet presAssocID="{4450E97A-B583-4227-B72F-2F4F8F7DC631}" presName="childText" presStyleLbl="conFgAcc1" presStyleIdx="2" presStyleCnt="3">
        <dgm:presLayoutVars>
          <dgm:bulletEnabled val="1"/>
        </dgm:presLayoutVars>
      </dgm:prSet>
      <dgm:spPr/>
    </dgm:pt>
  </dgm:ptLst>
  <dgm:cxnLst>
    <dgm:cxn modelId="{42BF7912-CC02-4757-887A-E027B6F1479D}" srcId="{E042FC58-8C26-419B-9E1A-7D36B98C2DB6}" destId="{4450E97A-B583-4227-B72F-2F4F8F7DC631}" srcOrd="2" destOrd="0" parTransId="{B8A14829-A5EE-46EA-8346-A00F0D3C7FB3}" sibTransId="{0D79FDFC-B6BA-44C4-B627-6412D6B83A07}"/>
    <dgm:cxn modelId="{B293C019-81B2-4757-A01E-986173C8E855}" type="presOf" srcId="{A42CAD6A-247B-4598-B3C6-4BDEF14924D2}" destId="{05010DDC-ABE6-4E4A-81D6-11FE4298EC3C}" srcOrd="1" destOrd="0" presId="urn:microsoft.com/office/officeart/2005/8/layout/list1"/>
    <dgm:cxn modelId="{F155C61A-13DE-4A47-8CE1-5827E2F7D3F6}" srcId="{FE7A8C95-A6E1-4920-8D02-3E5E02835E41}" destId="{B94CD6E4-E434-4A1C-BA98-3F8B7E7BCCC4}" srcOrd="0" destOrd="0" parTransId="{6646BA3C-B18E-4E7C-AE1C-5C09442E92FC}" sibTransId="{1D63257A-F05B-4B50-9370-1FD73BD592C3}"/>
    <dgm:cxn modelId="{E82AC81A-EB35-443C-AA0A-BD3AD69DEBE7}" type="presOf" srcId="{FE7A8C95-A6E1-4920-8D02-3E5E02835E41}" destId="{A50E3BF7-B5F4-4AF0-81B5-2AF2F4843983}" srcOrd="0" destOrd="0" presId="urn:microsoft.com/office/officeart/2005/8/layout/list1"/>
    <dgm:cxn modelId="{9667C84A-C66C-4007-882C-FF5B82149DA2}" type="presOf" srcId="{4450E97A-B583-4227-B72F-2F4F8F7DC631}" destId="{C223FFBA-E5DD-4C08-A38F-DB9572301554}" srcOrd="1" destOrd="0" presId="urn:microsoft.com/office/officeart/2005/8/layout/list1"/>
    <dgm:cxn modelId="{29824052-E946-41EE-8793-25A061F069DB}" type="presOf" srcId="{365A4C59-06AE-4E68-A0F3-2B51E829D453}" destId="{E59341BD-6604-40E3-899E-72486B116C3A}" srcOrd="0" destOrd="0" presId="urn:microsoft.com/office/officeart/2005/8/layout/list1"/>
    <dgm:cxn modelId="{C5E8A969-07AE-4811-BEBA-878205C1F06E}" type="presOf" srcId="{A42CAD6A-247B-4598-B3C6-4BDEF14924D2}" destId="{CD529FAF-ECA7-4142-BB16-86C494B3C99D}" srcOrd="0" destOrd="0" presId="urn:microsoft.com/office/officeart/2005/8/layout/list1"/>
    <dgm:cxn modelId="{0B9F548D-6D11-4A75-8536-DB03D2C2960A}" type="presOf" srcId="{FE7A8C95-A6E1-4920-8D02-3E5E02835E41}" destId="{40064A4D-8F45-4535-830D-005BE6B2C2D6}" srcOrd="1" destOrd="0" presId="urn:microsoft.com/office/officeart/2005/8/layout/list1"/>
    <dgm:cxn modelId="{10925894-73C6-4A4B-BCB6-91021B014115}" srcId="{A42CAD6A-247B-4598-B3C6-4BDEF14924D2}" destId="{365A4C59-06AE-4E68-A0F3-2B51E829D453}" srcOrd="0" destOrd="0" parTransId="{236DAAB0-B968-408D-B6E6-E22EBBBA0A4B}" sibTransId="{9B3EB65A-8769-4BB1-823C-E16DDAD451F4}"/>
    <dgm:cxn modelId="{D6DE2DB4-2811-4A1E-9DD2-0B960CC742C8}" srcId="{E042FC58-8C26-419B-9E1A-7D36B98C2DB6}" destId="{A42CAD6A-247B-4598-B3C6-4BDEF14924D2}" srcOrd="1" destOrd="0" parTransId="{6BAB66BC-6251-4004-A005-0F661BCC6FBC}" sibTransId="{81C33B6F-3DF7-48C4-AC01-AF10B1F593F4}"/>
    <dgm:cxn modelId="{D9D736B6-75BB-4CD5-980E-B3AE6C59474B}" type="presOf" srcId="{B94CD6E4-E434-4A1C-BA98-3F8B7E7BCCC4}" destId="{9B6C9133-CBB8-4E69-8B16-50DCB8BCD8D2}" srcOrd="0" destOrd="0" presId="urn:microsoft.com/office/officeart/2005/8/layout/list1"/>
    <dgm:cxn modelId="{4865FEBA-5E7B-4745-8D0D-D3B6038B56A1}" type="presOf" srcId="{E042FC58-8C26-419B-9E1A-7D36B98C2DB6}" destId="{56E8805E-1B06-4864-BCCE-258C32E96A7C}" srcOrd="0" destOrd="0" presId="urn:microsoft.com/office/officeart/2005/8/layout/list1"/>
    <dgm:cxn modelId="{0D9AA8CA-A566-474B-B407-9FF036F1745E}" type="presOf" srcId="{4450E97A-B583-4227-B72F-2F4F8F7DC631}" destId="{EFE2B481-94BD-413F-9501-E1D1A4FDF35B}" srcOrd="0" destOrd="0" presId="urn:microsoft.com/office/officeart/2005/8/layout/list1"/>
    <dgm:cxn modelId="{B75761CE-36DF-45C7-B1D6-A530552A17B0}" type="presOf" srcId="{8A5389A6-5521-4C3A-985B-429DE847DBB4}" destId="{355D8C23-1620-4B30-A0DB-0C579FCA1F18}" srcOrd="0" destOrd="0" presId="urn:microsoft.com/office/officeart/2005/8/layout/list1"/>
    <dgm:cxn modelId="{9BE580D0-11B3-449F-8878-3A77E552D35D}" srcId="{4450E97A-B583-4227-B72F-2F4F8F7DC631}" destId="{8A5389A6-5521-4C3A-985B-429DE847DBB4}" srcOrd="0" destOrd="0" parTransId="{158DF0CA-90B3-4E31-A12E-63F7B79E968A}" sibTransId="{5F93FC43-656B-4A9F-B81B-34E1C7BEE325}"/>
    <dgm:cxn modelId="{F91FCEE4-FEB2-4EF8-8C91-CA2417BACF2C}" srcId="{E042FC58-8C26-419B-9E1A-7D36B98C2DB6}" destId="{FE7A8C95-A6E1-4920-8D02-3E5E02835E41}" srcOrd="0" destOrd="0" parTransId="{839C0BBE-3A4B-4C57-A733-6DADE748D570}" sibTransId="{83591411-5560-48DB-853E-0DB9C3C51B4E}"/>
    <dgm:cxn modelId="{1F933763-690D-4F6F-A21D-71CD5A079B41}" type="presParOf" srcId="{56E8805E-1B06-4864-BCCE-258C32E96A7C}" destId="{E422CC20-FB93-44B6-AAB5-8BCA44AA6EE3}" srcOrd="0" destOrd="0" presId="urn:microsoft.com/office/officeart/2005/8/layout/list1"/>
    <dgm:cxn modelId="{E38E5144-4B0F-4F07-B360-E5A70998A2B0}" type="presParOf" srcId="{E422CC20-FB93-44B6-AAB5-8BCA44AA6EE3}" destId="{A50E3BF7-B5F4-4AF0-81B5-2AF2F4843983}" srcOrd="0" destOrd="0" presId="urn:microsoft.com/office/officeart/2005/8/layout/list1"/>
    <dgm:cxn modelId="{785B7D2E-0856-4FD5-A8E4-A6E6889DFA09}" type="presParOf" srcId="{E422CC20-FB93-44B6-AAB5-8BCA44AA6EE3}" destId="{40064A4D-8F45-4535-830D-005BE6B2C2D6}" srcOrd="1" destOrd="0" presId="urn:microsoft.com/office/officeart/2005/8/layout/list1"/>
    <dgm:cxn modelId="{A56994FC-D217-4A2B-9E4A-06FB67CFADE4}" type="presParOf" srcId="{56E8805E-1B06-4864-BCCE-258C32E96A7C}" destId="{C99750B2-BD4C-4D4F-984E-A4D87C3D9DD3}" srcOrd="1" destOrd="0" presId="urn:microsoft.com/office/officeart/2005/8/layout/list1"/>
    <dgm:cxn modelId="{625ECF6A-4B02-44A2-B48C-60BBB8BEF704}" type="presParOf" srcId="{56E8805E-1B06-4864-BCCE-258C32E96A7C}" destId="{9B6C9133-CBB8-4E69-8B16-50DCB8BCD8D2}" srcOrd="2" destOrd="0" presId="urn:microsoft.com/office/officeart/2005/8/layout/list1"/>
    <dgm:cxn modelId="{5E39C4BE-554A-4458-96F6-C120C9C192EA}" type="presParOf" srcId="{56E8805E-1B06-4864-BCCE-258C32E96A7C}" destId="{1F0F6B30-A19F-45AE-AB53-9D2FC548FEA1}" srcOrd="3" destOrd="0" presId="urn:microsoft.com/office/officeart/2005/8/layout/list1"/>
    <dgm:cxn modelId="{67E0952F-4D73-43EF-9684-9869EEDFBB8C}" type="presParOf" srcId="{56E8805E-1B06-4864-BCCE-258C32E96A7C}" destId="{8DC4CD86-05CE-4128-A904-340B93F4FA9C}" srcOrd="4" destOrd="0" presId="urn:microsoft.com/office/officeart/2005/8/layout/list1"/>
    <dgm:cxn modelId="{39EA72B3-34A8-4E8B-B7EF-020C43C8A27D}" type="presParOf" srcId="{8DC4CD86-05CE-4128-A904-340B93F4FA9C}" destId="{CD529FAF-ECA7-4142-BB16-86C494B3C99D}" srcOrd="0" destOrd="0" presId="urn:microsoft.com/office/officeart/2005/8/layout/list1"/>
    <dgm:cxn modelId="{99231B3E-54EF-4B16-9928-DE947A2126EA}" type="presParOf" srcId="{8DC4CD86-05CE-4128-A904-340B93F4FA9C}" destId="{05010DDC-ABE6-4E4A-81D6-11FE4298EC3C}" srcOrd="1" destOrd="0" presId="urn:microsoft.com/office/officeart/2005/8/layout/list1"/>
    <dgm:cxn modelId="{020F2FF5-495B-43FC-BB5A-3789A7A3B002}" type="presParOf" srcId="{56E8805E-1B06-4864-BCCE-258C32E96A7C}" destId="{B684184D-7ED7-47F1-BC50-8A98EFE1E9F8}" srcOrd="5" destOrd="0" presId="urn:microsoft.com/office/officeart/2005/8/layout/list1"/>
    <dgm:cxn modelId="{79D82E87-3218-4962-B666-95006D09D3D5}" type="presParOf" srcId="{56E8805E-1B06-4864-BCCE-258C32E96A7C}" destId="{E59341BD-6604-40E3-899E-72486B116C3A}" srcOrd="6" destOrd="0" presId="urn:microsoft.com/office/officeart/2005/8/layout/list1"/>
    <dgm:cxn modelId="{23EB9557-A811-4C05-A345-6CA16BAB1A94}" type="presParOf" srcId="{56E8805E-1B06-4864-BCCE-258C32E96A7C}" destId="{23E1F158-DD1F-4F8B-A2FF-A96F5AD8AF76}" srcOrd="7" destOrd="0" presId="urn:microsoft.com/office/officeart/2005/8/layout/list1"/>
    <dgm:cxn modelId="{7D990399-13C9-4B55-BE1F-DF56B3875816}" type="presParOf" srcId="{56E8805E-1B06-4864-BCCE-258C32E96A7C}" destId="{71428F61-E939-4881-A951-2E2D7E9DC352}" srcOrd="8" destOrd="0" presId="urn:microsoft.com/office/officeart/2005/8/layout/list1"/>
    <dgm:cxn modelId="{6FDFA17D-C588-4A82-AE1F-B49B8D2E10D5}" type="presParOf" srcId="{71428F61-E939-4881-A951-2E2D7E9DC352}" destId="{EFE2B481-94BD-413F-9501-E1D1A4FDF35B}" srcOrd="0" destOrd="0" presId="urn:microsoft.com/office/officeart/2005/8/layout/list1"/>
    <dgm:cxn modelId="{11791093-34E7-49CD-8D20-88066A939DF5}" type="presParOf" srcId="{71428F61-E939-4881-A951-2E2D7E9DC352}" destId="{C223FFBA-E5DD-4C08-A38F-DB9572301554}" srcOrd="1" destOrd="0" presId="urn:microsoft.com/office/officeart/2005/8/layout/list1"/>
    <dgm:cxn modelId="{FC843D81-973B-4AEC-B62C-09A08C6B65F7}" type="presParOf" srcId="{56E8805E-1B06-4864-BCCE-258C32E96A7C}" destId="{72BF3A3B-E869-431E-8FCA-B42C1CBD0AFB}" srcOrd="9" destOrd="0" presId="urn:microsoft.com/office/officeart/2005/8/layout/list1"/>
    <dgm:cxn modelId="{CBB7B5F6-5982-4019-8BFC-B6253E92DF3F}" type="presParOf" srcId="{56E8805E-1B06-4864-BCCE-258C32E96A7C}" destId="{355D8C23-1620-4B30-A0DB-0C579FCA1F18}" srcOrd="10"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6C9133-CBB8-4E69-8B16-50DCB8BCD8D2}">
      <dsp:nvSpPr>
        <dsp:cNvPr id="0" name=""/>
        <dsp:cNvSpPr/>
      </dsp:nvSpPr>
      <dsp:spPr>
        <a:xfrm>
          <a:off x="0" y="353319"/>
          <a:ext cx="6096000" cy="1587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333248" rIns="473117" bIns="113792" numCol="1" spcCol="1270" anchor="t" anchorCtr="0">
          <a:noAutofit/>
        </a:bodyPr>
        <a:lstStyle/>
        <a:p>
          <a:pPr marL="171450" lvl="1" indent="-171450" algn="l" defTabSz="711200">
            <a:lnSpc>
              <a:spcPct val="90000"/>
            </a:lnSpc>
            <a:spcBef>
              <a:spcPct val="0"/>
            </a:spcBef>
            <a:spcAft>
              <a:spcPct val="15000"/>
            </a:spcAft>
            <a:buChar char="•"/>
          </a:pPr>
          <a:r>
            <a:rPr lang="en-US" altLang="en-US" sz="1600" i="1" kern="1200"/>
            <a:t>… the attributes of a [computing] system as seen by the programmer.  I.e. the conceptual structure and functional behavior, as distinct from the organization of the data flows and controls, the logic design, and the physical implementation.  -- Amdahl, Blaauw, &amp; Brooks, 1964</a:t>
          </a:r>
        </a:p>
      </dsp:txBody>
      <dsp:txXfrm>
        <a:off x="0" y="353319"/>
        <a:ext cx="6096000" cy="1587600"/>
      </dsp:txXfrm>
    </dsp:sp>
    <dsp:sp modelId="{40064A4D-8F45-4535-830D-005BE6B2C2D6}">
      <dsp:nvSpPr>
        <dsp:cNvPr id="0" name=""/>
        <dsp:cNvSpPr/>
      </dsp:nvSpPr>
      <dsp:spPr>
        <a:xfrm>
          <a:off x="304800" y="117159"/>
          <a:ext cx="4267200"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711200">
            <a:lnSpc>
              <a:spcPct val="90000"/>
            </a:lnSpc>
            <a:spcBef>
              <a:spcPct val="0"/>
            </a:spcBef>
            <a:spcAft>
              <a:spcPct val="35000"/>
            </a:spcAft>
            <a:buNone/>
          </a:pPr>
          <a:r>
            <a:rPr lang="en-US" altLang="en-US" sz="1600" kern="1200"/>
            <a:t>Instruction Set Architecture (IBM 360)</a:t>
          </a:r>
          <a:endParaRPr lang="en-US" sz="1600" kern="1200"/>
        </a:p>
      </dsp:txBody>
      <dsp:txXfrm>
        <a:off x="327857" y="140216"/>
        <a:ext cx="4221086" cy="426206"/>
      </dsp:txXfrm>
    </dsp:sp>
    <dsp:sp modelId="{E59341BD-6604-40E3-899E-72486B116C3A}">
      <dsp:nvSpPr>
        <dsp:cNvPr id="0" name=""/>
        <dsp:cNvSpPr/>
      </dsp:nvSpPr>
      <dsp:spPr>
        <a:xfrm>
          <a:off x="0" y="2263479"/>
          <a:ext cx="6096000"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333248" rIns="473117" bIns="113792" numCol="1" spcCol="1270" anchor="t" anchorCtr="0">
          <a:noAutofit/>
        </a:bodyPr>
        <a:lstStyle/>
        <a:p>
          <a:pPr marL="171450" lvl="1" indent="-171450" algn="l" defTabSz="711200">
            <a:lnSpc>
              <a:spcPct val="90000"/>
            </a:lnSpc>
            <a:spcBef>
              <a:spcPct val="0"/>
            </a:spcBef>
            <a:spcAft>
              <a:spcPct val="15000"/>
            </a:spcAft>
            <a:buChar char="•"/>
          </a:pPr>
          <a:r>
            <a:rPr lang="en-US" altLang="en-US" sz="1600" kern="1200"/>
            <a:t>ALUs, Buses, Caches, Memories, etc.</a:t>
          </a:r>
        </a:p>
      </dsp:txBody>
      <dsp:txXfrm>
        <a:off x="0" y="2263479"/>
        <a:ext cx="6096000" cy="680400"/>
      </dsp:txXfrm>
    </dsp:sp>
    <dsp:sp modelId="{05010DDC-ABE6-4E4A-81D6-11FE4298EC3C}">
      <dsp:nvSpPr>
        <dsp:cNvPr id="0" name=""/>
        <dsp:cNvSpPr/>
      </dsp:nvSpPr>
      <dsp:spPr>
        <a:xfrm>
          <a:off x="304800" y="2027319"/>
          <a:ext cx="4267200"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711200">
            <a:lnSpc>
              <a:spcPct val="90000"/>
            </a:lnSpc>
            <a:spcBef>
              <a:spcPct val="0"/>
            </a:spcBef>
            <a:spcAft>
              <a:spcPct val="35000"/>
            </a:spcAft>
            <a:buNone/>
          </a:pPr>
          <a:r>
            <a:rPr lang="en-US" altLang="en-US" sz="1600" kern="1200"/>
            <a:t>Machine Organization (microarchitecture)</a:t>
          </a:r>
        </a:p>
      </dsp:txBody>
      <dsp:txXfrm>
        <a:off x="327857" y="2050376"/>
        <a:ext cx="4221086" cy="426206"/>
      </dsp:txXfrm>
    </dsp:sp>
    <dsp:sp modelId="{355D8C23-1620-4B30-A0DB-0C579FCA1F18}">
      <dsp:nvSpPr>
        <dsp:cNvPr id="0" name=""/>
        <dsp:cNvSpPr/>
      </dsp:nvSpPr>
      <dsp:spPr>
        <a:xfrm>
          <a:off x="0" y="3266440"/>
          <a:ext cx="6096000"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333248" rIns="473117" bIns="113792" numCol="1" spcCol="1270" anchor="t" anchorCtr="0">
          <a:noAutofit/>
        </a:bodyPr>
        <a:lstStyle/>
        <a:p>
          <a:pPr marL="171450" lvl="1" indent="-171450" algn="l" defTabSz="711200">
            <a:lnSpc>
              <a:spcPct val="90000"/>
            </a:lnSpc>
            <a:spcBef>
              <a:spcPct val="0"/>
            </a:spcBef>
            <a:spcAft>
              <a:spcPct val="15000"/>
            </a:spcAft>
            <a:buChar char="•"/>
          </a:pPr>
          <a:r>
            <a:rPr lang="en-US" altLang="en-US" sz="1600" kern="1200"/>
            <a:t>Gates, cells, transistors, wires</a:t>
          </a:r>
        </a:p>
      </dsp:txBody>
      <dsp:txXfrm>
        <a:off x="0" y="3266440"/>
        <a:ext cx="6096000" cy="680400"/>
      </dsp:txXfrm>
    </dsp:sp>
    <dsp:sp modelId="{C223FFBA-E5DD-4C08-A38F-DB9572301554}">
      <dsp:nvSpPr>
        <dsp:cNvPr id="0" name=""/>
        <dsp:cNvSpPr/>
      </dsp:nvSpPr>
      <dsp:spPr>
        <a:xfrm>
          <a:off x="304800" y="3030280"/>
          <a:ext cx="4267200" cy="4723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711200">
            <a:lnSpc>
              <a:spcPct val="90000"/>
            </a:lnSpc>
            <a:spcBef>
              <a:spcPct val="0"/>
            </a:spcBef>
            <a:spcAft>
              <a:spcPct val="35000"/>
            </a:spcAft>
            <a:buNone/>
          </a:pPr>
          <a:r>
            <a:rPr lang="en-US" altLang="en-US" sz="1600" kern="1200"/>
            <a:t>Machine Implementation (realization)</a:t>
          </a:r>
        </a:p>
      </dsp:txBody>
      <dsp:txXfrm>
        <a:off x="327857" y="3053337"/>
        <a:ext cx="4221086"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AA221BD-15E6-4138-B5D7-93B5E23950F0}"/>
              </a:ext>
            </a:extLst>
          </p:cNvPr>
          <p:cNvSpPr>
            <a:spLocks noGrp="1" noChangeArrowheads="1"/>
          </p:cNvSpPr>
          <p:nvPr>
            <p:ph type="hdr" sz="quarter"/>
          </p:nvPr>
        </p:nvSpPr>
        <p:spPr bwMode="auto">
          <a:xfrm>
            <a:off x="0" y="0"/>
            <a:ext cx="2967038" cy="4699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en-US"/>
          </a:p>
        </p:txBody>
      </p:sp>
      <p:sp>
        <p:nvSpPr>
          <p:cNvPr id="15363" name="Rectangle 3">
            <a:extLst>
              <a:ext uri="{FF2B5EF4-FFF2-40B4-BE49-F238E27FC236}">
                <a16:creationId xmlns:a16="http://schemas.microsoft.com/office/drawing/2014/main" id="{AB882124-A9B8-4548-B4CB-2619EE48C689}"/>
              </a:ext>
            </a:extLst>
          </p:cNvPr>
          <p:cNvSpPr>
            <a:spLocks noGrp="1" noChangeArrowheads="1"/>
          </p:cNvSpPr>
          <p:nvPr>
            <p:ph type="dt" sz="quarter" idx="1"/>
          </p:nvPr>
        </p:nvSpPr>
        <p:spPr bwMode="auto">
          <a:xfrm>
            <a:off x="3878263" y="0"/>
            <a:ext cx="2967037" cy="4699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endParaRPr lang="en-US"/>
          </a:p>
        </p:txBody>
      </p:sp>
      <p:sp>
        <p:nvSpPr>
          <p:cNvPr id="15364" name="Rectangle 4">
            <a:extLst>
              <a:ext uri="{FF2B5EF4-FFF2-40B4-BE49-F238E27FC236}">
                <a16:creationId xmlns:a16="http://schemas.microsoft.com/office/drawing/2014/main" id="{753232B2-FEDF-4A35-9326-D0BBD15AB145}"/>
              </a:ext>
            </a:extLst>
          </p:cNvPr>
          <p:cNvSpPr>
            <a:spLocks noGrp="1" noChangeArrowheads="1"/>
          </p:cNvSpPr>
          <p:nvPr>
            <p:ph type="ftr" sz="quarter" idx="2"/>
          </p:nvPr>
        </p:nvSpPr>
        <p:spPr bwMode="auto">
          <a:xfrm>
            <a:off x="0" y="8926513"/>
            <a:ext cx="3651250" cy="4699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r>
              <a:rPr lang="en-US"/>
              <a:t>ECE/CS 552: Introduction To Computer Architecture</a:t>
            </a:r>
          </a:p>
        </p:txBody>
      </p:sp>
      <p:sp>
        <p:nvSpPr>
          <p:cNvPr id="15365" name="Rectangle 5">
            <a:extLst>
              <a:ext uri="{FF2B5EF4-FFF2-40B4-BE49-F238E27FC236}">
                <a16:creationId xmlns:a16="http://schemas.microsoft.com/office/drawing/2014/main" id="{6AD71851-F8C7-4D86-94B2-407EE6F07B03}"/>
              </a:ext>
            </a:extLst>
          </p:cNvPr>
          <p:cNvSpPr>
            <a:spLocks noGrp="1" noChangeArrowheads="1"/>
          </p:cNvSpPr>
          <p:nvPr>
            <p:ph type="sldNum" sz="quarter" idx="3"/>
          </p:nvPr>
        </p:nvSpPr>
        <p:spPr bwMode="auto">
          <a:xfrm>
            <a:off x="3878263" y="8926513"/>
            <a:ext cx="2967037" cy="4699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F338A3E5-D607-4548-B893-018CFF4BC7E2}"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1026">
            <a:extLst>
              <a:ext uri="{FF2B5EF4-FFF2-40B4-BE49-F238E27FC236}">
                <a16:creationId xmlns:a16="http://schemas.microsoft.com/office/drawing/2014/main" id="{D8478760-A06D-43D9-8FE4-C29BAFA99FBF}"/>
              </a:ext>
            </a:extLst>
          </p:cNvPr>
          <p:cNvSpPr>
            <a:spLocks noGrp="1" noChangeArrowheads="1"/>
          </p:cNvSpPr>
          <p:nvPr>
            <p:ph type="hdr" sz="quarter"/>
          </p:nvPr>
        </p:nvSpPr>
        <p:spPr bwMode="auto">
          <a:xfrm>
            <a:off x="0" y="0"/>
            <a:ext cx="2967038" cy="4699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en-US"/>
          </a:p>
        </p:txBody>
      </p:sp>
      <p:sp>
        <p:nvSpPr>
          <p:cNvPr id="17411" name="Rectangle 1027">
            <a:extLst>
              <a:ext uri="{FF2B5EF4-FFF2-40B4-BE49-F238E27FC236}">
                <a16:creationId xmlns:a16="http://schemas.microsoft.com/office/drawing/2014/main" id="{085BB3B9-029E-4E2D-95D6-2292596E41C3}"/>
              </a:ext>
            </a:extLst>
          </p:cNvPr>
          <p:cNvSpPr>
            <a:spLocks noGrp="1" noChangeArrowheads="1"/>
          </p:cNvSpPr>
          <p:nvPr>
            <p:ph type="dt" idx="1"/>
          </p:nvPr>
        </p:nvSpPr>
        <p:spPr bwMode="auto">
          <a:xfrm>
            <a:off x="3878263" y="0"/>
            <a:ext cx="2967037" cy="4699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endParaRPr lang="en-US"/>
          </a:p>
        </p:txBody>
      </p:sp>
      <p:sp>
        <p:nvSpPr>
          <p:cNvPr id="3076" name="Rectangle 1028">
            <a:extLst>
              <a:ext uri="{FF2B5EF4-FFF2-40B4-BE49-F238E27FC236}">
                <a16:creationId xmlns:a16="http://schemas.microsoft.com/office/drawing/2014/main" id="{9CB502FB-2386-4933-A6C6-1BB13559ABD4}"/>
              </a:ext>
            </a:extLst>
          </p:cNvPr>
          <p:cNvSpPr>
            <a:spLocks noGrp="1" noRot="1" noChangeAspect="1" noChangeArrowheads="1" noTextEdit="1"/>
          </p:cNvSpPr>
          <p:nvPr>
            <p:ph type="sldImg" idx="2"/>
          </p:nvPr>
        </p:nvSpPr>
        <p:spPr bwMode="auto">
          <a:xfrm>
            <a:off x="1073150" y="704850"/>
            <a:ext cx="4699000" cy="35242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1029">
            <a:extLst>
              <a:ext uri="{FF2B5EF4-FFF2-40B4-BE49-F238E27FC236}">
                <a16:creationId xmlns:a16="http://schemas.microsoft.com/office/drawing/2014/main" id="{36E07A44-373E-425C-84E9-7D8A2AFEAE46}"/>
              </a:ext>
            </a:extLst>
          </p:cNvPr>
          <p:cNvSpPr>
            <a:spLocks noGrp="1" noChangeArrowheads="1"/>
          </p:cNvSpPr>
          <p:nvPr>
            <p:ph type="body" sz="quarter" idx="3"/>
          </p:nvPr>
        </p:nvSpPr>
        <p:spPr bwMode="auto">
          <a:xfrm>
            <a:off x="912813" y="4464050"/>
            <a:ext cx="5019675" cy="4227513"/>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1030">
            <a:extLst>
              <a:ext uri="{FF2B5EF4-FFF2-40B4-BE49-F238E27FC236}">
                <a16:creationId xmlns:a16="http://schemas.microsoft.com/office/drawing/2014/main" id="{EDB046DD-C0CD-4A8E-8800-E6A1E053ACC4}"/>
              </a:ext>
            </a:extLst>
          </p:cNvPr>
          <p:cNvSpPr>
            <a:spLocks noGrp="1" noChangeArrowheads="1"/>
          </p:cNvSpPr>
          <p:nvPr>
            <p:ph type="ftr" sz="quarter" idx="4"/>
          </p:nvPr>
        </p:nvSpPr>
        <p:spPr bwMode="auto">
          <a:xfrm>
            <a:off x="0" y="8926513"/>
            <a:ext cx="2967038" cy="4699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p>
        </p:txBody>
      </p:sp>
      <p:sp>
        <p:nvSpPr>
          <p:cNvPr id="17415" name="Rectangle 1031">
            <a:extLst>
              <a:ext uri="{FF2B5EF4-FFF2-40B4-BE49-F238E27FC236}">
                <a16:creationId xmlns:a16="http://schemas.microsoft.com/office/drawing/2014/main" id="{A5C5E732-4636-4196-8929-236D69770199}"/>
              </a:ext>
            </a:extLst>
          </p:cNvPr>
          <p:cNvSpPr>
            <a:spLocks noGrp="1" noChangeArrowheads="1"/>
          </p:cNvSpPr>
          <p:nvPr>
            <p:ph type="sldNum" sz="quarter" idx="5"/>
          </p:nvPr>
        </p:nvSpPr>
        <p:spPr bwMode="auto">
          <a:xfrm>
            <a:off x="3878263" y="8926513"/>
            <a:ext cx="2967037" cy="4699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A6EC56AD-D9A6-4E06-8B2E-84C9AE2645D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Times New Roman"/>
            </a:endParaRPr>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1</a:t>
            </a:fld>
            <a:endParaRPr lang="en-US" altLang="en-US"/>
          </a:p>
        </p:txBody>
      </p:sp>
    </p:spTree>
    <p:extLst>
      <p:ext uri="{BB962C8B-B14F-4D97-AF65-F5344CB8AC3E}">
        <p14:creationId xmlns:p14="http://schemas.microsoft.com/office/powerpoint/2010/main" val="1678704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Times New Roman"/>
            </a:endParaRPr>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2</a:t>
            </a:fld>
            <a:endParaRPr lang="en-US" altLang="en-US"/>
          </a:p>
        </p:txBody>
      </p:sp>
    </p:spTree>
    <p:extLst>
      <p:ext uri="{BB962C8B-B14F-4D97-AF65-F5344CB8AC3E}">
        <p14:creationId xmlns:p14="http://schemas.microsoft.com/office/powerpoint/2010/main" val="2954466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Times New Roman"/>
            </a:endParaRPr>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3</a:t>
            </a:fld>
            <a:endParaRPr lang="en-US" altLang="en-US"/>
          </a:p>
        </p:txBody>
      </p:sp>
    </p:spTree>
    <p:extLst>
      <p:ext uri="{BB962C8B-B14F-4D97-AF65-F5344CB8AC3E}">
        <p14:creationId xmlns:p14="http://schemas.microsoft.com/office/powerpoint/2010/main" val="22282386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4</a:t>
            </a:fld>
            <a:endParaRPr lang="en-US" altLang="en-US"/>
          </a:p>
        </p:txBody>
      </p:sp>
    </p:spTree>
    <p:extLst>
      <p:ext uri="{BB962C8B-B14F-4D97-AF65-F5344CB8AC3E}">
        <p14:creationId xmlns:p14="http://schemas.microsoft.com/office/powerpoint/2010/main" val="13210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5</a:t>
            </a:fld>
            <a:endParaRPr lang="en-US" altLang="en-US"/>
          </a:p>
        </p:txBody>
      </p:sp>
    </p:spTree>
    <p:extLst>
      <p:ext uri="{BB962C8B-B14F-4D97-AF65-F5344CB8AC3E}">
        <p14:creationId xmlns:p14="http://schemas.microsoft.com/office/powerpoint/2010/main" val="847178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6</a:t>
            </a:fld>
            <a:endParaRPr lang="en-US" altLang="en-US"/>
          </a:p>
        </p:txBody>
      </p:sp>
    </p:spTree>
    <p:extLst>
      <p:ext uri="{BB962C8B-B14F-4D97-AF65-F5344CB8AC3E}">
        <p14:creationId xmlns:p14="http://schemas.microsoft.com/office/powerpoint/2010/main" val="13687050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7</a:t>
            </a:fld>
            <a:endParaRPr lang="en-US" altLang="en-US"/>
          </a:p>
        </p:txBody>
      </p:sp>
    </p:spTree>
    <p:extLst>
      <p:ext uri="{BB962C8B-B14F-4D97-AF65-F5344CB8AC3E}">
        <p14:creationId xmlns:p14="http://schemas.microsoft.com/office/powerpoint/2010/main" val="28446795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8</a:t>
            </a:fld>
            <a:endParaRPr lang="en-US" altLang="en-US"/>
          </a:p>
        </p:txBody>
      </p:sp>
    </p:spTree>
    <p:extLst>
      <p:ext uri="{BB962C8B-B14F-4D97-AF65-F5344CB8AC3E}">
        <p14:creationId xmlns:p14="http://schemas.microsoft.com/office/powerpoint/2010/main" val="28821163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9</a:t>
            </a:fld>
            <a:endParaRPr lang="en-US" altLang="en-US"/>
          </a:p>
        </p:txBody>
      </p:sp>
    </p:spTree>
    <p:extLst>
      <p:ext uri="{BB962C8B-B14F-4D97-AF65-F5344CB8AC3E}">
        <p14:creationId xmlns:p14="http://schemas.microsoft.com/office/powerpoint/2010/main" val="30948288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10</a:t>
            </a:fld>
            <a:endParaRPr lang="en-US" altLang="en-US"/>
          </a:p>
        </p:txBody>
      </p:sp>
    </p:spTree>
    <p:extLst>
      <p:ext uri="{BB962C8B-B14F-4D97-AF65-F5344CB8AC3E}">
        <p14:creationId xmlns:p14="http://schemas.microsoft.com/office/powerpoint/2010/main" val="4390413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11</a:t>
            </a:fld>
            <a:endParaRPr lang="en-US" altLang="en-US"/>
          </a:p>
        </p:txBody>
      </p:sp>
    </p:spTree>
    <p:extLst>
      <p:ext uri="{BB962C8B-B14F-4D97-AF65-F5344CB8AC3E}">
        <p14:creationId xmlns:p14="http://schemas.microsoft.com/office/powerpoint/2010/main" val="28652856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12</a:t>
            </a:fld>
            <a:endParaRPr lang="en-US" altLang="en-US"/>
          </a:p>
        </p:txBody>
      </p:sp>
    </p:spTree>
    <p:extLst>
      <p:ext uri="{BB962C8B-B14F-4D97-AF65-F5344CB8AC3E}">
        <p14:creationId xmlns:p14="http://schemas.microsoft.com/office/powerpoint/2010/main" val="3137147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13</a:t>
            </a:fld>
            <a:endParaRPr lang="en-US" altLang="en-US"/>
          </a:p>
        </p:txBody>
      </p:sp>
    </p:spTree>
    <p:extLst>
      <p:ext uri="{BB962C8B-B14F-4D97-AF65-F5344CB8AC3E}">
        <p14:creationId xmlns:p14="http://schemas.microsoft.com/office/powerpoint/2010/main" val="29232839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14</a:t>
            </a:fld>
            <a:endParaRPr lang="en-US" altLang="en-US"/>
          </a:p>
        </p:txBody>
      </p:sp>
    </p:spTree>
    <p:extLst>
      <p:ext uri="{BB962C8B-B14F-4D97-AF65-F5344CB8AC3E}">
        <p14:creationId xmlns:p14="http://schemas.microsoft.com/office/powerpoint/2010/main" val="33335977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15</a:t>
            </a:fld>
            <a:endParaRPr lang="en-US" altLang="en-US"/>
          </a:p>
        </p:txBody>
      </p:sp>
    </p:spTree>
    <p:extLst>
      <p:ext uri="{BB962C8B-B14F-4D97-AF65-F5344CB8AC3E}">
        <p14:creationId xmlns:p14="http://schemas.microsoft.com/office/powerpoint/2010/main" val="20248879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16</a:t>
            </a:fld>
            <a:endParaRPr lang="en-US" altLang="en-US"/>
          </a:p>
        </p:txBody>
      </p:sp>
    </p:spTree>
    <p:extLst>
      <p:ext uri="{BB962C8B-B14F-4D97-AF65-F5344CB8AC3E}">
        <p14:creationId xmlns:p14="http://schemas.microsoft.com/office/powerpoint/2010/main" val="5529269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17</a:t>
            </a:fld>
            <a:endParaRPr lang="en-US" altLang="en-US"/>
          </a:p>
        </p:txBody>
      </p:sp>
    </p:spTree>
    <p:extLst>
      <p:ext uri="{BB962C8B-B14F-4D97-AF65-F5344CB8AC3E}">
        <p14:creationId xmlns:p14="http://schemas.microsoft.com/office/powerpoint/2010/main" val="42700123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18</a:t>
            </a:fld>
            <a:endParaRPr lang="en-US" altLang="en-US"/>
          </a:p>
        </p:txBody>
      </p:sp>
    </p:spTree>
    <p:extLst>
      <p:ext uri="{BB962C8B-B14F-4D97-AF65-F5344CB8AC3E}">
        <p14:creationId xmlns:p14="http://schemas.microsoft.com/office/powerpoint/2010/main" val="21585921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19</a:t>
            </a:fld>
            <a:endParaRPr lang="en-US" altLang="en-US"/>
          </a:p>
        </p:txBody>
      </p:sp>
    </p:spTree>
    <p:extLst>
      <p:ext uri="{BB962C8B-B14F-4D97-AF65-F5344CB8AC3E}">
        <p14:creationId xmlns:p14="http://schemas.microsoft.com/office/powerpoint/2010/main" val="6082429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20</a:t>
            </a:fld>
            <a:endParaRPr lang="en-US" altLang="en-US"/>
          </a:p>
        </p:txBody>
      </p:sp>
    </p:spTree>
    <p:extLst>
      <p:ext uri="{BB962C8B-B14F-4D97-AF65-F5344CB8AC3E}">
        <p14:creationId xmlns:p14="http://schemas.microsoft.com/office/powerpoint/2010/main" val="33594078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21</a:t>
            </a:fld>
            <a:endParaRPr lang="en-US" altLang="en-US"/>
          </a:p>
        </p:txBody>
      </p:sp>
    </p:spTree>
    <p:extLst>
      <p:ext uri="{BB962C8B-B14F-4D97-AF65-F5344CB8AC3E}">
        <p14:creationId xmlns:p14="http://schemas.microsoft.com/office/powerpoint/2010/main" val="6671595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22</a:t>
            </a:fld>
            <a:endParaRPr lang="en-US" altLang="en-US"/>
          </a:p>
        </p:txBody>
      </p:sp>
    </p:spTree>
    <p:extLst>
      <p:ext uri="{BB962C8B-B14F-4D97-AF65-F5344CB8AC3E}">
        <p14:creationId xmlns:p14="http://schemas.microsoft.com/office/powerpoint/2010/main" val="30616247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23</a:t>
            </a:fld>
            <a:endParaRPr lang="en-US" altLang="en-US"/>
          </a:p>
        </p:txBody>
      </p:sp>
    </p:spTree>
    <p:extLst>
      <p:ext uri="{BB962C8B-B14F-4D97-AF65-F5344CB8AC3E}">
        <p14:creationId xmlns:p14="http://schemas.microsoft.com/office/powerpoint/2010/main" val="32438795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24</a:t>
            </a:fld>
            <a:endParaRPr lang="en-US" altLang="en-US"/>
          </a:p>
        </p:txBody>
      </p:sp>
    </p:spTree>
    <p:extLst>
      <p:ext uri="{BB962C8B-B14F-4D97-AF65-F5344CB8AC3E}">
        <p14:creationId xmlns:p14="http://schemas.microsoft.com/office/powerpoint/2010/main" val="3953769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25</a:t>
            </a:fld>
            <a:endParaRPr lang="en-US" altLang="en-US"/>
          </a:p>
        </p:txBody>
      </p:sp>
    </p:spTree>
    <p:extLst>
      <p:ext uri="{BB962C8B-B14F-4D97-AF65-F5344CB8AC3E}">
        <p14:creationId xmlns:p14="http://schemas.microsoft.com/office/powerpoint/2010/main" val="4672297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26</a:t>
            </a:fld>
            <a:endParaRPr lang="en-US" altLang="en-US"/>
          </a:p>
        </p:txBody>
      </p:sp>
    </p:spTree>
    <p:extLst>
      <p:ext uri="{BB962C8B-B14F-4D97-AF65-F5344CB8AC3E}">
        <p14:creationId xmlns:p14="http://schemas.microsoft.com/office/powerpoint/2010/main" val="16061615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27</a:t>
            </a:fld>
            <a:endParaRPr lang="en-US" altLang="en-US"/>
          </a:p>
        </p:txBody>
      </p:sp>
    </p:spTree>
    <p:extLst>
      <p:ext uri="{BB962C8B-B14F-4D97-AF65-F5344CB8AC3E}">
        <p14:creationId xmlns:p14="http://schemas.microsoft.com/office/powerpoint/2010/main" val="14696332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28</a:t>
            </a:fld>
            <a:endParaRPr lang="en-US" altLang="en-US"/>
          </a:p>
        </p:txBody>
      </p:sp>
    </p:spTree>
    <p:extLst>
      <p:ext uri="{BB962C8B-B14F-4D97-AF65-F5344CB8AC3E}">
        <p14:creationId xmlns:p14="http://schemas.microsoft.com/office/powerpoint/2010/main" val="23607030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29</a:t>
            </a:fld>
            <a:endParaRPr lang="en-US" altLang="en-US"/>
          </a:p>
        </p:txBody>
      </p:sp>
    </p:spTree>
    <p:extLst>
      <p:ext uri="{BB962C8B-B14F-4D97-AF65-F5344CB8AC3E}">
        <p14:creationId xmlns:p14="http://schemas.microsoft.com/office/powerpoint/2010/main" val="20864767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30</a:t>
            </a:fld>
            <a:endParaRPr lang="en-US" altLang="en-US"/>
          </a:p>
        </p:txBody>
      </p:sp>
    </p:spTree>
    <p:extLst>
      <p:ext uri="{BB962C8B-B14F-4D97-AF65-F5344CB8AC3E}">
        <p14:creationId xmlns:p14="http://schemas.microsoft.com/office/powerpoint/2010/main" val="35048479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31</a:t>
            </a:fld>
            <a:endParaRPr lang="en-US" altLang="en-US"/>
          </a:p>
        </p:txBody>
      </p:sp>
    </p:spTree>
    <p:extLst>
      <p:ext uri="{BB962C8B-B14F-4D97-AF65-F5344CB8AC3E}">
        <p14:creationId xmlns:p14="http://schemas.microsoft.com/office/powerpoint/2010/main" val="7039835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32</a:t>
            </a:fld>
            <a:endParaRPr lang="en-US" altLang="en-US"/>
          </a:p>
        </p:txBody>
      </p:sp>
    </p:spTree>
    <p:extLst>
      <p:ext uri="{BB962C8B-B14F-4D97-AF65-F5344CB8AC3E}">
        <p14:creationId xmlns:p14="http://schemas.microsoft.com/office/powerpoint/2010/main" val="21465375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33</a:t>
            </a:fld>
            <a:endParaRPr lang="en-US" altLang="en-US"/>
          </a:p>
        </p:txBody>
      </p:sp>
    </p:spTree>
    <p:extLst>
      <p:ext uri="{BB962C8B-B14F-4D97-AF65-F5344CB8AC3E}">
        <p14:creationId xmlns:p14="http://schemas.microsoft.com/office/powerpoint/2010/main" val="569010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34</a:t>
            </a:fld>
            <a:endParaRPr lang="en-US" altLang="en-US"/>
          </a:p>
        </p:txBody>
      </p:sp>
    </p:spTree>
    <p:extLst>
      <p:ext uri="{BB962C8B-B14F-4D97-AF65-F5344CB8AC3E}">
        <p14:creationId xmlns:p14="http://schemas.microsoft.com/office/powerpoint/2010/main" val="31183697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35</a:t>
            </a:fld>
            <a:endParaRPr lang="en-US" altLang="en-US"/>
          </a:p>
        </p:txBody>
      </p:sp>
    </p:spTree>
    <p:extLst>
      <p:ext uri="{BB962C8B-B14F-4D97-AF65-F5344CB8AC3E}">
        <p14:creationId xmlns:p14="http://schemas.microsoft.com/office/powerpoint/2010/main" val="40006557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36</a:t>
            </a:fld>
            <a:endParaRPr lang="en-US" altLang="en-US"/>
          </a:p>
        </p:txBody>
      </p:sp>
    </p:spTree>
    <p:extLst>
      <p:ext uri="{BB962C8B-B14F-4D97-AF65-F5344CB8AC3E}">
        <p14:creationId xmlns:p14="http://schemas.microsoft.com/office/powerpoint/2010/main" val="1215095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37</a:t>
            </a:fld>
            <a:endParaRPr lang="en-US" altLang="en-US"/>
          </a:p>
        </p:txBody>
      </p:sp>
    </p:spTree>
    <p:extLst>
      <p:ext uri="{BB962C8B-B14F-4D97-AF65-F5344CB8AC3E}">
        <p14:creationId xmlns:p14="http://schemas.microsoft.com/office/powerpoint/2010/main" val="41366410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38</a:t>
            </a:fld>
            <a:endParaRPr lang="en-US" altLang="en-US"/>
          </a:p>
        </p:txBody>
      </p:sp>
    </p:spTree>
    <p:extLst>
      <p:ext uri="{BB962C8B-B14F-4D97-AF65-F5344CB8AC3E}">
        <p14:creationId xmlns:p14="http://schemas.microsoft.com/office/powerpoint/2010/main" val="35721240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39</a:t>
            </a:fld>
            <a:endParaRPr lang="en-US" altLang="en-US"/>
          </a:p>
        </p:txBody>
      </p:sp>
    </p:spTree>
    <p:extLst>
      <p:ext uri="{BB962C8B-B14F-4D97-AF65-F5344CB8AC3E}">
        <p14:creationId xmlns:p14="http://schemas.microsoft.com/office/powerpoint/2010/main" val="19530760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40</a:t>
            </a:fld>
            <a:endParaRPr lang="en-US" altLang="en-US"/>
          </a:p>
        </p:txBody>
      </p:sp>
    </p:spTree>
    <p:extLst>
      <p:ext uri="{BB962C8B-B14F-4D97-AF65-F5344CB8AC3E}">
        <p14:creationId xmlns:p14="http://schemas.microsoft.com/office/powerpoint/2010/main" val="38290495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41</a:t>
            </a:fld>
            <a:endParaRPr lang="en-US" altLang="en-US"/>
          </a:p>
        </p:txBody>
      </p:sp>
    </p:spTree>
    <p:extLst>
      <p:ext uri="{BB962C8B-B14F-4D97-AF65-F5344CB8AC3E}">
        <p14:creationId xmlns:p14="http://schemas.microsoft.com/office/powerpoint/2010/main" val="39293681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6EC56AD-D9A6-4E06-8B2E-84C9AE2645D0}" type="slidenum">
              <a:rPr lang="en-US" altLang="en-US" smtClean="0"/>
              <a:pPr>
                <a:defRPr/>
              </a:pPr>
              <a:t>42</a:t>
            </a:fld>
            <a:endParaRPr lang="en-US" altLang="en-US"/>
          </a:p>
        </p:txBody>
      </p:sp>
    </p:spTree>
    <p:extLst>
      <p:ext uri="{BB962C8B-B14F-4D97-AF65-F5344CB8AC3E}">
        <p14:creationId xmlns:p14="http://schemas.microsoft.com/office/powerpoint/2010/main" val="11876857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LOGO_200">
            <a:extLst>
              <a:ext uri="{FF2B5EF4-FFF2-40B4-BE49-F238E27FC236}">
                <a16:creationId xmlns:a16="http://schemas.microsoft.com/office/drawing/2014/main" id="{209BDEE1-5C0C-496C-B01C-631FC01AF34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LOGO_200">
            <a:extLst>
              <a:ext uri="{FF2B5EF4-FFF2-40B4-BE49-F238E27FC236}">
                <a16:creationId xmlns:a16="http://schemas.microsoft.com/office/drawing/2014/main" id="{F36472FB-F210-4AF5-BD10-BF26E2E242B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descr="LOGO_200">
            <a:extLst>
              <a:ext uri="{FF2B5EF4-FFF2-40B4-BE49-F238E27FC236}">
                <a16:creationId xmlns:a16="http://schemas.microsoft.com/office/drawing/2014/main" id="{7C0C57AC-AF33-44BF-8869-FDE759BC9D2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custDataLst>
              <p:tags r:id="rId1"/>
            </p:custDataLst>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custDataLst>
              <p:tags r:id="rId2"/>
            </p:custDataLst>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7" name="Date Placeholder 3">
            <a:extLst>
              <a:ext uri="{FF2B5EF4-FFF2-40B4-BE49-F238E27FC236}">
                <a16:creationId xmlns:a16="http://schemas.microsoft.com/office/drawing/2014/main" id="{AA9AC52D-A8F7-4FE7-89FD-436DC2192257}"/>
              </a:ext>
            </a:extLst>
          </p:cNvPr>
          <p:cNvSpPr>
            <a:spLocks noGrp="1"/>
          </p:cNvSpPr>
          <p:nvPr>
            <p:ph type="dt" sz="half" idx="10"/>
            <p:custDataLst>
              <p:tags r:id="rId3"/>
            </p:custDataLst>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31B17435-D65A-4D7B-B1EF-DE3539CCAEBD}"/>
              </a:ext>
            </a:extLst>
          </p:cNvPr>
          <p:cNvSpPr>
            <a:spLocks noGrp="1"/>
          </p:cNvSpPr>
          <p:nvPr>
            <p:ph type="ftr" sz="quarter" idx="11"/>
            <p:custDataLst>
              <p:tags r:id="rId4"/>
            </p:custDataLst>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2E62686E-47B4-43C9-AC65-15A43ABF3404}"/>
              </a:ext>
            </a:extLst>
          </p:cNvPr>
          <p:cNvSpPr>
            <a:spLocks noGrp="1"/>
          </p:cNvSpPr>
          <p:nvPr>
            <p:ph type="sldNum" sz="quarter" idx="12"/>
            <p:custDataLst>
              <p:tags r:id="rId5"/>
            </p:custDataLst>
          </p:nvPr>
        </p:nvSpPr>
        <p:spPr/>
        <p:txBody>
          <a:bodyPr/>
          <a:lstStyle>
            <a:lvl2pPr lvl="1">
              <a:defRPr/>
            </a:lvl2pPr>
          </a:lstStyle>
          <a:p>
            <a:pPr lvl="1">
              <a:defRPr/>
            </a:pPr>
            <a:fld id="{45E626D5-2D9F-4FB7-8E50-6BC2A6702164}" type="slidenum">
              <a:rPr lang="en-US" altLang="en-US"/>
              <a:pPr lvl="1">
                <a:defRPr/>
              </a:pPr>
              <a:t>‹#›</a:t>
            </a:fld>
            <a:endParaRPr lang="en-US" altLang="en-US"/>
          </a:p>
        </p:txBody>
      </p:sp>
    </p:spTree>
    <p:extLst>
      <p:ext uri="{BB962C8B-B14F-4D97-AF65-F5344CB8AC3E}">
        <p14:creationId xmlns:p14="http://schemas.microsoft.com/office/powerpoint/2010/main" val="269045281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p>
        </p:txBody>
      </p:sp>
      <p:sp>
        <p:nvSpPr>
          <p:cNvPr id="3" name="Content Placeholder 2"/>
          <p:cNvSpPr>
            <a:spLocks noGrp="1"/>
          </p:cNvSpPr>
          <p:nvPr>
            <p:ph idx="1"/>
            <p:custDataLst>
              <p:tags r:id="rId2"/>
            </p:custDataLst>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8C77A-B0B2-4069-9577-28E7C0931004}"/>
              </a:ext>
            </a:extLst>
          </p:cNvPr>
          <p:cNvSpPr>
            <a:spLocks noGrp="1"/>
          </p:cNvSpPr>
          <p:nvPr>
            <p:ph type="dt" sz="half" idx="10"/>
            <p:custDataLst>
              <p:tags r:id="rId3"/>
            </p:custDataLst>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AA76D5BB-D9B1-4AE3-B4F5-8D910A4963B7}"/>
              </a:ext>
            </a:extLst>
          </p:cNvPr>
          <p:cNvSpPr>
            <a:spLocks noGrp="1"/>
          </p:cNvSpPr>
          <p:nvPr>
            <p:ph type="ftr" sz="quarter" idx="11"/>
            <p:custDataLst>
              <p:tags r:id="rId4"/>
            </p:custDataLst>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1AD6BA1-F600-408F-81E0-B8872157296B}"/>
              </a:ext>
            </a:extLst>
          </p:cNvPr>
          <p:cNvSpPr>
            <a:spLocks noGrp="1"/>
          </p:cNvSpPr>
          <p:nvPr>
            <p:ph type="sldNum" sz="quarter" idx="12"/>
            <p:custDataLst>
              <p:tags r:id="rId5"/>
            </p:custDataLst>
          </p:nvPr>
        </p:nvSpPr>
        <p:spPr/>
        <p:txBody>
          <a:bodyPr/>
          <a:lstStyle>
            <a:lvl2pPr lvl="1">
              <a:defRPr/>
            </a:lvl2pPr>
          </a:lstStyle>
          <a:p>
            <a:pPr lvl="1">
              <a:defRPr/>
            </a:pPr>
            <a:fld id="{F72B5C3F-DAA9-4778-B797-CA6BE814D9FB}" type="slidenum">
              <a:rPr lang="en-US" altLang="en-US"/>
              <a:pPr lvl="1">
                <a:defRPr/>
              </a:pPr>
              <a:t>‹#›</a:t>
            </a:fld>
            <a:endParaRPr lang="en-US" altLang="en-US"/>
          </a:p>
        </p:txBody>
      </p:sp>
    </p:spTree>
    <p:extLst>
      <p:ext uri="{BB962C8B-B14F-4D97-AF65-F5344CB8AC3E}">
        <p14:creationId xmlns:p14="http://schemas.microsoft.com/office/powerpoint/2010/main" val="379978307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tags" Target="../tags/tag6.xml"/><Relationship Id="rId3" Type="http://schemas.openxmlformats.org/officeDocument/2006/relationships/theme" Target="../theme/theme1.xml"/><Relationship Id="rId7" Type="http://schemas.openxmlformats.org/officeDocument/2006/relationships/tags" Target="../tags/tag5.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E5F42D4-0E47-4727-AAB3-1AA7C7733F3B}"/>
              </a:ext>
            </a:extLst>
          </p:cNvPr>
          <p:cNvSpPr>
            <a:spLocks noGrp="1"/>
          </p:cNvSpPr>
          <p:nvPr>
            <p:ph type="title"/>
            <p:custDataLst>
              <p:tags r:id="rId4"/>
            </p:custDataLst>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B9820067-78B1-4429-A4B6-0C1D3AB8F3CC}"/>
              </a:ext>
            </a:extLst>
          </p:cNvPr>
          <p:cNvSpPr>
            <a:spLocks noGrp="1"/>
          </p:cNvSpPr>
          <p:nvPr>
            <p:ph type="body" idx="1"/>
            <p:custDataLst>
              <p:tags r:id="rId5"/>
            </p:custDataLst>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25B4C42-F408-4F04-99A3-01491F6334C9}"/>
              </a:ext>
            </a:extLst>
          </p:cNvPr>
          <p:cNvSpPr>
            <a:spLocks noGrp="1"/>
          </p:cNvSpPr>
          <p:nvPr>
            <p:ph type="dt" sz="half" idx="2"/>
            <p:custDataLst>
              <p:tags r:id="rId6"/>
            </p:custDataLst>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Times New Roman" pitchFamily="18" charset="0"/>
              </a:defRPr>
            </a:lvl1pPr>
          </a:lstStyle>
          <a:p>
            <a:pPr>
              <a:defRPr/>
            </a:pPr>
            <a:endParaRPr lang="en-US"/>
          </a:p>
        </p:txBody>
      </p:sp>
      <p:sp>
        <p:nvSpPr>
          <p:cNvPr id="5" name="Footer Placeholder 4">
            <a:extLst>
              <a:ext uri="{FF2B5EF4-FFF2-40B4-BE49-F238E27FC236}">
                <a16:creationId xmlns:a16="http://schemas.microsoft.com/office/drawing/2014/main" id="{4CDF72CB-39F8-42F7-A7C2-1F9DCB66C885}"/>
              </a:ext>
            </a:extLst>
          </p:cNvPr>
          <p:cNvSpPr>
            <a:spLocks noGrp="1"/>
          </p:cNvSpPr>
          <p:nvPr>
            <p:ph type="ftr" sz="quarter" idx="3"/>
            <p:custDataLst>
              <p:tags r:id="rId7"/>
            </p:custDataLst>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Times New Roman" pitchFamily="18" charset="0"/>
              </a:defRPr>
            </a:lvl1pPr>
          </a:lstStyle>
          <a:p>
            <a:pPr>
              <a:defRPr/>
            </a:pPr>
            <a:endParaRPr lang="en-US"/>
          </a:p>
        </p:txBody>
      </p:sp>
      <p:sp>
        <p:nvSpPr>
          <p:cNvPr id="6" name="Slide Number Placeholder 5">
            <a:extLst>
              <a:ext uri="{FF2B5EF4-FFF2-40B4-BE49-F238E27FC236}">
                <a16:creationId xmlns:a16="http://schemas.microsoft.com/office/drawing/2014/main" id="{64A6B459-B2E5-4EEA-BB0B-DCED24B45E48}"/>
              </a:ext>
            </a:extLst>
          </p:cNvPr>
          <p:cNvSpPr>
            <a:spLocks noGrp="1"/>
          </p:cNvSpPr>
          <p:nvPr>
            <p:ph type="sldNum" sz="quarter" idx="4"/>
            <p:custDataLst>
              <p:tags r:id="rId8"/>
            </p:custDataLst>
          </p:nvPr>
        </p:nvSpPr>
        <p:spPr>
          <a:xfrm>
            <a:off x="7620000" y="6356350"/>
            <a:ext cx="1066800" cy="365125"/>
          </a:xfrm>
          <a:prstGeom prst="rect">
            <a:avLst/>
          </a:prstGeom>
        </p:spPr>
        <p:txBody>
          <a:bodyPr vert="horz" wrap="square" lIns="91440" tIns="45720" rIns="91440" bIns="45720" numCol="1" anchor="ctr" anchorCtr="0" compatLnSpc="1">
            <a:prstTxWarp prst="textNoShape">
              <a:avLst/>
            </a:prstTxWarp>
          </a:bodyPr>
          <a:lstStyle>
            <a:lvl2pPr lvl="1" algn="r" eaLnBrk="1" hangingPunct="1">
              <a:defRPr>
                <a:latin typeface="Calibri" panose="020F0502020204030204" pitchFamily="34" charset="0"/>
              </a:defRPr>
            </a:lvl2pPr>
          </a:lstStyle>
          <a:p>
            <a:pPr lvl="1">
              <a:defRPr/>
            </a:pPr>
            <a:fld id="{FB2CA587-B4CE-47AB-A9CE-E001BC51A6A8}" type="slidenum">
              <a:rPr lang="en-US" altLang="en-US"/>
              <a:pPr lvl="1">
                <a:defRPr/>
              </a:pPr>
              <a:t>‹#›</a:t>
            </a:fld>
            <a:endParaRPr lang="en-US" altLang="en-US"/>
          </a:p>
        </p:txBody>
      </p:sp>
    </p:spTree>
  </p:cSld>
  <p:clrMap bg1="lt1" tx1="dk1" bg2="lt2" tx2="dk2" accent1="accent1" accent2="accent2" accent3="accent3" accent4="accent4" accent5="accent5" accent6="accent6" hlink="hlink" folHlink="folHlink"/>
  <p:sldLayoutIdLst>
    <p:sldLayoutId id="2147483876" r:id="rId1"/>
    <p:sldLayoutId id="2147483875" r:id="rId2"/>
  </p:sldLayoutIdLst>
  <p:transition/>
  <p:hf hdr="0" ftr="0" dt="0"/>
  <p:txStyles>
    <p:titleStyle>
      <a:lvl1pPr algn="ctr" rtl="0" eaLnBrk="0" fontAlgn="base" hangingPunct="0">
        <a:spcBef>
          <a:spcPct val="0"/>
        </a:spcBef>
        <a:spcAft>
          <a:spcPct val="0"/>
        </a:spcAft>
        <a:defRPr sz="4400" b="0" i="0" u="none"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b="0" i="0" u="none"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notesSlide" Target="../notesSlides/notesSlide3.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slideLayout" Target="../slideLayouts/slideLayout2.xml"/><Relationship Id="rId5" Type="http://schemas.openxmlformats.org/officeDocument/2006/relationships/tags" Target="../tags/tag27.xml"/><Relationship Id="rId4" Type="http://schemas.openxmlformats.org/officeDocument/2006/relationships/tags" Target="../tags/tag26.xml"/></Relationships>
</file>

<file path=ppt/slides/_rels/slide4.xml.rels><?xml version="1.0" encoding="UTF-8" standalone="yes"?>
<Relationships xmlns="http://schemas.openxmlformats.org/package/2006/relationships"><Relationship Id="rId3" Type="http://schemas.openxmlformats.org/officeDocument/2006/relationships/tags" Target="../tags/tag30.xml"/><Relationship Id="rId7" Type="http://schemas.openxmlformats.org/officeDocument/2006/relationships/notesSlide" Target="../notesSlides/notesSlide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slideLayout" Target="../slideLayouts/slideLayout2.xml"/><Relationship Id="rId5" Type="http://schemas.openxmlformats.org/officeDocument/2006/relationships/tags" Target="../tags/tag32.xml"/><Relationship Id="rId4" Type="http://schemas.openxmlformats.org/officeDocument/2006/relationships/tags" Target="../tags/tag31.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tags" Target="../tags/tag35.xml"/><Relationship Id="rId7" Type="http://schemas.openxmlformats.org/officeDocument/2006/relationships/diagramData" Target="../diagrams/data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notesSlide" Target="../notesSlides/notesSlide5.xml"/><Relationship Id="rId11" Type="http://schemas.microsoft.com/office/2007/relationships/diagramDrawing" Target="../diagrams/drawing1.xml"/><Relationship Id="rId5" Type="http://schemas.openxmlformats.org/officeDocument/2006/relationships/slideLayout" Target="../slideLayouts/slideLayout2.xml"/><Relationship Id="rId10" Type="http://schemas.openxmlformats.org/officeDocument/2006/relationships/diagramColors" Target="../diagrams/colors1.xml"/><Relationship Id="rId4" Type="http://schemas.openxmlformats.org/officeDocument/2006/relationships/tags" Target="../tags/tag36.xml"/><Relationship Id="rId9"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40.xml"/></Relationships>
</file>

<file path=ppt/slides/_rels/slide7.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tags" Target="../tags/tag53.xml"/><Relationship Id="rId18" Type="http://schemas.openxmlformats.org/officeDocument/2006/relationships/slideLayout" Target="../slideLayouts/slideLayout2.xml"/><Relationship Id="rId3" Type="http://schemas.openxmlformats.org/officeDocument/2006/relationships/tags" Target="../tags/tag43.xml"/><Relationship Id="rId7" Type="http://schemas.openxmlformats.org/officeDocument/2006/relationships/tags" Target="../tags/tag47.xml"/><Relationship Id="rId12" Type="http://schemas.openxmlformats.org/officeDocument/2006/relationships/tags" Target="../tags/tag52.xml"/><Relationship Id="rId17" Type="http://schemas.openxmlformats.org/officeDocument/2006/relationships/tags" Target="../tags/tag57.xml"/><Relationship Id="rId2" Type="http://schemas.openxmlformats.org/officeDocument/2006/relationships/tags" Target="../tags/tag42.xml"/><Relationship Id="rId16" Type="http://schemas.openxmlformats.org/officeDocument/2006/relationships/tags" Target="../tags/tag56.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5" Type="http://schemas.openxmlformats.org/officeDocument/2006/relationships/tags" Target="../tags/tag45.xml"/><Relationship Id="rId15" Type="http://schemas.openxmlformats.org/officeDocument/2006/relationships/tags" Target="../tags/tag55.xml"/><Relationship Id="rId10" Type="http://schemas.openxmlformats.org/officeDocument/2006/relationships/tags" Target="../tags/tag50.xml"/><Relationship Id="rId19" Type="http://schemas.openxmlformats.org/officeDocument/2006/relationships/notesSlide" Target="../notesSlides/notesSlide7.xml"/><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54.xml"/></Relationships>
</file>

<file path=ppt/slides/_rels/slide8.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61.xml"/></Relationships>
</file>

<file path=ppt/slides/_rels/slide9.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65.xml"/></Relationships>
</file>

<file path=ppt/slides/_rels/slide10.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69.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3" Type="http://schemas.openxmlformats.org/officeDocument/2006/relationships/tags" Target="../tags/tag72.xml"/><Relationship Id="rId7"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s>
</file>

<file path=ppt/slides/_rels/slide12.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tags" Target="../tags/tag79.xml"/></Relationships>
</file>

<file path=ppt/slides/_rels/slide13.xml.rels><?xml version="1.0" encoding="UTF-8" standalone="yes"?>
<Relationships xmlns="http://schemas.openxmlformats.org/package/2006/relationships"><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tags" Target="../tags/tag83.xml"/></Relationships>
</file>

<file path=ppt/slides/_rels/slide14.xml.rels><?xml version="1.0" encoding="UTF-8" standalone="yes"?>
<Relationships xmlns="http://schemas.openxmlformats.org/package/2006/relationships"><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tags" Target="../tags/tag87.xml"/></Relationships>
</file>

<file path=ppt/slides/_rels/slide15.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3" Type="http://schemas.openxmlformats.org/officeDocument/2006/relationships/tags" Target="../tags/tag93.xml"/><Relationship Id="rId7" Type="http://schemas.openxmlformats.org/officeDocument/2006/relationships/slideLayout" Target="../slideLayouts/slideLayout2.xm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tags" Target="../tags/tag94.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3" Type="http://schemas.openxmlformats.org/officeDocument/2006/relationships/tags" Target="../tags/tag99.xml"/><Relationship Id="rId7"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9" Type="http://schemas.openxmlformats.org/officeDocument/2006/relationships/image" Target="../media/image2.jpeg"/></Relationships>
</file>

<file path=ppt/slides/_rels/slide18.xml.rels><?xml version="1.0" encoding="UTF-8" standalone="yes"?>
<Relationships xmlns="http://schemas.openxmlformats.org/package/2006/relationships"><Relationship Id="rId8" Type="http://schemas.openxmlformats.org/officeDocument/2006/relationships/tags" Target="../tags/tag110.xml"/><Relationship Id="rId3" Type="http://schemas.openxmlformats.org/officeDocument/2006/relationships/tags" Target="../tags/tag105.xml"/><Relationship Id="rId7" Type="http://schemas.openxmlformats.org/officeDocument/2006/relationships/tags" Target="../tags/tag109.xml"/><Relationship Id="rId12" Type="http://schemas.openxmlformats.org/officeDocument/2006/relationships/image" Target="../media/image3.jpeg"/><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notesSlide" Target="../notesSlides/notesSlide18.xml"/><Relationship Id="rId5" Type="http://schemas.openxmlformats.org/officeDocument/2006/relationships/tags" Target="../tags/tag107.xml"/><Relationship Id="rId10" Type="http://schemas.openxmlformats.org/officeDocument/2006/relationships/slideLayout" Target="../slideLayouts/slideLayout2.xml"/><Relationship Id="rId4" Type="http://schemas.openxmlformats.org/officeDocument/2006/relationships/tags" Target="../tags/tag106.xml"/><Relationship Id="rId9" Type="http://schemas.openxmlformats.org/officeDocument/2006/relationships/tags" Target="../tags/tag111.xml"/></Relationships>
</file>

<file path=ppt/slides/_rels/slide19.xml.rels><?xml version="1.0" encoding="UTF-8" standalone="yes"?>
<Relationships xmlns="http://schemas.openxmlformats.org/package/2006/relationships"><Relationship Id="rId8" Type="http://schemas.openxmlformats.org/officeDocument/2006/relationships/tags" Target="../tags/tag119.xml"/><Relationship Id="rId13" Type="http://schemas.openxmlformats.org/officeDocument/2006/relationships/notesSlide" Target="../notesSlides/notesSlide19.xml"/><Relationship Id="rId3" Type="http://schemas.openxmlformats.org/officeDocument/2006/relationships/tags" Target="../tags/tag114.xml"/><Relationship Id="rId7" Type="http://schemas.openxmlformats.org/officeDocument/2006/relationships/tags" Target="../tags/tag118.xml"/><Relationship Id="rId12" Type="http://schemas.openxmlformats.org/officeDocument/2006/relationships/slideLayout" Target="../slideLayouts/slideLayout2.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11" Type="http://schemas.openxmlformats.org/officeDocument/2006/relationships/tags" Target="../tags/tag122.xml"/><Relationship Id="rId5" Type="http://schemas.openxmlformats.org/officeDocument/2006/relationships/tags" Target="../tags/tag116.xml"/><Relationship Id="rId10" Type="http://schemas.openxmlformats.org/officeDocument/2006/relationships/tags" Target="../tags/tag121.xml"/><Relationship Id="rId4" Type="http://schemas.openxmlformats.org/officeDocument/2006/relationships/tags" Target="../tags/tag115.xml"/><Relationship Id="rId9" Type="http://schemas.openxmlformats.org/officeDocument/2006/relationships/tags" Target="../tags/tag120.xml"/><Relationship Id="rId14" Type="http://schemas.openxmlformats.org/officeDocument/2006/relationships/image" Target="../media/image4.jpeg"/></Relationships>
</file>

<file path=ppt/slides/_rels/slide20.xml.rels><?xml version="1.0" encoding="UTF-8" standalone="yes"?>
<Relationships xmlns="http://schemas.openxmlformats.org/package/2006/relationships"><Relationship Id="rId13" Type="http://schemas.openxmlformats.org/officeDocument/2006/relationships/tags" Target="../tags/tag135.xml"/><Relationship Id="rId18" Type="http://schemas.openxmlformats.org/officeDocument/2006/relationships/tags" Target="../tags/tag140.xml"/><Relationship Id="rId26" Type="http://schemas.openxmlformats.org/officeDocument/2006/relationships/tags" Target="../tags/tag148.xml"/><Relationship Id="rId21" Type="http://schemas.openxmlformats.org/officeDocument/2006/relationships/tags" Target="../tags/tag143.xml"/><Relationship Id="rId34" Type="http://schemas.openxmlformats.org/officeDocument/2006/relationships/tags" Target="../tags/tag156.xml"/><Relationship Id="rId7" Type="http://schemas.openxmlformats.org/officeDocument/2006/relationships/tags" Target="../tags/tag129.xml"/><Relationship Id="rId12" Type="http://schemas.openxmlformats.org/officeDocument/2006/relationships/tags" Target="../tags/tag134.xml"/><Relationship Id="rId17" Type="http://schemas.openxmlformats.org/officeDocument/2006/relationships/tags" Target="../tags/tag139.xml"/><Relationship Id="rId25" Type="http://schemas.openxmlformats.org/officeDocument/2006/relationships/tags" Target="../tags/tag147.xml"/><Relationship Id="rId33" Type="http://schemas.openxmlformats.org/officeDocument/2006/relationships/tags" Target="../tags/tag155.xml"/><Relationship Id="rId38" Type="http://schemas.openxmlformats.org/officeDocument/2006/relationships/image" Target="../media/image5.jpeg"/><Relationship Id="rId2" Type="http://schemas.openxmlformats.org/officeDocument/2006/relationships/tags" Target="../tags/tag124.xml"/><Relationship Id="rId16" Type="http://schemas.openxmlformats.org/officeDocument/2006/relationships/tags" Target="../tags/tag138.xml"/><Relationship Id="rId20" Type="http://schemas.openxmlformats.org/officeDocument/2006/relationships/tags" Target="../tags/tag142.xml"/><Relationship Id="rId29" Type="http://schemas.openxmlformats.org/officeDocument/2006/relationships/tags" Target="../tags/tag151.xml"/><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tags" Target="../tags/tag133.xml"/><Relationship Id="rId24" Type="http://schemas.openxmlformats.org/officeDocument/2006/relationships/tags" Target="../tags/tag146.xml"/><Relationship Id="rId32" Type="http://schemas.openxmlformats.org/officeDocument/2006/relationships/tags" Target="../tags/tag154.xml"/><Relationship Id="rId37" Type="http://schemas.openxmlformats.org/officeDocument/2006/relationships/notesSlide" Target="../notesSlides/notesSlide20.xml"/><Relationship Id="rId5" Type="http://schemas.openxmlformats.org/officeDocument/2006/relationships/tags" Target="../tags/tag127.xml"/><Relationship Id="rId15" Type="http://schemas.openxmlformats.org/officeDocument/2006/relationships/tags" Target="../tags/tag137.xml"/><Relationship Id="rId23" Type="http://schemas.openxmlformats.org/officeDocument/2006/relationships/tags" Target="../tags/tag145.xml"/><Relationship Id="rId28" Type="http://schemas.openxmlformats.org/officeDocument/2006/relationships/tags" Target="../tags/tag150.xml"/><Relationship Id="rId36" Type="http://schemas.openxmlformats.org/officeDocument/2006/relationships/slideLayout" Target="../slideLayouts/slideLayout2.xml"/><Relationship Id="rId10" Type="http://schemas.openxmlformats.org/officeDocument/2006/relationships/tags" Target="../tags/tag132.xml"/><Relationship Id="rId19" Type="http://schemas.openxmlformats.org/officeDocument/2006/relationships/tags" Target="../tags/tag141.xml"/><Relationship Id="rId31" Type="http://schemas.openxmlformats.org/officeDocument/2006/relationships/tags" Target="../tags/tag153.xml"/><Relationship Id="rId4" Type="http://schemas.openxmlformats.org/officeDocument/2006/relationships/tags" Target="../tags/tag126.xml"/><Relationship Id="rId9" Type="http://schemas.openxmlformats.org/officeDocument/2006/relationships/tags" Target="../tags/tag131.xml"/><Relationship Id="rId14" Type="http://schemas.openxmlformats.org/officeDocument/2006/relationships/tags" Target="../tags/tag136.xml"/><Relationship Id="rId22" Type="http://schemas.openxmlformats.org/officeDocument/2006/relationships/tags" Target="../tags/tag144.xml"/><Relationship Id="rId27" Type="http://schemas.openxmlformats.org/officeDocument/2006/relationships/tags" Target="../tags/tag149.xml"/><Relationship Id="rId30" Type="http://schemas.openxmlformats.org/officeDocument/2006/relationships/tags" Target="../tags/tag152.xml"/><Relationship Id="rId35" Type="http://schemas.openxmlformats.org/officeDocument/2006/relationships/tags" Target="../tags/tag157.xml"/><Relationship Id="rId8" Type="http://schemas.openxmlformats.org/officeDocument/2006/relationships/tags" Target="../tags/tag130.xml"/><Relationship Id="rId3" Type="http://schemas.openxmlformats.org/officeDocument/2006/relationships/tags" Target="../tags/tag125.xml"/></Relationships>
</file>

<file path=ppt/slides/_rels/slide21.xml.rels><?xml version="1.0" encoding="UTF-8" standalone="yes"?>
<Relationships xmlns="http://schemas.openxmlformats.org/package/2006/relationships"><Relationship Id="rId13" Type="http://schemas.openxmlformats.org/officeDocument/2006/relationships/tags" Target="../tags/tag170.xml"/><Relationship Id="rId18" Type="http://schemas.openxmlformats.org/officeDocument/2006/relationships/tags" Target="../tags/tag175.xml"/><Relationship Id="rId26" Type="http://schemas.openxmlformats.org/officeDocument/2006/relationships/tags" Target="../tags/tag183.xml"/><Relationship Id="rId39" Type="http://schemas.openxmlformats.org/officeDocument/2006/relationships/slideLayout" Target="../slideLayouts/slideLayout2.xml"/><Relationship Id="rId21" Type="http://schemas.openxmlformats.org/officeDocument/2006/relationships/tags" Target="../tags/tag178.xml"/><Relationship Id="rId34" Type="http://schemas.openxmlformats.org/officeDocument/2006/relationships/tags" Target="../tags/tag191.xml"/><Relationship Id="rId7" Type="http://schemas.openxmlformats.org/officeDocument/2006/relationships/tags" Target="../tags/tag164.xml"/><Relationship Id="rId2" Type="http://schemas.openxmlformats.org/officeDocument/2006/relationships/tags" Target="../tags/tag159.xml"/><Relationship Id="rId16" Type="http://schemas.openxmlformats.org/officeDocument/2006/relationships/tags" Target="../tags/tag173.xml"/><Relationship Id="rId20" Type="http://schemas.openxmlformats.org/officeDocument/2006/relationships/tags" Target="../tags/tag177.xml"/><Relationship Id="rId29" Type="http://schemas.openxmlformats.org/officeDocument/2006/relationships/tags" Target="../tags/tag186.xml"/><Relationship Id="rId41" Type="http://schemas.openxmlformats.org/officeDocument/2006/relationships/image" Target="../media/image5.jpeg"/><Relationship Id="rId1" Type="http://schemas.openxmlformats.org/officeDocument/2006/relationships/tags" Target="../tags/tag158.xml"/><Relationship Id="rId6" Type="http://schemas.openxmlformats.org/officeDocument/2006/relationships/tags" Target="../tags/tag163.xml"/><Relationship Id="rId11" Type="http://schemas.openxmlformats.org/officeDocument/2006/relationships/tags" Target="../tags/tag168.xml"/><Relationship Id="rId24" Type="http://schemas.openxmlformats.org/officeDocument/2006/relationships/tags" Target="../tags/tag181.xml"/><Relationship Id="rId32" Type="http://schemas.openxmlformats.org/officeDocument/2006/relationships/tags" Target="../tags/tag189.xml"/><Relationship Id="rId37" Type="http://schemas.openxmlformats.org/officeDocument/2006/relationships/tags" Target="../tags/tag194.xml"/><Relationship Id="rId40" Type="http://schemas.openxmlformats.org/officeDocument/2006/relationships/notesSlide" Target="../notesSlides/notesSlide21.xml"/><Relationship Id="rId5" Type="http://schemas.openxmlformats.org/officeDocument/2006/relationships/tags" Target="../tags/tag162.xml"/><Relationship Id="rId15" Type="http://schemas.openxmlformats.org/officeDocument/2006/relationships/tags" Target="../tags/tag172.xml"/><Relationship Id="rId23" Type="http://schemas.openxmlformats.org/officeDocument/2006/relationships/tags" Target="../tags/tag180.xml"/><Relationship Id="rId28" Type="http://schemas.openxmlformats.org/officeDocument/2006/relationships/tags" Target="../tags/tag185.xml"/><Relationship Id="rId36" Type="http://schemas.openxmlformats.org/officeDocument/2006/relationships/tags" Target="../tags/tag193.xml"/><Relationship Id="rId10" Type="http://schemas.openxmlformats.org/officeDocument/2006/relationships/tags" Target="../tags/tag167.xml"/><Relationship Id="rId19" Type="http://schemas.openxmlformats.org/officeDocument/2006/relationships/tags" Target="../tags/tag176.xml"/><Relationship Id="rId31" Type="http://schemas.openxmlformats.org/officeDocument/2006/relationships/tags" Target="../tags/tag188.xml"/><Relationship Id="rId4" Type="http://schemas.openxmlformats.org/officeDocument/2006/relationships/tags" Target="../tags/tag161.xml"/><Relationship Id="rId9" Type="http://schemas.openxmlformats.org/officeDocument/2006/relationships/tags" Target="../tags/tag166.xml"/><Relationship Id="rId14" Type="http://schemas.openxmlformats.org/officeDocument/2006/relationships/tags" Target="../tags/tag171.xml"/><Relationship Id="rId22" Type="http://schemas.openxmlformats.org/officeDocument/2006/relationships/tags" Target="../tags/tag179.xml"/><Relationship Id="rId27" Type="http://schemas.openxmlformats.org/officeDocument/2006/relationships/tags" Target="../tags/tag184.xml"/><Relationship Id="rId30" Type="http://schemas.openxmlformats.org/officeDocument/2006/relationships/tags" Target="../tags/tag187.xml"/><Relationship Id="rId35" Type="http://schemas.openxmlformats.org/officeDocument/2006/relationships/tags" Target="../tags/tag192.xml"/><Relationship Id="rId8" Type="http://schemas.openxmlformats.org/officeDocument/2006/relationships/tags" Target="../tags/tag165.xml"/><Relationship Id="rId3" Type="http://schemas.openxmlformats.org/officeDocument/2006/relationships/tags" Target="../tags/tag160.xml"/><Relationship Id="rId12" Type="http://schemas.openxmlformats.org/officeDocument/2006/relationships/tags" Target="../tags/tag169.xml"/><Relationship Id="rId17" Type="http://schemas.openxmlformats.org/officeDocument/2006/relationships/tags" Target="../tags/tag174.xml"/><Relationship Id="rId25" Type="http://schemas.openxmlformats.org/officeDocument/2006/relationships/tags" Target="../tags/tag182.xml"/><Relationship Id="rId33" Type="http://schemas.openxmlformats.org/officeDocument/2006/relationships/tags" Target="../tags/tag190.xml"/><Relationship Id="rId38" Type="http://schemas.openxmlformats.org/officeDocument/2006/relationships/tags" Target="../tags/tag195.xml"/></Relationships>
</file>

<file path=ppt/slides/_rels/slide22.xml.rels><?xml version="1.0" encoding="UTF-8" standalone="yes"?>
<Relationships xmlns="http://schemas.openxmlformats.org/package/2006/relationships"><Relationship Id="rId13" Type="http://schemas.openxmlformats.org/officeDocument/2006/relationships/tags" Target="../tags/tag208.xml"/><Relationship Id="rId18" Type="http://schemas.openxmlformats.org/officeDocument/2006/relationships/tags" Target="../tags/tag213.xml"/><Relationship Id="rId26" Type="http://schemas.openxmlformats.org/officeDocument/2006/relationships/tags" Target="../tags/tag221.xml"/><Relationship Id="rId39" Type="http://schemas.openxmlformats.org/officeDocument/2006/relationships/tags" Target="../tags/tag234.xml"/><Relationship Id="rId21" Type="http://schemas.openxmlformats.org/officeDocument/2006/relationships/tags" Target="../tags/tag216.xml"/><Relationship Id="rId34" Type="http://schemas.openxmlformats.org/officeDocument/2006/relationships/tags" Target="../tags/tag229.xml"/><Relationship Id="rId42" Type="http://schemas.openxmlformats.org/officeDocument/2006/relationships/slideLayout" Target="../slideLayouts/slideLayout2.xml"/><Relationship Id="rId7" Type="http://schemas.openxmlformats.org/officeDocument/2006/relationships/tags" Target="../tags/tag202.xml"/><Relationship Id="rId2" Type="http://schemas.openxmlformats.org/officeDocument/2006/relationships/tags" Target="../tags/tag197.xml"/><Relationship Id="rId16" Type="http://schemas.openxmlformats.org/officeDocument/2006/relationships/tags" Target="../tags/tag211.xml"/><Relationship Id="rId20" Type="http://schemas.openxmlformats.org/officeDocument/2006/relationships/tags" Target="../tags/tag215.xml"/><Relationship Id="rId29" Type="http://schemas.openxmlformats.org/officeDocument/2006/relationships/tags" Target="../tags/tag224.xml"/><Relationship Id="rId41" Type="http://schemas.openxmlformats.org/officeDocument/2006/relationships/tags" Target="../tags/tag236.xml"/><Relationship Id="rId1" Type="http://schemas.openxmlformats.org/officeDocument/2006/relationships/tags" Target="../tags/tag196.xml"/><Relationship Id="rId6" Type="http://schemas.openxmlformats.org/officeDocument/2006/relationships/tags" Target="../tags/tag201.xml"/><Relationship Id="rId11" Type="http://schemas.openxmlformats.org/officeDocument/2006/relationships/tags" Target="../tags/tag206.xml"/><Relationship Id="rId24" Type="http://schemas.openxmlformats.org/officeDocument/2006/relationships/tags" Target="../tags/tag219.xml"/><Relationship Id="rId32" Type="http://schemas.openxmlformats.org/officeDocument/2006/relationships/tags" Target="../tags/tag227.xml"/><Relationship Id="rId37" Type="http://schemas.openxmlformats.org/officeDocument/2006/relationships/tags" Target="../tags/tag232.xml"/><Relationship Id="rId40" Type="http://schemas.openxmlformats.org/officeDocument/2006/relationships/tags" Target="../tags/tag235.xml"/><Relationship Id="rId5" Type="http://schemas.openxmlformats.org/officeDocument/2006/relationships/tags" Target="../tags/tag200.xml"/><Relationship Id="rId15" Type="http://schemas.openxmlformats.org/officeDocument/2006/relationships/tags" Target="../tags/tag210.xml"/><Relationship Id="rId23" Type="http://schemas.openxmlformats.org/officeDocument/2006/relationships/tags" Target="../tags/tag218.xml"/><Relationship Id="rId28" Type="http://schemas.openxmlformats.org/officeDocument/2006/relationships/tags" Target="../tags/tag223.xml"/><Relationship Id="rId36" Type="http://schemas.openxmlformats.org/officeDocument/2006/relationships/tags" Target="../tags/tag231.xml"/><Relationship Id="rId10" Type="http://schemas.openxmlformats.org/officeDocument/2006/relationships/tags" Target="../tags/tag205.xml"/><Relationship Id="rId19" Type="http://schemas.openxmlformats.org/officeDocument/2006/relationships/tags" Target="../tags/tag214.xml"/><Relationship Id="rId31" Type="http://schemas.openxmlformats.org/officeDocument/2006/relationships/tags" Target="../tags/tag226.xml"/><Relationship Id="rId44" Type="http://schemas.openxmlformats.org/officeDocument/2006/relationships/image" Target="../media/image5.jpeg"/><Relationship Id="rId4" Type="http://schemas.openxmlformats.org/officeDocument/2006/relationships/tags" Target="../tags/tag199.xml"/><Relationship Id="rId9" Type="http://schemas.openxmlformats.org/officeDocument/2006/relationships/tags" Target="../tags/tag204.xml"/><Relationship Id="rId14" Type="http://schemas.openxmlformats.org/officeDocument/2006/relationships/tags" Target="../tags/tag209.xml"/><Relationship Id="rId22" Type="http://schemas.openxmlformats.org/officeDocument/2006/relationships/tags" Target="../tags/tag217.xml"/><Relationship Id="rId27" Type="http://schemas.openxmlformats.org/officeDocument/2006/relationships/tags" Target="../tags/tag222.xml"/><Relationship Id="rId30" Type="http://schemas.openxmlformats.org/officeDocument/2006/relationships/tags" Target="../tags/tag225.xml"/><Relationship Id="rId35" Type="http://schemas.openxmlformats.org/officeDocument/2006/relationships/tags" Target="../tags/tag230.xml"/><Relationship Id="rId43" Type="http://schemas.openxmlformats.org/officeDocument/2006/relationships/notesSlide" Target="../notesSlides/notesSlide22.xml"/><Relationship Id="rId8" Type="http://schemas.openxmlformats.org/officeDocument/2006/relationships/tags" Target="../tags/tag203.xml"/><Relationship Id="rId3" Type="http://schemas.openxmlformats.org/officeDocument/2006/relationships/tags" Target="../tags/tag198.xml"/><Relationship Id="rId12" Type="http://schemas.openxmlformats.org/officeDocument/2006/relationships/tags" Target="../tags/tag207.xml"/><Relationship Id="rId17" Type="http://schemas.openxmlformats.org/officeDocument/2006/relationships/tags" Target="../tags/tag212.xml"/><Relationship Id="rId25" Type="http://schemas.openxmlformats.org/officeDocument/2006/relationships/tags" Target="../tags/tag220.xml"/><Relationship Id="rId33" Type="http://schemas.openxmlformats.org/officeDocument/2006/relationships/tags" Target="../tags/tag228.xml"/><Relationship Id="rId38" Type="http://schemas.openxmlformats.org/officeDocument/2006/relationships/tags" Target="../tags/tag233.xml"/></Relationships>
</file>

<file path=ppt/slides/_rels/slide23.xml.rels><?xml version="1.0" encoding="UTF-8" standalone="yes"?>
<Relationships xmlns="http://schemas.openxmlformats.org/package/2006/relationships"><Relationship Id="rId26" Type="http://schemas.openxmlformats.org/officeDocument/2006/relationships/tags" Target="../tags/tag262.xml"/><Relationship Id="rId21" Type="http://schemas.openxmlformats.org/officeDocument/2006/relationships/tags" Target="../tags/tag257.xml"/><Relationship Id="rId42" Type="http://schemas.openxmlformats.org/officeDocument/2006/relationships/tags" Target="../tags/tag278.xml"/><Relationship Id="rId47" Type="http://schemas.openxmlformats.org/officeDocument/2006/relationships/tags" Target="../tags/tag283.xml"/><Relationship Id="rId63" Type="http://schemas.openxmlformats.org/officeDocument/2006/relationships/tags" Target="../tags/tag299.xml"/><Relationship Id="rId68" Type="http://schemas.openxmlformats.org/officeDocument/2006/relationships/tags" Target="../tags/tag304.xml"/><Relationship Id="rId16" Type="http://schemas.openxmlformats.org/officeDocument/2006/relationships/tags" Target="../tags/tag252.xml"/><Relationship Id="rId11" Type="http://schemas.openxmlformats.org/officeDocument/2006/relationships/tags" Target="../tags/tag247.xml"/><Relationship Id="rId24" Type="http://schemas.openxmlformats.org/officeDocument/2006/relationships/tags" Target="../tags/tag260.xml"/><Relationship Id="rId32" Type="http://schemas.openxmlformats.org/officeDocument/2006/relationships/tags" Target="../tags/tag268.xml"/><Relationship Id="rId37" Type="http://schemas.openxmlformats.org/officeDocument/2006/relationships/tags" Target="../tags/tag273.xml"/><Relationship Id="rId40" Type="http://schemas.openxmlformats.org/officeDocument/2006/relationships/tags" Target="../tags/tag276.xml"/><Relationship Id="rId45" Type="http://schemas.openxmlformats.org/officeDocument/2006/relationships/tags" Target="../tags/tag281.xml"/><Relationship Id="rId53" Type="http://schemas.openxmlformats.org/officeDocument/2006/relationships/tags" Target="../tags/tag289.xml"/><Relationship Id="rId58" Type="http://schemas.openxmlformats.org/officeDocument/2006/relationships/tags" Target="../tags/tag294.xml"/><Relationship Id="rId66" Type="http://schemas.openxmlformats.org/officeDocument/2006/relationships/tags" Target="../tags/tag302.xml"/><Relationship Id="rId74" Type="http://schemas.openxmlformats.org/officeDocument/2006/relationships/tags" Target="../tags/tag310.xml"/><Relationship Id="rId5" Type="http://schemas.openxmlformats.org/officeDocument/2006/relationships/tags" Target="../tags/tag241.xml"/><Relationship Id="rId61" Type="http://schemas.openxmlformats.org/officeDocument/2006/relationships/tags" Target="../tags/tag297.xml"/><Relationship Id="rId19" Type="http://schemas.openxmlformats.org/officeDocument/2006/relationships/tags" Target="../tags/tag255.xml"/><Relationship Id="rId14" Type="http://schemas.openxmlformats.org/officeDocument/2006/relationships/tags" Target="../tags/tag250.xml"/><Relationship Id="rId22" Type="http://schemas.openxmlformats.org/officeDocument/2006/relationships/tags" Target="../tags/tag258.xml"/><Relationship Id="rId27" Type="http://schemas.openxmlformats.org/officeDocument/2006/relationships/tags" Target="../tags/tag263.xml"/><Relationship Id="rId30" Type="http://schemas.openxmlformats.org/officeDocument/2006/relationships/tags" Target="../tags/tag266.xml"/><Relationship Id="rId35" Type="http://schemas.openxmlformats.org/officeDocument/2006/relationships/tags" Target="../tags/tag271.xml"/><Relationship Id="rId43" Type="http://schemas.openxmlformats.org/officeDocument/2006/relationships/tags" Target="../tags/tag279.xml"/><Relationship Id="rId48" Type="http://schemas.openxmlformats.org/officeDocument/2006/relationships/tags" Target="../tags/tag284.xml"/><Relationship Id="rId56" Type="http://schemas.openxmlformats.org/officeDocument/2006/relationships/tags" Target="../tags/tag292.xml"/><Relationship Id="rId64" Type="http://schemas.openxmlformats.org/officeDocument/2006/relationships/tags" Target="../tags/tag300.xml"/><Relationship Id="rId69" Type="http://schemas.openxmlformats.org/officeDocument/2006/relationships/tags" Target="../tags/tag305.xml"/><Relationship Id="rId77" Type="http://schemas.openxmlformats.org/officeDocument/2006/relationships/notesSlide" Target="../notesSlides/notesSlide23.xml"/><Relationship Id="rId8" Type="http://schemas.openxmlformats.org/officeDocument/2006/relationships/tags" Target="../tags/tag244.xml"/><Relationship Id="rId51" Type="http://schemas.openxmlformats.org/officeDocument/2006/relationships/tags" Target="../tags/tag287.xml"/><Relationship Id="rId72" Type="http://schemas.openxmlformats.org/officeDocument/2006/relationships/tags" Target="../tags/tag308.xml"/><Relationship Id="rId3" Type="http://schemas.openxmlformats.org/officeDocument/2006/relationships/tags" Target="../tags/tag239.xml"/><Relationship Id="rId12" Type="http://schemas.openxmlformats.org/officeDocument/2006/relationships/tags" Target="../tags/tag248.xml"/><Relationship Id="rId17" Type="http://schemas.openxmlformats.org/officeDocument/2006/relationships/tags" Target="../tags/tag253.xml"/><Relationship Id="rId25" Type="http://schemas.openxmlformats.org/officeDocument/2006/relationships/tags" Target="../tags/tag261.xml"/><Relationship Id="rId33" Type="http://schemas.openxmlformats.org/officeDocument/2006/relationships/tags" Target="../tags/tag269.xml"/><Relationship Id="rId38" Type="http://schemas.openxmlformats.org/officeDocument/2006/relationships/tags" Target="../tags/tag274.xml"/><Relationship Id="rId46" Type="http://schemas.openxmlformats.org/officeDocument/2006/relationships/tags" Target="../tags/tag282.xml"/><Relationship Id="rId59" Type="http://schemas.openxmlformats.org/officeDocument/2006/relationships/tags" Target="../tags/tag295.xml"/><Relationship Id="rId67" Type="http://schemas.openxmlformats.org/officeDocument/2006/relationships/tags" Target="../tags/tag303.xml"/><Relationship Id="rId20" Type="http://schemas.openxmlformats.org/officeDocument/2006/relationships/tags" Target="../tags/tag256.xml"/><Relationship Id="rId41" Type="http://schemas.openxmlformats.org/officeDocument/2006/relationships/tags" Target="../tags/tag277.xml"/><Relationship Id="rId54" Type="http://schemas.openxmlformats.org/officeDocument/2006/relationships/tags" Target="../tags/tag290.xml"/><Relationship Id="rId62" Type="http://schemas.openxmlformats.org/officeDocument/2006/relationships/tags" Target="../tags/tag298.xml"/><Relationship Id="rId70" Type="http://schemas.openxmlformats.org/officeDocument/2006/relationships/tags" Target="../tags/tag306.xml"/><Relationship Id="rId75" Type="http://schemas.openxmlformats.org/officeDocument/2006/relationships/tags" Target="../tags/tag311.xml"/><Relationship Id="rId1" Type="http://schemas.openxmlformats.org/officeDocument/2006/relationships/tags" Target="../tags/tag237.xml"/><Relationship Id="rId6" Type="http://schemas.openxmlformats.org/officeDocument/2006/relationships/tags" Target="../tags/tag242.xml"/><Relationship Id="rId15" Type="http://schemas.openxmlformats.org/officeDocument/2006/relationships/tags" Target="../tags/tag251.xml"/><Relationship Id="rId23" Type="http://schemas.openxmlformats.org/officeDocument/2006/relationships/tags" Target="../tags/tag259.xml"/><Relationship Id="rId28" Type="http://schemas.openxmlformats.org/officeDocument/2006/relationships/tags" Target="../tags/tag264.xml"/><Relationship Id="rId36" Type="http://schemas.openxmlformats.org/officeDocument/2006/relationships/tags" Target="../tags/tag272.xml"/><Relationship Id="rId49" Type="http://schemas.openxmlformats.org/officeDocument/2006/relationships/tags" Target="../tags/tag285.xml"/><Relationship Id="rId57" Type="http://schemas.openxmlformats.org/officeDocument/2006/relationships/tags" Target="../tags/tag293.xml"/><Relationship Id="rId10" Type="http://schemas.openxmlformats.org/officeDocument/2006/relationships/tags" Target="../tags/tag246.xml"/><Relationship Id="rId31" Type="http://schemas.openxmlformats.org/officeDocument/2006/relationships/tags" Target="../tags/tag267.xml"/><Relationship Id="rId44" Type="http://schemas.openxmlformats.org/officeDocument/2006/relationships/tags" Target="../tags/tag280.xml"/><Relationship Id="rId52" Type="http://schemas.openxmlformats.org/officeDocument/2006/relationships/tags" Target="../tags/tag288.xml"/><Relationship Id="rId60" Type="http://schemas.openxmlformats.org/officeDocument/2006/relationships/tags" Target="../tags/tag296.xml"/><Relationship Id="rId65" Type="http://schemas.openxmlformats.org/officeDocument/2006/relationships/tags" Target="../tags/tag301.xml"/><Relationship Id="rId73" Type="http://schemas.openxmlformats.org/officeDocument/2006/relationships/tags" Target="../tags/tag309.xml"/><Relationship Id="rId78" Type="http://schemas.openxmlformats.org/officeDocument/2006/relationships/image" Target="../media/image5.jpeg"/><Relationship Id="rId4" Type="http://schemas.openxmlformats.org/officeDocument/2006/relationships/tags" Target="../tags/tag240.xml"/><Relationship Id="rId9" Type="http://schemas.openxmlformats.org/officeDocument/2006/relationships/tags" Target="../tags/tag245.xml"/><Relationship Id="rId13" Type="http://schemas.openxmlformats.org/officeDocument/2006/relationships/tags" Target="../tags/tag249.xml"/><Relationship Id="rId18" Type="http://schemas.openxmlformats.org/officeDocument/2006/relationships/tags" Target="../tags/tag254.xml"/><Relationship Id="rId39" Type="http://schemas.openxmlformats.org/officeDocument/2006/relationships/tags" Target="../tags/tag275.xml"/><Relationship Id="rId34" Type="http://schemas.openxmlformats.org/officeDocument/2006/relationships/tags" Target="../tags/tag270.xml"/><Relationship Id="rId50" Type="http://schemas.openxmlformats.org/officeDocument/2006/relationships/tags" Target="../tags/tag286.xml"/><Relationship Id="rId55" Type="http://schemas.openxmlformats.org/officeDocument/2006/relationships/tags" Target="../tags/tag291.xml"/><Relationship Id="rId76" Type="http://schemas.openxmlformats.org/officeDocument/2006/relationships/slideLayout" Target="../slideLayouts/slideLayout2.xml"/><Relationship Id="rId7" Type="http://schemas.openxmlformats.org/officeDocument/2006/relationships/tags" Target="../tags/tag243.xml"/><Relationship Id="rId71" Type="http://schemas.openxmlformats.org/officeDocument/2006/relationships/tags" Target="../tags/tag307.xml"/><Relationship Id="rId2" Type="http://schemas.openxmlformats.org/officeDocument/2006/relationships/tags" Target="../tags/tag238.xml"/><Relationship Id="rId29" Type="http://schemas.openxmlformats.org/officeDocument/2006/relationships/tags" Target="../tags/tag265.xml"/></Relationships>
</file>

<file path=ppt/slides/_rels/slide24.xml.rels><?xml version="1.0" encoding="UTF-8" standalone="yes"?>
<Relationships xmlns="http://schemas.openxmlformats.org/package/2006/relationships"><Relationship Id="rId26" Type="http://schemas.openxmlformats.org/officeDocument/2006/relationships/tags" Target="../tags/tag337.xml"/><Relationship Id="rId21" Type="http://schemas.openxmlformats.org/officeDocument/2006/relationships/tags" Target="../tags/tag332.xml"/><Relationship Id="rId42" Type="http://schemas.openxmlformats.org/officeDocument/2006/relationships/tags" Target="../tags/tag353.xml"/><Relationship Id="rId47" Type="http://schemas.openxmlformats.org/officeDocument/2006/relationships/tags" Target="../tags/tag358.xml"/><Relationship Id="rId63" Type="http://schemas.openxmlformats.org/officeDocument/2006/relationships/tags" Target="../tags/tag374.xml"/><Relationship Id="rId68" Type="http://schemas.openxmlformats.org/officeDocument/2006/relationships/tags" Target="../tags/tag379.xml"/><Relationship Id="rId16" Type="http://schemas.openxmlformats.org/officeDocument/2006/relationships/tags" Target="../tags/tag327.xml"/><Relationship Id="rId11" Type="http://schemas.openxmlformats.org/officeDocument/2006/relationships/tags" Target="../tags/tag322.xml"/><Relationship Id="rId32" Type="http://schemas.openxmlformats.org/officeDocument/2006/relationships/tags" Target="../tags/tag343.xml"/><Relationship Id="rId37" Type="http://schemas.openxmlformats.org/officeDocument/2006/relationships/tags" Target="../tags/tag348.xml"/><Relationship Id="rId53" Type="http://schemas.openxmlformats.org/officeDocument/2006/relationships/tags" Target="../tags/tag364.xml"/><Relationship Id="rId58" Type="http://schemas.openxmlformats.org/officeDocument/2006/relationships/tags" Target="../tags/tag369.xml"/><Relationship Id="rId74" Type="http://schemas.openxmlformats.org/officeDocument/2006/relationships/tags" Target="../tags/tag385.xml"/><Relationship Id="rId79" Type="http://schemas.openxmlformats.org/officeDocument/2006/relationships/tags" Target="../tags/tag390.xml"/><Relationship Id="rId5" Type="http://schemas.openxmlformats.org/officeDocument/2006/relationships/tags" Target="../tags/tag316.xml"/><Relationship Id="rId61" Type="http://schemas.openxmlformats.org/officeDocument/2006/relationships/tags" Target="../tags/tag372.xml"/><Relationship Id="rId82" Type="http://schemas.openxmlformats.org/officeDocument/2006/relationships/image" Target="../media/image5.jpeg"/><Relationship Id="rId19" Type="http://schemas.openxmlformats.org/officeDocument/2006/relationships/tags" Target="../tags/tag330.xml"/><Relationship Id="rId14" Type="http://schemas.openxmlformats.org/officeDocument/2006/relationships/tags" Target="../tags/tag325.xml"/><Relationship Id="rId22" Type="http://schemas.openxmlformats.org/officeDocument/2006/relationships/tags" Target="../tags/tag333.xml"/><Relationship Id="rId27" Type="http://schemas.openxmlformats.org/officeDocument/2006/relationships/tags" Target="../tags/tag338.xml"/><Relationship Id="rId30" Type="http://schemas.openxmlformats.org/officeDocument/2006/relationships/tags" Target="../tags/tag341.xml"/><Relationship Id="rId35" Type="http://schemas.openxmlformats.org/officeDocument/2006/relationships/tags" Target="../tags/tag346.xml"/><Relationship Id="rId43" Type="http://schemas.openxmlformats.org/officeDocument/2006/relationships/tags" Target="../tags/tag354.xml"/><Relationship Id="rId48" Type="http://schemas.openxmlformats.org/officeDocument/2006/relationships/tags" Target="../tags/tag359.xml"/><Relationship Id="rId56" Type="http://schemas.openxmlformats.org/officeDocument/2006/relationships/tags" Target="../tags/tag367.xml"/><Relationship Id="rId64" Type="http://schemas.openxmlformats.org/officeDocument/2006/relationships/tags" Target="../tags/tag375.xml"/><Relationship Id="rId69" Type="http://schemas.openxmlformats.org/officeDocument/2006/relationships/tags" Target="../tags/tag380.xml"/><Relationship Id="rId77" Type="http://schemas.openxmlformats.org/officeDocument/2006/relationships/tags" Target="../tags/tag388.xml"/><Relationship Id="rId8" Type="http://schemas.openxmlformats.org/officeDocument/2006/relationships/tags" Target="../tags/tag319.xml"/><Relationship Id="rId51" Type="http://schemas.openxmlformats.org/officeDocument/2006/relationships/tags" Target="../tags/tag362.xml"/><Relationship Id="rId72" Type="http://schemas.openxmlformats.org/officeDocument/2006/relationships/tags" Target="../tags/tag383.xml"/><Relationship Id="rId80" Type="http://schemas.openxmlformats.org/officeDocument/2006/relationships/slideLayout" Target="../slideLayouts/slideLayout2.xml"/><Relationship Id="rId3" Type="http://schemas.openxmlformats.org/officeDocument/2006/relationships/tags" Target="../tags/tag314.xml"/><Relationship Id="rId12" Type="http://schemas.openxmlformats.org/officeDocument/2006/relationships/tags" Target="../tags/tag323.xml"/><Relationship Id="rId17" Type="http://schemas.openxmlformats.org/officeDocument/2006/relationships/tags" Target="../tags/tag328.xml"/><Relationship Id="rId25" Type="http://schemas.openxmlformats.org/officeDocument/2006/relationships/tags" Target="../tags/tag336.xml"/><Relationship Id="rId33" Type="http://schemas.openxmlformats.org/officeDocument/2006/relationships/tags" Target="../tags/tag344.xml"/><Relationship Id="rId38" Type="http://schemas.openxmlformats.org/officeDocument/2006/relationships/tags" Target="../tags/tag349.xml"/><Relationship Id="rId46" Type="http://schemas.openxmlformats.org/officeDocument/2006/relationships/tags" Target="../tags/tag357.xml"/><Relationship Id="rId59" Type="http://schemas.openxmlformats.org/officeDocument/2006/relationships/tags" Target="../tags/tag370.xml"/><Relationship Id="rId67" Type="http://schemas.openxmlformats.org/officeDocument/2006/relationships/tags" Target="../tags/tag378.xml"/><Relationship Id="rId20" Type="http://schemas.openxmlformats.org/officeDocument/2006/relationships/tags" Target="../tags/tag331.xml"/><Relationship Id="rId41" Type="http://schemas.openxmlformats.org/officeDocument/2006/relationships/tags" Target="../tags/tag352.xml"/><Relationship Id="rId54" Type="http://schemas.openxmlformats.org/officeDocument/2006/relationships/tags" Target="../tags/tag365.xml"/><Relationship Id="rId62" Type="http://schemas.openxmlformats.org/officeDocument/2006/relationships/tags" Target="../tags/tag373.xml"/><Relationship Id="rId70" Type="http://schemas.openxmlformats.org/officeDocument/2006/relationships/tags" Target="../tags/tag381.xml"/><Relationship Id="rId75" Type="http://schemas.openxmlformats.org/officeDocument/2006/relationships/tags" Target="../tags/tag386.xml"/><Relationship Id="rId1" Type="http://schemas.openxmlformats.org/officeDocument/2006/relationships/tags" Target="../tags/tag312.xml"/><Relationship Id="rId6" Type="http://schemas.openxmlformats.org/officeDocument/2006/relationships/tags" Target="../tags/tag317.xml"/><Relationship Id="rId15" Type="http://schemas.openxmlformats.org/officeDocument/2006/relationships/tags" Target="../tags/tag326.xml"/><Relationship Id="rId23" Type="http://schemas.openxmlformats.org/officeDocument/2006/relationships/tags" Target="../tags/tag334.xml"/><Relationship Id="rId28" Type="http://schemas.openxmlformats.org/officeDocument/2006/relationships/tags" Target="../tags/tag339.xml"/><Relationship Id="rId36" Type="http://schemas.openxmlformats.org/officeDocument/2006/relationships/tags" Target="../tags/tag347.xml"/><Relationship Id="rId49" Type="http://schemas.openxmlformats.org/officeDocument/2006/relationships/tags" Target="../tags/tag360.xml"/><Relationship Id="rId57" Type="http://schemas.openxmlformats.org/officeDocument/2006/relationships/tags" Target="../tags/tag368.xml"/><Relationship Id="rId10" Type="http://schemas.openxmlformats.org/officeDocument/2006/relationships/tags" Target="../tags/tag321.xml"/><Relationship Id="rId31" Type="http://schemas.openxmlformats.org/officeDocument/2006/relationships/tags" Target="../tags/tag342.xml"/><Relationship Id="rId44" Type="http://schemas.openxmlformats.org/officeDocument/2006/relationships/tags" Target="../tags/tag355.xml"/><Relationship Id="rId52" Type="http://schemas.openxmlformats.org/officeDocument/2006/relationships/tags" Target="../tags/tag363.xml"/><Relationship Id="rId60" Type="http://schemas.openxmlformats.org/officeDocument/2006/relationships/tags" Target="../tags/tag371.xml"/><Relationship Id="rId65" Type="http://schemas.openxmlformats.org/officeDocument/2006/relationships/tags" Target="../tags/tag376.xml"/><Relationship Id="rId73" Type="http://schemas.openxmlformats.org/officeDocument/2006/relationships/tags" Target="../tags/tag384.xml"/><Relationship Id="rId78" Type="http://schemas.openxmlformats.org/officeDocument/2006/relationships/tags" Target="../tags/tag389.xml"/><Relationship Id="rId81" Type="http://schemas.openxmlformats.org/officeDocument/2006/relationships/notesSlide" Target="../notesSlides/notesSlide24.xml"/><Relationship Id="rId4" Type="http://schemas.openxmlformats.org/officeDocument/2006/relationships/tags" Target="../tags/tag315.xml"/><Relationship Id="rId9" Type="http://schemas.openxmlformats.org/officeDocument/2006/relationships/tags" Target="../tags/tag320.xml"/><Relationship Id="rId13" Type="http://schemas.openxmlformats.org/officeDocument/2006/relationships/tags" Target="../tags/tag324.xml"/><Relationship Id="rId18" Type="http://schemas.openxmlformats.org/officeDocument/2006/relationships/tags" Target="../tags/tag329.xml"/><Relationship Id="rId39" Type="http://schemas.openxmlformats.org/officeDocument/2006/relationships/tags" Target="../tags/tag350.xml"/><Relationship Id="rId34" Type="http://schemas.openxmlformats.org/officeDocument/2006/relationships/tags" Target="../tags/tag345.xml"/><Relationship Id="rId50" Type="http://schemas.openxmlformats.org/officeDocument/2006/relationships/tags" Target="../tags/tag361.xml"/><Relationship Id="rId55" Type="http://schemas.openxmlformats.org/officeDocument/2006/relationships/tags" Target="../tags/tag366.xml"/><Relationship Id="rId76" Type="http://schemas.openxmlformats.org/officeDocument/2006/relationships/tags" Target="../tags/tag387.xml"/><Relationship Id="rId7" Type="http://schemas.openxmlformats.org/officeDocument/2006/relationships/tags" Target="../tags/tag318.xml"/><Relationship Id="rId71" Type="http://schemas.openxmlformats.org/officeDocument/2006/relationships/tags" Target="../tags/tag382.xml"/><Relationship Id="rId2" Type="http://schemas.openxmlformats.org/officeDocument/2006/relationships/tags" Target="../tags/tag313.xml"/><Relationship Id="rId29" Type="http://schemas.openxmlformats.org/officeDocument/2006/relationships/tags" Target="../tags/tag340.xml"/><Relationship Id="rId24" Type="http://schemas.openxmlformats.org/officeDocument/2006/relationships/tags" Target="../tags/tag335.xml"/><Relationship Id="rId40" Type="http://schemas.openxmlformats.org/officeDocument/2006/relationships/tags" Target="../tags/tag351.xml"/><Relationship Id="rId45" Type="http://schemas.openxmlformats.org/officeDocument/2006/relationships/tags" Target="../tags/tag356.xml"/><Relationship Id="rId66" Type="http://schemas.openxmlformats.org/officeDocument/2006/relationships/tags" Target="../tags/tag377.xml"/></Relationships>
</file>

<file path=ppt/slides/_rels/slide25.xml.rels><?xml version="1.0" encoding="UTF-8" standalone="yes"?>
<Relationships xmlns="http://schemas.openxmlformats.org/package/2006/relationships"><Relationship Id="rId26" Type="http://schemas.openxmlformats.org/officeDocument/2006/relationships/tags" Target="../tags/tag416.xml"/><Relationship Id="rId21" Type="http://schemas.openxmlformats.org/officeDocument/2006/relationships/tags" Target="../tags/tag411.xml"/><Relationship Id="rId42" Type="http://schemas.openxmlformats.org/officeDocument/2006/relationships/tags" Target="../tags/tag432.xml"/><Relationship Id="rId47" Type="http://schemas.openxmlformats.org/officeDocument/2006/relationships/tags" Target="../tags/tag437.xml"/><Relationship Id="rId63" Type="http://schemas.openxmlformats.org/officeDocument/2006/relationships/tags" Target="../tags/tag453.xml"/><Relationship Id="rId68" Type="http://schemas.openxmlformats.org/officeDocument/2006/relationships/tags" Target="../tags/tag458.xml"/><Relationship Id="rId16" Type="http://schemas.openxmlformats.org/officeDocument/2006/relationships/tags" Target="../tags/tag406.xml"/><Relationship Id="rId11" Type="http://schemas.openxmlformats.org/officeDocument/2006/relationships/tags" Target="../tags/tag401.xml"/><Relationship Id="rId32" Type="http://schemas.openxmlformats.org/officeDocument/2006/relationships/tags" Target="../tags/tag422.xml"/><Relationship Id="rId37" Type="http://schemas.openxmlformats.org/officeDocument/2006/relationships/tags" Target="../tags/tag427.xml"/><Relationship Id="rId53" Type="http://schemas.openxmlformats.org/officeDocument/2006/relationships/tags" Target="../tags/tag443.xml"/><Relationship Id="rId58" Type="http://schemas.openxmlformats.org/officeDocument/2006/relationships/tags" Target="../tags/tag448.xml"/><Relationship Id="rId74" Type="http://schemas.openxmlformats.org/officeDocument/2006/relationships/tags" Target="../tags/tag464.xml"/><Relationship Id="rId79" Type="http://schemas.openxmlformats.org/officeDocument/2006/relationships/tags" Target="../tags/tag469.xml"/><Relationship Id="rId5" Type="http://schemas.openxmlformats.org/officeDocument/2006/relationships/tags" Target="../tags/tag395.xml"/><Relationship Id="rId61" Type="http://schemas.openxmlformats.org/officeDocument/2006/relationships/tags" Target="../tags/tag451.xml"/><Relationship Id="rId82" Type="http://schemas.openxmlformats.org/officeDocument/2006/relationships/notesSlide" Target="../notesSlides/notesSlide25.xml"/><Relationship Id="rId19" Type="http://schemas.openxmlformats.org/officeDocument/2006/relationships/tags" Target="../tags/tag409.xml"/><Relationship Id="rId14" Type="http://schemas.openxmlformats.org/officeDocument/2006/relationships/tags" Target="../tags/tag404.xml"/><Relationship Id="rId22" Type="http://schemas.openxmlformats.org/officeDocument/2006/relationships/tags" Target="../tags/tag412.xml"/><Relationship Id="rId27" Type="http://schemas.openxmlformats.org/officeDocument/2006/relationships/tags" Target="../tags/tag417.xml"/><Relationship Id="rId30" Type="http://schemas.openxmlformats.org/officeDocument/2006/relationships/tags" Target="../tags/tag420.xml"/><Relationship Id="rId35" Type="http://schemas.openxmlformats.org/officeDocument/2006/relationships/tags" Target="../tags/tag425.xml"/><Relationship Id="rId43" Type="http://schemas.openxmlformats.org/officeDocument/2006/relationships/tags" Target="../tags/tag433.xml"/><Relationship Id="rId48" Type="http://schemas.openxmlformats.org/officeDocument/2006/relationships/tags" Target="../tags/tag438.xml"/><Relationship Id="rId56" Type="http://schemas.openxmlformats.org/officeDocument/2006/relationships/tags" Target="../tags/tag446.xml"/><Relationship Id="rId64" Type="http://schemas.openxmlformats.org/officeDocument/2006/relationships/tags" Target="../tags/tag454.xml"/><Relationship Id="rId69" Type="http://schemas.openxmlformats.org/officeDocument/2006/relationships/tags" Target="../tags/tag459.xml"/><Relationship Id="rId77" Type="http://schemas.openxmlformats.org/officeDocument/2006/relationships/tags" Target="../tags/tag467.xml"/><Relationship Id="rId8" Type="http://schemas.openxmlformats.org/officeDocument/2006/relationships/tags" Target="../tags/tag398.xml"/><Relationship Id="rId51" Type="http://schemas.openxmlformats.org/officeDocument/2006/relationships/tags" Target="../tags/tag441.xml"/><Relationship Id="rId72" Type="http://schemas.openxmlformats.org/officeDocument/2006/relationships/tags" Target="../tags/tag462.xml"/><Relationship Id="rId80" Type="http://schemas.openxmlformats.org/officeDocument/2006/relationships/tags" Target="../tags/tag470.xml"/><Relationship Id="rId3" Type="http://schemas.openxmlformats.org/officeDocument/2006/relationships/tags" Target="../tags/tag393.xml"/><Relationship Id="rId12" Type="http://schemas.openxmlformats.org/officeDocument/2006/relationships/tags" Target="../tags/tag402.xml"/><Relationship Id="rId17" Type="http://schemas.openxmlformats.org/officeDocument/2006/relationships/tags" Target="../tags/tag407.xml"/><Relationship Id="rId25" Type="http://schemas.openxmlformats.org/officeDocument/2006/relationships/tags" Target="../tags/tag415.xml"/><Relationship Id="rId33" Type="http://schemas.openxmlformats.org/officeDocument/2006/relationships/tags" Target="../tags/tag423.xml"/><Relationship Id="rId38" Type="http://schemas.openxmlformats.org/officeDocument/2006/relationships/tags" Target="../tags/tag428.xml"/><Relationship Id="rId46" Type="http://schemas.openxmlformats.org/officeDocument/2006/relationships/tags" Target="../tags/tag436.xml"/><Relationship Id="rId59" Type="http://schemas.openxmlformats.org/officeDocument/2006/relationships/tags" Target="../tags/tag449.xml"/><Relationship Id="rId67" Type="http://schemas.openxmlformats.org/officeDocument/2006/relationships/tags" Target="../tags/tag457.xml"/><Relationship Id="rId20" Type="http://schemas.openxmlformats.org/officeDocument/2006/relationships/tags" Target="../tags/tag410.xml"/><Relationship Id="rId41" Type="http://schemas.openxmlformats.org/officeDocument/2006/relationships/tags" Target="../tags/tag431.xml"/><Relationship Id="rId54" Type="http://schemas.openxmlformats.org/officeDocument/2006/relationships/tags" Target="../tags/tag444.xml"/><Relationship Id="rId62" Type="http://schemas.openxmlformats.org/officeDocument/2006/relationships/tags" Target="../tags/tag452.xml"/><Relationship Id="rId70" Type="http://schemas.openxmlformats.org/officeDocument/2006/relationships/tags" Target="../tags/tag460.xml"/><Relationship Id="rId75" Type="http://schemas.openxmlformats.org/officeDocument/2006/relationships/tags" Target="../tags/tag465.xml"/><Relationship Id="rId83" Type="http://schemas.openxmlformats.org/officeDocument/2006/relationships/image" Target="../media/image5.jpeg"/><Relationship Id="rId1" Type="http://schemas.openxmlformats.org/officeDocument/2006/relationships/tags" Target="../tags/tag391.xml"/><Relationship Id="rId6" Type="http://schemas.openxmlformats.org/officeDocument/2006/relationships/tags" Target="../tags/tag396.xml"/><Relationship Id="rId15" Type="http://schemas.openxmlformats.org/officeDocument/2006/relationships/tags" Target="../tags/tag405.xml"/><Relationship Id="rId23" Type="http://schemas.openxmlformats.org/officeDocument/2006/relationships/tags" Target="../tags/tag413.xml"/><Relationship Id="rId28" Type="http://schemas.openxmlformats.org/officeDocument/2006/relationships/tags" Target="../tags/tag418.xml"/><Relationship Id="rId36" Type="http://schemas.openxmlformats.org/officeDocument/2006/relationships/tags" Target="../tags/tag426.xml"/><Relationship Id="rId49" Type="http://schemas.openxmlformats.org/officeDocument/2006/relationships/tags" Target="../tags/tag439.xml"/><Relationship Id="rId57" Type="http://schemas.openxmlformats.org/officeDocument/2006/relationships/tags" Target="../tags/tag447.xml"/><Relationship Id="rId10" Type="http://schemas.openxmlformats.org/officeDocument/2006/relationships/tags" Target="../tags/tag400.xml"/><Relationship Id="rId31" Type="http://schemas.openxmlformats.org/officeDocument/2006/relationships/tags" Target="../tags/tag421.xml"/><Relationship Id="rId44" Type="http://schemas.openxmlformats.org/officeDocument/2006/relationships/tags" Target="../tags/tag434.xml"/><Relationship Id="rId52" Type="http://schemas.openxmlformats.org/officeDocument/2006/relationships/tags" Target="../tags/tag442.xml"/><Relationship Id="rId60" Type="http://schemas.openxmlformats.org/officeDocument/2006/relationships/tags" Target="../tags/tag450.xml"/><Relationship Id="rId65" Type="http://schemas.openxmlformats.org/officeDocument/2006/relationships/tags" Target="../tags/tag455.xml"/><Relationship Id="rId73" Type="http://schemas.openxmlformats.org/officeDocument/2006/relationships/tags" Target="../tags/tag463.xml"/><Relationship Id="rId78" Type="http://schemas.openxmlformats.org/officeDocument/2006/relationships/tags" Target="../tags/tag468.xml"/><Relationship Id="rId81" Type="http://schemas.openxmlformats.org/officeDocument/2006/relationships/slideLayout" Target="../slideLayouts/slideLayout2.xml"/><Relationship Id="rId4" Type="http://schemas.openxmlformats.org/officeDocument/2006/relationships/tags" Target="../tags/tag394.xml"/><Relationship Id="rId9" Type="http://schemas.openxmlformats.org/officeDocument/2006/relationships/tags" Target="../tags/tag399.xml"/><Relationship Id="rId13" Type="http://schemas.openxmlformats.org/officeDocument/2006/relationships/tags" Target="../tags/tag403.xml"/><Relationship Id="rId18" Type="http://schemas.openxmlformats.org/officeDocument/2006/relationships/tags" Target="../tags/tag408.xml"/><Relationship Id="rId39" Type="http://schemas.openxmlformats.org/officeDocument/2006/relationships/tags" Target="../tags/tag429.xml"/><Relationship Id="rId34" Type="http://schemas.openxmlformats.org/officeDocument/2006/relationships/tags" Target="../tags/tag424.xml"/><Relationship Id="rId50" Type="http://schemas.openxmlformats.org/officeDocument/2006/relationships/tags" Target="../tags/tag440.xml"/><Relationship Id="rId55" Type="http://schemas.openxmlformats.org/officeDocument/2006/relationships/tags" Target="../tags/tag445.xml"/><Relationship Id="rId76" Type="http://schemas.openxmlformats.org/officeDocument/2006/relationships/tags" Target="../tags/tag466.xml"/><Relationship Id="rId7" Type="http://schemas.openxmlformats.org/officeDocument/2006/relationships/tags" Target="../tags/tag397.xml"/><Relationship Id="rId71" Type="http://schemas.openxmlformats.org/officeDocument/2006/relationships/tags" Target="../tags/tag461.xml"/><Relationship Id="rId2" Type="http://schemas.openxmlformats.org/officeDocument/2006/relationships/tags" Target="../tags/tag392.xml"/><Relationship Id="rId29" Type="http://schemas.openxmlformats.org/officeDocument/2006/relationships/tags" Target="../tags/tag419.xml"/><Relationship Id="rId24" Type="http://schemas.openxmlformats.org/officeDocument/2006/relationships/tags" Target="../tags/tag414.xml"/><Relationship Id="rId40" Type="http://schemas.openxmlformats.org/officeDocument/2006/relationships/tags" Target="../tags/tag430.xml"/><Relationship Id="rId45" Type="http://schemas.openxmlformats.org/officeDocument/2006/relationships/tags" Target="../tags/tag435.xml"/><Relationship Id="rId66" Type="http://schemas.openxmlformats.org/officeDocument/2006/relationships/tags" Target="../tags/tag456.xml"/></Relationships>
</file>

<file path=ppt/slides/_rels/slide26.xml.rels><?xml version="1.0" encoding="UTF-8" standalone="yes"?>
<Relationships xmlns="http://schemas.openxmlformats.org/package/2006/relationships"><Relationship Id="rId26" Type="http://schemas.openxmlformats.org/officeDocument/2006/relationships/tags" Target="../tags/tag496.xml"/><Relationship Id="rId21" Type="http://schemas.openxmlformats.org/officeDocument/2006/relationships/tags" Target="../tags/tag491.xml"/><Relationship Id="rId42" Type="http://schemas.openxmlformats.org/officeDocument/2006/relationships/tags" Target="../tags/tag512.xml"/><Relationship Id="rId47" Type="http://schemas.openxmlformats.org/officeDocument/2006/relationships/tags" Target="../tags/tag517.xml"/><Relationship Id="rId63" Type="http://schemas.openxmlformats.org/officeDocument/2006/relationships/tags" Target="../tags/tag533.xml"/><Relationship Id="rId68" Type="http://schemas.openxmlformats.org/officeDocument/2006/relationships/tags" Target="../tags/tag538.xml"/><Relationship Id="rId84" Type="http://schemas.openxmlformats.org/officeDocument/2006/relationships/notesSlide" Target="../notesSlides/notesSlide26.xml"/><Relationship Id="rId16" Type="http://schemas.openxmlformats.org/officeDocument/2006/relationships/tags" Target="../tags/tag486.xml"/><Relationship Id="rId11" Type="http://schemas.openxmlformats.org/officeDocument/2006/relationships/tags" Target="../tags/tag481.xml"/><Relationship Id="rId32" Type="http://schemas.openxmlformats.org/officeDocument/2006/relationships/tags" Target="../tags/tag502.xml"/><Relationship Id="rId37" Type="http://schemas.openxmlformats.org/officeDocument/2006/relationships/tags" Target="../tags/tag507.xml"/><Relationship Id="rId53" Type="http://schemas.openxmlformats.org/officeDocument/2006/relationships/tags" Target="../tags/tag523.xml"/><Relationship Id="rId58" Type="http://schemas.openxmlformats.org/officeDocument/2006/relationships/tags" Target="../tags/tag528.xml"/><Relationship Id="rId74" Type="http://schemas.openxmlformats.org/officeDocument/2006/relationships/tags" Target="../tags/tag544.xml"/><Relationship Id="rId79" Type="http://schemas.openxmlformats.org/officeDocument/2006/relationships/tags" Target="../tags/tag549.xml"/><Relationship Id="rId5" Type="http://schemas.openxmlformats.org/officeDocument/2006/relationships/tags" Target="../tags/tag475.xml"/><Relationship Id="rId19" Type="http://schemas.openxmlformats.org/officeDocument/2006/relationships/tags" Target="../tags/tag489.xml"/><Relationship Id="rId14" Type="http://schemas.openxmlformats.org/officeDocument/2006/relationships/tags" Target="../tags/tag484.xml"/><Relationship Id="rId22" Type="http://schemas.openxmlformats.org/officeDocument/2006/relationships/tags" Target="../tags/tag492.xml"/><Relationship Id="rId27" Type="http://schemas.openxmlformats.org/officeDocument/2006/relationships/tags" Target="../tags/tag497.xml"/><Relationship Id="rId30" Type="http://schemas.openxmlformats.org/officeDocument/2006/relationships/tags" Target="../tags/tag500.xml"/><Relationship Id="rId35" Type="http://schemas.openxmlformats.org/officeDocument/2006/relationships/tags" Target="../tags/tag505.xml"/><Relationship Id="rId43" Type="http://schemas.openxmlformats.org/officeDocument/2006/relationships/tags" Target="../tags/tag513.xml"/><Relationship Id="rId48" Type="http://schemas.openxmlformats.org/officeDocument/2006/relationships/tags" Target="../tags/tag518.xml"/><Relationship Id="rId56" Type="http://schemas.openxmlformats.org/officeDocument/2006/relationships/tags" Target="../tags/tag526.xml"/><Relationship Id="rId64" Type="http://schemas.openxmlformats.org/officeDocument/2006/relationships/tags" Target="../tags/tag534.xml"/><Relationship Id="rId69" Type="http://schemas.openxmlformats.org/officeDocument/2006/relationships/tags" Target="../tags/tag539.xml"/><Relationship Id="rId77" Type="http://schemas.openxmlformats.org/officeDocument/2006/relationships/tags" Target="../tags/tag547.xml"/><Relationship Id="rId8" Type="http://schemas.openxmlformats.org/officeDocument/2006/relationships/tags" Target="../tags/tag478.xml"/><Relationship Id="rId51" Type="http://schemas.openxmlformats.org/officeDocument/2006/relationships/tags" Target="../tags/tag521.xml"/><Relationship Id="rId72" Type="http://schemas.openxmlformats.org/officeDocument/2006/relationships/tags" Target="../tags/tag542.xml"/><Relationship Id="rId80" Type="http://schemas.openxmlformats.org/officeDocument/2006/relationships/tags" Target="../tags/tag550.xml"/><Relationship Id="rId85" Type="http://schemas.openxmlformats.org/officeDocument/2006/relationships/image" Target="../media/image5.jpeg"/><Relationship Id="rId3" Type="http://schemas.openxmlformats.org/officeDocument/2006/relationships/tags" Target="../tags/tag473.xml"/><Relationship Id="rId12" Type="http://schemas.openxmlformats.org/officeDocument/2006/relationships/tags" Target="../tags/tag482.xml"/><Relationship Id="rId17" Type="http://schemas.openxmlformats.org/officeDocument/2006/relationships/tags" Target="../tags/tag487.xml"/><Relationship Id="rId25" Type="http://schemas.openxmlformats.org/officeDocument/2006/relationships/tags" Target="../tags/tag495.xml"/><Relationship Id="rId33" Type="http://schemas.openxmlformats.org/officeDocument/2006/relationships/tags" Target="../tags/tag503.xml"/><Relationship Id="rId38" Type="http://schemas.openxmlformats.org/officeDocument/2006/relationships/tags" Target="../tags/tag508.xml"/><Relationship Id="rId46" Type="http://schemas.openxmlformats.org/officeDocument/2006/relationships/tags" Target="../tags/tag516.xml"/><Relationship Id="rId59" Type="http://schemas.openxmlformats.org/officeDocument/2006/relationships/tags" Target="../tags/tag529.xml"/><Relationship Id="rId67" Type="http://schemas.openxmlformats.org/officeDocument/2006/relationships/tags" Target="../tags/tag537.xml"/><Relationship Id="rId20" Type="http://schemas.openxmlformats.org/officeDocument/2006/relationships/tags" Target="../tags/tag490.xml"/><Relationship Id="rId41" Type="http://schemas.openxmlformats.org/officeDocument/2006/relationships/tags" Target="../tags/tag511.xml"/><Relationship Id="rId54" Type="http://schemas.openxmlformats.org/officeDocument/2006/relationships/tags" Target="../tags/tag524.xml"/><Relationship Id="rId62" Type="http://schemas.openxmlformats.org/officeDocument/2006/relationships/tags" Target="../tags/tag532.xml"/><Relationship Id="rId70" Type="http://schemas.openxmlformats.org/officeDocument/2006/relationships/tags" Target="../tags/tag540.xml"/><Relationship Id="rId75" Type="http://schemas.openxmlformats.org/officeDocument/2006/relationships/tags" Target="../tags/tag545.xml"/><Relationship Id="rId83" Type="http://schemas.openxmlformats.org/officeDocument/2006/relationships/slideLayout" Target="../slideLayouts/slideLayout2.xml"/><Relationship Id="rId1" Type="http://schemas.openxmlformats.org/officeDocument/2006/relationships/tags" Target="../tags/tag471.xml"/><Relationship Id="rId6" Type="http://schemas.openxmlformats.org/officeDocument/2006/relationships/tags" Target="../tags/tag476.xml"/><Relationship Id="rId15" Type="http://schemas.openxmlformats.org/officeDocument/2006/relationships/tags" Target="../tags/tag485.xml"/><Relationship Id="rId23" Type="http://schemas.openxmlformats.org/officeDocument/2006/relationships/tags" Target="../tags/tag493.xml"/><Relationship Id="rId28" Type="http://schemas.openxmlformats.org/officeDocument/2006/relationships/tags" Target="../tags/tag498.xml"/><Relationship Id="rId36" Type="http://schemas.openxmlformats.org/officeDocument/2006/relationships/tags" Target="../tags/tag506.xml"/><Relationship Id="rId49" Type="http://schemas.openxmlformats.org/officeDocument/2006/relationships/tags" Target="../tags/tag519.xml"/><Relationship Id="rId57" Type="http://schemas.openxmlformats.org/officeDocument/2006/relationships/tags" Target="../tags/tag527.xml"/><Relationship Id="rId10" Type="http://schemas.openxmlformats.org/officeDocument/2006/relationships/tags" Target="../tags/tag480.xml"/><Relationship Id="rId31" Type="http://schemas.openxmlformats.org/officeDocument/2006/relationships/tags" Target="../tags/tag501.xml"/><Relationship Id="rId44" Type="http://schemas.openxmlformats.org/officeDocument/2006/relationships/tags" Target="../tags/tag514.xml"/><Relationship Id="rId52" Type="http://schemas.openxmlformats.org/officeDocument/2006/relationships/tags" Target="../tags/tag522.xml"/><Relationship Id="rId60" Type="http://schemas.openxmlformats.org/officeDocument/2006/relationships/tags" Target="../tags/tag530.xml"/><Relationship Id="rId65" Type="http://schemas.openxmlformats.org/officeDocument/2006/relationships/tags" Target="../tags/tag535.xml"/><Relationship Id="rId73" Type="http://schemas.openxmlformats.org/officeDocument/2006/relationships/tags" Target="../tags/tag543.xml"/><Relationship Id="rId78" Type="http://schemas.openxmlformats.org/officeDocument/2006/relationships/tags" Target="../tags/tag548.xml"/><Relationship Id="rId81" Type="http://schemas.openxmlformats.org/officeDocument/2006/relationships/tags" Target="../tags/tag551.xml"/><Relationship Id="rId4" Type="http://schemas.openxmlformats.org/officeDocument/2006/relationships/tags" Target="../tags/tag474.xml"/><Relationship Id="rId9" Type="http://schemas.openxmlformats.org/officeDocument/2006/relationships/tags" Target="../tags/tag479.xml"/><Relationship Id="rId13" Type="http://schemas.openxmlformats.org/officeDocument/2006/relationships/tags" Target="../tags/tag483.xml"/><Relationship Id="rId18" Type="http://schemas.openxmlformats.org/officeDocument/2006/relationships/tags" Target="../tags/tag488.xml"/><Relationship Id="rId39" Type="http://schemas.openxmlformats.org/officeDocument/2006/relationships/tags" Target="../tags/tag509.xml"/><Relationship Id="rId34" Type="http://schemas.openxmlformats.org/officeDocument/2006/relationships/tags" Target="../tags/tag504.xml"/><Relationship Id="rId50" Type="http://schemas.openxmlformats.org/officeDocument/2006/relationships/tags" Target="../tags/tag520.xml"/><Relationship Id="rId55" Type="http://schemas.openxmlformats.org/officeDocument/2006/relationships/tags" Target="../tags/tag525.xml"/><Relationship Id="rId76" Type="http://schemas.openxmlformats.org/officeDocument/2006/relationships/tags" Target="../tags/tag546.xml"/><Relationship Id="rId7" Type="http://schemas.openxmlformats.org/officeDocument/2006/relationships/tags" Target="../tags/tag477.xml"/><Relationship Id="rId71" Type="http://schemas.openxmlformats.org/officeDocument/2006/relationships/tags" Target="../tags/tag541.xml"/><Relationship Id="rId2" Type="http://schemas.openxmlformats.org/officeDocument/2006/relationships/tags" Target="../tags/tag472.xml"/><Relationship Id="rId29" Type="http://schemas.openxmlformats.org/officeDocument/2006/relationships/tags" Target="../tags/tag499.xml"/><Relationship Id="rId24" Type="http://schemas.openxmlformats.org/officeDocument/2006/relationships/tags" Target="../tags/tag494.xml"/><Relationship Id="rId40" Type="http://schemas.openxmlformats.org/officeDocument/2006/relationships/tags" Target="../tags/tag510.xml"/><Relationship Id="rId45" Type="http://schemas.openxmlformats.org/officeDocument/2006/relationships/tags" Target="../tags/tag515.xml"/><Relationship Id="rId66" Type="http://schemas.openxmlformats.org/officeDocument/2006/relationships/tags" Target="../tags/tag536.xml"/><Relationship Id="rId61" Type="http://schemas.openxmlformats.org/officeDocument/2006/relationships/tags" Target="../tags/tag531.xml"/><Relationship Id="rId82" Type="http://schemas.openxmlformats.org/officeDocument/2006/relationships/tags" Target="../tags/tag552.xml"/></Relationships>
</file>

<file path=ppt/slides/_rels/slide27.xml.rels><?xml version="1.0" encoding="UTF-8" standalone="yes"?>
<Relationships xmlns="http://schemas.openxmlformats.org/package/2006/relationships"><Relationship Id="rId26" Type="http://schemas.openxmlformats.org/officeDocument/2006/relationships/tags" Target="../tags/tag578.xml"/><Relationship Id="rId21" Type="http://schemas.openxmlformats.org/officeDocument/2006/relationships/tags" Target="../tags/tag573.xml"/><Relationship Id="rId42" Type="http://schemas.openxmlformats.org/officeDocument/2006/relationships/tags" Target="../tags/tag594.xml"/><Relationship Id="rId47" Type="http://schemas.openxmlformats.org/officeDocument/2006/relationships/tags" Target="../tags/tag599.xml"/><Relationship Id="rId63" Type="http://schemas.openxmlformats.org/officeDocument/2006/relationships/tags" Target="../tags/tag615.xml"/><Relationship Id="rId68" Type="http://schemas.openxmlformats.org/officeDocument/2006/relationships/tags" Target="../tags/tag620.xml"/><Relationship Id="rId84" Type="http://schemas.openxmlformats.org/officeDocument/2006/relationships/notesSlide" Target="../notesSlides/notesSlide27.xml"/><Relationship Id="rId16" Type="http://schemas.openxmlformats.org/officeDocument/2006/relationships/tags" Target="../tags/tag568.xml"/><Relationship Id="rId11" Type="http://schemas.openxmlformats.org/officeDocument/2006/relationships/tags" Target="../tags/tag563.xml"/><Relationship Id="rId32" Type="http://schemas.openxmlformats.org/officeDocument/2006/relationships/tags" Target="../tags/tag584.xml"/><Relationship Id="rId37" Type="http://schemas.openxmlformats.org/officeDocument/2006/relationships/tags" Target="../tags/tag589.xml"/><Relationship Id="rId53" Type="http://schemas.openxmlformats.org/officeDocument/2006/relationships/tags" Target="../tags/tag605.xml"/><Relationship Id="rId58" Type="http://schemas.openxmlformats.org/officeDocument/2006/relationships/tags" Target="../tags/tag610.xml"/><Relationship Id="rId74" Type="http://schemas.openxmlformats.org/officeDocument/2006/relationships/tags" Target="../tags/tag626.xml"/><Relationship Id="rId79" Type="http://schemas.openxmlformats.org/officeDocument/2006/relationships/tags" Target="../tags/tag631.xml"/><Relationship Id="rId5" Type="http://schemas.openxmlformats.org/officeDocument/2006/relationships/tags" Target="../tags/tag557.xml"/><Relationship Id="rId19" Type="http://schemas.openxmlformats.org/officeDocument/2006/relationships/tags" Target="../tags/tag571.xml"/><Relationship Id="rId14" Type="http://schemas.openxmlformats.org/officeDocument/2006/relationships/tags" Target="../tags/tag566.xml"/><Relationship Id="rId22" Type="http://schemas.openxmlformats.org/officeDocument/2006/relationships/tags" Target="../tags/tag574.xml"/><Relationship Id="rId27" Type="http://schemas.openxmlformats.org/officeDocument/2006/relationships/tags" Target="../tags/tag579.xml"/><Relationship Id="rId30" Type="http://schemas.openxmlformats.org/officeDocument/2006/relationships/tags" Target="../tags/tag582.xml"/><Relationship Id="rId35" Type="http://schemas.openxmlformats.org/officeDocument/2006/relationships/tags" Target="../tags/tag587.xml"/><Relationship Id="rId43" Type="http://schemas.openxmlformats.org/officeDocument/2006/relationships/tags" Target="../tags/tag595.xml"/><Relationship Id="rId48" Type="http://schemas.openxmlformats.org/officeDocument/2006/relationships/tags" Target="../tags/tag600.xml"/><Relationship Id="rId56" Type="http://schemas.openxmlformats.org/officeDocument/2006/relationships/tags" Target="../tags/tag608.xml"/><Relationship Id="rId64" Type="http://schemas.openxmlformats.org/officeDocument/2006/relationships/tags" Target="../tags/tag616.xml"/><Relationship Id="rId69" Type="http://schemas.openxmlformats.org/officeDocument/2006/relationships/tags" Target="../tags/tag621.xml"/><Relationship Id="rId77" Type="http://schemas.openxmlformats.org/officeDocument/2006/relationships/tags" Target="../tags/tag629.xml"/><Relationship Id="rId8" Type="http://schemas.openxmlformats.org/officeDocument/2006/relationships/tags" Target="../tags/tag560.xml"/><Relationship Id="rId51" Type="http://schemas.openxmlformats.org/officeDocument/2006/relationships/tags" Target="../tags/tag603.xml"/><Relationship Id="rId72" Type="http://schemas.openxmlformats.org/officeDocument/2006/relationships/tags" Target="../tags/tag624.xml"/><Relationship Id="rId80" Type="http://schemas.openxmlformats.org/officeDocument/2006/relationships/tags" Target="../tags/tag632.xml"/><Relationship Id="rId85" Type="http://schemas.openxmlformats.org/officeDocument/2006/relationships/image" Target="../media/image5.jpeg"/><Relationship Id="rId3" Type="http://schemas.openxmlformats.org/officeDocument/2006/relationships/tags" Target="../tags/tag555.xml"/><Relationship Id="rId12" Type="http://schemas.openxmlformats.org/officeDocument/2006/relationships/tags" Target="../tags/tag564.xml"/><Relationship Id="rId17" Type="http://schemas.openxmlformats.org/officeDocument/2006/relationships/tags" Target="../tags/tag569.xml"/><Relationship Id="rId25" Type="http://schemas.openxmlformats.org/officeDocument/2006/relationships/tags" Target="../tags/tag577.xml"/><Relationship Id="rId33" Type="http://schemas.openxmlformats.org/officeDocument/2006/relationships/tags" Target="../tags/tag585.xml"/><Relationship Id="rId38" Type="http://schemas.openxmlformats.org/officeDocument/2006/relationships/tags" Target="../tags/tag590.xml"/><Relationship Id="rId46" Type="http://schemas.openxmlformats.org/officeDocument/2006/relationships/tags" Target="../tags/tag598.xml"/><Relationship Id="rId59" Type="http://schemas.openxmlformats.org/officeDocument/2006/relationships/tags" Target="../tags/tag611.xml"/><Relationship Id="rId67" Type="http://schemas.openxmlformats.org/officeDocument/2006/relationships/tags" Target="../tags/tag619.xml"/><Relationship Id="rId20" Type="http://schemas.openxmlformats.org/officeDocument/2006/relationships/tags" Target="../tags/tag572.xml"/><Relationship Id="rId41" Type="http://schemas.openxmlformats.org/officeDocument/2006/relationships/tags" Target="../tags/tag593.xml"/><Relationship Id="rId54" Type="http://schemas.openxmlformats.org/officeDocument/2006/relationships/tags" Target="../tags/tag606.xml"/><Relationship Id="rId62" Type="http://schemas.openxmlformats.org/officeDocument/2006/relationships/tags" Target="../tags/tag614.xml"/><Relationship Id="rId70" Type="http://schemas.openxmlformats.org/officeDocument/2006/relationships/tags" Target="../tags/tag622.xml"/><Relationship Id="rId75" Type="http://schemas.openxmlformats.org/officeDocument/2006/relationships/tags" Target="../tags/tag627.xml"/><Relationship Id="rId83" Type="http://schemas.openxmlformats.org/officeDocument/2006/relationships/slideLayout" Target="../slideLayouts/slideLayout2.xml"/><Relationship Id="rId1" Type="http://schemas.openxmlformats.org/officeDocument/2006/relationships/tags" Target="../tags/tag553.xml"/><Relationship Id="rId6" Type="http://schemas.openxmlformats.org/officeDocument/2006/relationships/tags" Target="../tags/tag558.xml"/><Relationship Id="rId15" Type="http://schemas.openxmlformats.org/officeDocument/2006/relationships/tags" Target="../tags/tag567.xml"/><Relationship Id="rId23" Type="http://schemas.openxmlformats.org/officeDocument/2006/relationships/tags" Target="../tags/tag575.xml"/><Relationship Id="rId28" Type="http://schemas.openxmlformats.org/officeDocument/2006/relationships/tags" Target="../tags/tag580.xml"/><Relationship Id="rId36" Type="http://schemas.openxmlformats.org/officeDocument/2006/relationships/tags" Target="../tags/tag588.xml"/><Relationship Id="rId49" Type="http://schemas.openxmlformats.org/officeDocument/2006/relationships/tags" Target="../tags/tag601.xml"/><Relationship Id="rId57" Type="http://schemas.openxmlformats.org/officeDocument/2006/relationships/tags" Target="../tags/tag609.xml"/><Relationship Id="rId10" Type="http://schemas.openxmlformats.org/officeDocument/2006/relationships/tags" Target="../tags/tag562.xml"/><Relationship Id="rId31" Type="http://schemas.openxmlformats.org/officeDocument/2006/relationships/tags" Target="../tags/tag583.xml"/><Relationship Id="rId44" Type="http://schemas.openxmlformats.org/officeDocument/2006/relationships/tags" Target="../tags/tag596.xml"/><Relationship Id="rId52" Type="http://schemas.openxmlformats.org/officeDocument/2006/relationships/tags" Target="../tags/tag604.xml"/><Relationship Id="rId60" Type="http://schemas.openxmlformats.org/officeDocument/2006/relationships/tags" Target="../tags/tag612.xml"/><Relationship Id="rId65" Type="http://schemas.openxmlformats.org/officeDocument/2006/relationships/tags" Target="../tags/tag617.xml"/><Relationship Id="rId73" Type="http://schemas.openxmlformats.org/officeDocument/2006/relationships/tags" Target="../tags/tag625.xml"/><Relationship Id="rId78" Type="http://schemas.openxmlformats.org/officeDocument/2006/relationships/tags" Target="../tags/tag630.xml"/><Relationship Id="rId81" Type="http://schemas.openxmlformats.org/officeDocument/2006/relationships/tags" Target="../tags/tag633.xml"/><Relationship Id="rId4" Type="http://schemas.openxmlformats.org/officeDocument/2006/relationships/tags" Target="../tags/tag556.xml"/><Relationship Id="rId9" Type="http://schemas.openxmlformats.org/officeDocument/2006/relationships/tags" Target="../tags/tag561.xml"/><Relationship Id="rId13" Type="http://schemas.openxmlformats.org/officeDocument/2006/relationships/tags" Target="../tags/tag565.xml"/><Relationship Id="rId18" Type="http://schemas.openxmlformats.org/officeDocument/2006/relationships/tags" Target="../tags/tag570.xml"/><Relationship Id="rId39" Type="http://schemas.openxmlformats.org/officeDocument/2006/relationships/tags" Target="../tags/tag591.xml"/><Relationship Id="rId34" Type="http://schemas.openxmlformats.org/officeDocument/2006/relationships/tags" Target="../tags/tag586.xml"/><Relationship Id="rId50" Type="http://schemas.openxmlformats.org/officeDocument/2006/relationships/tags" Target="../tags/tag602.xml"/><Relationship Id="rId55" Type="http://schemas.openxmlformats.org/officeDocument/2006/relationships/tags" Target="../tags/tag607.xml"/><Relationship Id="rId76" Type="http://schemas.openxmlformats.org/officeDocument/2006/relationships/tags" Target="../tags/tag628.xml"/><Relationship Id="rId7" Type="http://schemas.openxmlformats.org/officeDocument/2006/relationships/tags" Target="../tags/tag559.xml"/><Relationship Id="rId71" Type="http://schemas.openxmlformats.org/officeDocument/2006/relationships/tags" Target="../tags/tag623.xml"/><Relationship Id="rId2" Type="http://schemas.openxmlformats.org/officeDocument/2006/relationships/tags" Target="../tags/tag554.xml"/><Relationship Id="rId29" Type="http://schemas.openxmlformats.org/officeDocument/2006/relationships/tags" Target="../tags/tag581.xml"/><Relationship Id="rId24" Type="http://schemas.openxmlformats.org/officeDocument/2006/relationships/tags" Target="../tags/tag576.xml"/><Relationship Id="rId40" Type="http://schemas.openxmlformats.org/officeDocument/2006/relationships/tags" Target="../tags/tag592.xml"/><Relationship Id="rId45" Type="http://schemas.openxmlformats.org/officeDocument/2006/relationships/tags" Target="../tags/tag597.xml"/><Relationship Id="rId66" Type="http://schemas.openxmlformats.org/officeDocument/2006/relationships/tags" Target="../tags/tag618.xml"/><Relationship Id="rId61" Type="http://schemas.openxmlformats.org/officeDocument/2006/relationships/tags" Target="../tags/tag613.xml"/><Relationship Id="rId82" Type="http://schemas.openxmlformats.org/officeDocument/2006/relationships/tags" Target="../tags/tag634.xml"/></Relationships>
</file>

<file path=ppt/slides/_rels/slide28.xml.rels><?xml version="1.0" encoding="UTF-8" standalone="yes"?>
<Relationships xmlns="http://schemas.openxmlformats.org/package/2006/relationships"><Relationship Id="rId8" Type="http://schemas.openxmlformats.org/officeDocument/2006/relationships/tags" Target="../tags/tag642.xml"/><Relationship Id="rId13" Type="http://schemas.openxmlformats.org/officeDocument/2006/relationships/tags" Target="../tags/tag647.xml"/><Relationship Id="rId18" Type="http://schemas.openxmlformats.org/officeDocument/2006/relationships/tags" Target="../tags/tag652.xml"/><Relationship Id="rId3" Type="http://schemas.openxmlformats.org/officeDocument/2006/relationships/tags" Target="../tags/tag637.xml"/><Relationship Id="rId21" Type="http://schemas.openxmlformats.org/officeDocument/2006/relationships/tags" Target="../tags/tag655.xml"/><Relationship Id="rId7" Type="http://schemas.openxmlformats.org/officeDocument/2006/relationships/tags" Target="../tags/tag641.xml"/><Relationship Id="rId12" Type="http://schemas.openxmlformats.org/officeDocument/2006/relationships/tags" Target="../tags/tag646.xml"/><Relationship Id="rId17" Type="http://schemas.openxmlformats.org/officeDocument/2006/relationships/tags" Target="../tags/tag651.xml"/><Relationship Id="rId2" Type="http://schemas.openxmlformats.org/officeDocument/2006/relationships/tags" Target="../tags/tag636.xml"/><Relationship Id="rId16" Type="http://schemas.openxmlformats.org/officeDocument/2006/relationships/tags" Target="../tags/tag650.xml"/><Relationship Id="rId20" Type="http://schemas.openxmlformats.org/officeDocument/2006/relationships/tags" Target="../tags/tag654.xml"/><Relationship Id="rId1" Type="http://schemas.openxmlformats.org/officeDocument/2006/relationships/tags" Target="../tags/tag635.xml"/><Relationship Id="rId6" Type="http://schemas.openxmlformats.org/officeDocument/2006/relationships/tags" Target="../tags/tag640.xml"/><Relationship Id="rId11" Type="http://schemas.openxmlformats.org/officeDocument/2006/relationships/tags" Target="../tags/tag645.xml"/><Relationship Id="rId5" Type="http://schemas.openxmlformats.org/officeDocument/2006/relationships/tags" Target="../tags/tag639.xml"/><Relationship Id="rId15" Type="http://schemas.openxmlformats.org/officeDocument/2006/relationships/tags" Target="../tags/tag649.xml"/><Relationship Id="rId23" Type="http://schemas.openxmlformats.org/officeDocument/2006/relationships/notesSlide" Target="../notesSlides/notesSlide28.xml"/><Relationship Id="rId10" Type="http://schemas.openxmlformats.org/officeDocument/2006/relationships/tags" Target="../tags/tag644.xml"/><Relationship Id="rId19" Type="http://schemas.openxmlformats.org/officeDocument/2006/relationships/tags" Target="../tags/tag653.xml"/><Relationship Id="rId4" Type="http://schemas.openxmlformats.org/officeDocument/2006/relationships/tags" Target="../tags/tag638.xml"/><Relationship Id="rId9" Type="http://schemas.openxmlformats.org/officeDocument/2006/relationships/tags" Target="../tags/tag643.xml"/><Relationship Id="rId14" Type="http://schemas.openxmlformats.org/officeDocument/2006/relationships/tags" Target="../tags/tag648.xml"/><Relationship Id="rId22"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tags" Target="../tags/tag658.xml"/><Relationship Id="rId2" Type="http://schemas.openxmlformats.org/officeDocument/2006/relationships/tags" Target="../tags/tag657.xml"/><Relationship Id="rId1" Type="http://schemas.openxmlformats.org/officeDocument/2006/relationships/tags" Target="../tags/tag656.xml"/><Relationship Id="rId6" Type="http://schemas.openxmlformats.org/officeDocument/2006/relationships/notesSlide" Target="../notesSlides/notesSlide29.xml"/><Relationship Id="rId5" Type="http://schemas.openxmlformats.org/officeDocument/2006/relationships/slideLayout" Target="../slideLayouts/slideLayout2.xml"/><Relationship Id="rId4" Type="http://schemas.openxmlformats.org/officeDocument/2006/relationships/tags" Target="../tags/tag659.xml"/></Relationships>
</file>

<file path=ppt/slides/_rels/slide30.xml.rels><?xml version="1.0" encoding="UTF-8" standalone="yes"?>
<Relationships xmlns="http://schemas.openxmlformats.org/package/2006/relationships"><Relationship Id="rId8" Type="http://schemas.openxmlformats.org/officeDocument/2006/relationships/tags" Target="../tags/tag667.xml"/><Relationship Id="rId13" Type="http://schemas.openxmlformats.org/officeDocument/2006/relationships/tags" Target="../tags/tag672.xml"/><Relationship Id="rId3" Type="http://schemas.openxmlformats.org/officeDocument/2006/relationships/tags" Target="../tags/tag662.xml"/><Relationship Id="rId7" Type="http://schemas.openxmlformats.org/officeDocument/2006/relationships/tags" Target="../tags/tag666.xml"/><Relationship Id="rId12" Type="http://schemas.openxmlformats.org/officeDocument/2006/relationships/tags" Target="../tags/tag671.xml"/><Relationship Id="rId2" Type="http://schemas.openxmlformats.org/officeDocument/2006/relationships/tags" Target="../tags/tag661.xml"/><Relationship Id="rId1" Type="http://schemas.openxmlformats.org/officeDocument/2006/relationships/tags" Target="../tags/tag660.xml"/><Relationship Id="rId6" Type="http://schemas.openxmlformats.org/officeDocument/2006/relationships/tags" Target="../tags/tag665.xml"/><Relationship Id="rId11" Type="http://schemas.openxmlformats.org/officeDocument/2006/relationships/tags" Target="../tags/tag670.xml"/><Relationship Id="rId5" Type="http://schemas.openxmlformats.org/officeDocument/2006/relationships/tags" Target="../tags/tag664.xml"/><Relationship Id="rId15" Type="http://schemas.openxmlformats.org/officeDocument/2006/relationships/notesSlide" Target="../notesSlides/notesSlide30.xml"/><Relationship Id="rId10" Type="http://schemas.openxmlformats.org/officeDocument/2006/relationships/tags" Target="../tags/tag669.xml"/><Relationship Id="rId4" Type="http://schemas.openxmlformats.org/officeDocument/2006/relationships/tags" Target="../tags/tag663.xml"/><Relationship Id="rId9" Type="http://schemas.openxmlformats.org/officeDocument/2006/relationships/tags" Target="../tags/tag668.xml"/><Relationship Id="rId14"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tags" Target="../tags/tag680.xml"/><Relationship Id="rId13" Type="http://schemas.openxmlformats.org/officeDocument/2006/relationships/tags" Target="../tags/tag685.xml"/><Relationship Id="rId18" Type="http://schemas.openxmlformats.org/officeDocument/2006/relationships/notesSlide" Target="../notesSlides/notesSlide31.xml"/><Relationship Id="rId3" Type="http://schemas.openxmlformats.org/officeDocument/2006/relationships/tags" Target="../tags/tag675.xml"/><Relationship Id="rId7" Type="http://schemas.openxmlformats.org/officeDocument/2006/relationships/tags" Target="../tags/tag679.xml"/><Relationship Id="rId12" Type="http://schemas.openxmlformats.org/officeDocument/2006/relationships/tags" Target="../tags/tag684.xml"/><Relationship Id="rId17" Type="http://schemas.openxmlformats.org/officeDocument/2006/relationships/slideLayout" Target="../slideLayouts/slideLayout2.xml"/><Relationship Id="rId2" Type="http://schemas.openxmlformats.org/officeDocument/2006/relationships/tags" Target="../tags/tag674.xml"/><Relationship Id="rId16" Type="http://schemas.openxmlformats.org/officeDocument/2006/relationships/tags" Target="../tags/tag688.xml"/><Relationship Id="rId1" Type="http://schemas.openxmlformats.org/officeDocument/2006/relationships/tags" Target="../tags/tag673.xml"/><Relationship Id="rId6" Type="http://schemas.openxmlformats.org/officeDocument/2006/relationships/tags" Target="../tags/tag678.xml"/><Relationship Id="rId11" Type="http://schemas.openxmlformats.org/officeDocument/2006/relationships/tags" Target="../tags/tag683.xml"/><Relationship Id="rId5" Type="http://schemas.openxmlformats.org/officeDocument/2006/relationships/tags" Target="../tags/tag677.xml"/><Relationship Id="rId15" Type="http://schemas.openxmlformats.org/officeDocument/2006/relationships/tags" Target="../tags/tag687.xml"/><Relationship Id="rId10" Type="http://schemas.openxmlformats.org/officeDocument/2006/relationships/tags" Target="../tags/tag682.xml"/><Relationship Id="rId4" Type="http://schemas.openxmlformats.org/officeDocument/2006/relationships/tags" Target="../tags/tag676.xml"/><Relationship Id="rId9" Type="http://schemas.openxmlformats.org/officeDocument/2006/relationships/tags" Target="../tags/tag681.xml"/><Relationship Id="rId14" Type="http://schemas.openxmlformats.org/officeDocument/2006/relationships/tags" Target="../tags/tag686.xml"/></Relationships>
</file>

<file path=ppt/slides/_rels/slide32.xml.rels><?xml version="1.0" encoding="UTF-8" standalone="yes"?>
<Relationships xmlns="http://schemas.openxmlformats.org/package/2006/relationships"><Relationship Id="rId8" Type="http://schemas.openxmlformats.org/officeDocument/2006/relationships/tags" Target="../tags/tag696.xml"/><Relationship Id="rId13" Type="http://schemas.openxmlformats.org/officeDocument/2006/relationships/tags" Target="../tags/tag701.xml"/><Relationship Id="rId3" Type="http://schemas.openxmlformats.org/officeDocument/2006/relationships/tags" Target="../tags/tag691.xml"/><Relationship Id="rId7" Type="http://schemas.openxmlformats.org/officeDocument/2006/relationships/tags" Target="../tags/tag695.xml"/><Relationship Id="rId12" Type="http://schemas.openxmlformats.org/officeDocument/2006/relationships/tags" Target="../tags/tag700.xml"/><Relationship Id="rId2" Type="http://schemas.openxmlformats.org/officeDocument/2006/relationships/tags" Target="../tags/tag690.xml"/><Relationship Id="rId16" Type="http://schemas.openxmlformats.org/officeDocument/2006/relationships/notesSlide" Target="../notesSlides/notesSlide32.xml"/><Relationship Id="rId1" Type="http://schemas.openxmlformats.org/officeDocument/2006/relationships/tags" Target="../tags/tag689.xml"/><Relationship Id="rId6" Type="http://schemas.openxmlformats.org/officeDocument/2006/relationships/tags" Target="../tags/tag694.xml"/><Relationship Id="rId11" Type="http://schemas.openxmlformats.org/officeDocument/2006/relationships/tags" Target="../tags/tag699.xml"/><Relationship Id="rId5" Type="http://schemas.openxmlformats.org/officeDocument/2006/relationships/tags" Target="../tags/tag693.xml"/><Relationship Id="rId15" Type="http://schemas.openxmlformats.org/officeDocument/2006/relationships/slideLayout" Target="../slideLayouts/slideLayout2.xml"/><Relationship Id="rId10" Type="http://schemas.openxmlformats.org/officeDocument/2006/relationships/tags" Target="../tags/tag698.xml"/><Relationship Id="rId4" Type="http://schemas.openxmlformats.org/officeDocument/2006/relationships/tags" Target="../tags/tag692.xml"/><Relationship Id="rId9" Type="http://schemas.openxmlformats.org/officeDocument/2006/relationships/tags" Target="../tags/tag697.xml"/><Relationship Id="rId14" Type="http://schemas.openxmlformats.org/officeDocument/2006/relationships/tags" Target="../tags/tag702.xml"/></Relationships>
</file>

<file path=ppt/slides/_rels/slide33.xml.rels><?xml version="1.0" encoding="UTF-8" standalone="yes"?>
<Relationships xmlns="http://schemas.openxmlformats.org/package/2006/relationships"><Relationship Id="rId3" Type="http://schemas.openxmlformats.org/officeDocument/2006/relationships/tags" Target="../tags/tag705.xml"/><Relationship Id="rId2" Type="http://schemas.openxmlformats.org/officeDocument/2006/relationships/tags" Target="../tags/tag704.xml"/><Relationship Id="rId1" Type="http://schemas.openxmlformats.org/officeDocument/2006/relationships/tags" Target="../tags/tag703.xml"/><Relationship Id="rId6" Type="http://schemas.openxmlformats.org/officeDocument/2006/relationships/notesSlide" Target="../notesSlides/notesSlide33.xml"/><Relationship Id="rId5" Type="http://schemas.openxmlformats.org/officeDocument/2006/relationships/slideLayout" Target="../slideLayouts/slideLayout2.xml"/><Relationship Id="rId4" Type="http://schemas.openxmlformats.org/officeDocument/2006/relationships/tags" Target="../tags/tag706.xml"/></Relationships>
</file>

<file path=ppt/slides/_rels/slide34.xml.rels><?xml version="1.0" encoding="UTF-8" standalone="yes"?>
<Relationships xmlns="http://schemas.openxmlformats.org/package/2006/relationships"><Relationship Id="rId3" Type="http://schemas.openxmlformats.org/officeDocument/2006/relationships/tags" Target="../tags/tag709.xml"/><Relationship Id="rId2" Type="http://schemas.openxmlformats.org/officeDocument/2006/relationships/tags" Target="../tags/tag708.xml"/><Relationship Id="rId1" Type="http://schemas.openxmlformats.org/officeDocument/2006/relationships/tags" Target="../tags/tag707.xml"/><Relationship Id="rId6" Type="http://schemas.openxmlformats.org/officeDocument/2006/relationships/notesSlide" Target="../notesSlides/notesSlide34.xml"/><Relationship Id="rId5" Type="http://schemas.openxmlformats.org/officeDocument/2006/relationships/slideLayout" Target="../slideLayouts/slideLayout2.xml"/><Relationship Id="rId4" Type="http://schemas.openxmlformats.org/officeDocument/2006/relationships/tags" Target="../tags/tag710.xml"/></Relationships>
</file>

<file path=ppt/slides/_rels/slide35.xml.rels><?xml version="1.0" encoding="UTF-8" standalone="yes"?>
<Relationships xmlns="http://schemas.openxmlformats.org/package/2006/relationships"><Relationship Id="rId3" Type="http://schemas.openxmlformats.org/officeDocument/2006/relationships/tags" Target="../tags/tag713.xml"/><Relationship Id="rId2" Type="http://schemas.openxmlformats.org/officeDocument/2006/relationships/tags" Target="../tags/tag712.xml"/><Relationship Id="rId1" Type="http://schemas.openxmlformats.org/officeDocument/2006/relationships/tags" Target="../tags/tag711.xml"/><Relationship Id="rId6" Type="http://schemas.openxmlformats.org/officeDocument/2006/relationships/notesSlide" Target="../notesSlides/notesSlide35.xml"/><Relationship Id="rId5" Type="http://schemas.openxmlformats.org/officeDocument/2006/relationships/slideLayout" Target="../slideLayouts/slideLayout2.xml"/><Relationship Id="rId4" Type="http://schemas.openxmlformats.org/officeDocument/2006/relationships/tags" Target="../tags/tag714.xml"/></Relationships>
</file>

<file path=ppt/slides/_rels/slide36.xml.rels><?xml version="1.0" encoding="UTF-8" standalone="yes"?>
<Relationships xmlns="http://schemas.openxmlformats.org/package/2006/relationships"><Relationship Id="rId3" Type="http://schemas.openxmlformats.org/officeDocument/2006/relationships/tags" Target="../tags/tag717.xml"/><Relationship Id="rId2" Type="http://schemas.openxmlformats.org/officeDocument/2006/relationships/tags" Target="../tags/tag716.xml"/><Relationship Id="rId1" Type="http://schemas.openxmlformats.org/officeDocument/2006/relationships/tags" Target="../tags/tag715.xml"/><Relationship Id="rId6" Type="http://schemas.openxmlformats.org/officeDocument/2006/relationships/notesSlide" Target="../notesSlides/notesSlide36.xml"/><Relationship Id="rId5" Type="http://schemas.openxmlformats.org/officeDocument/2006/relationships/slideLayout" Target="../slideLayouts/slideLayout2.xml"/><Relationship Id="rId4" Type="http://schemas.openxmlformats.org/officeDocument/2006/relationships/tags" Target="../tags/tag718.xml"/></Relationships>
</file>

<file path=ppt/slides/_rels/slide37.xml.rels><?xml version="1.0" encoding="UTF-8" standalone="yes"?>
<Relationships xmlns="http://schemas.openxmlformats.org/package/2006/relationships"><Relationship Id="rId3" Type="http://schemas.openxmlformats.org/officeDocument/2006/relationships/tags" Target="../tags/tag721.xml"/><Relationship Id="rId2" Type="http://schemas.openxmlformats.org/officeDocument/2006/relationships/tags" Target="../tags/tag720.xml"/><Relationship Id="rId1" Type="http://schemas.openxmlformats.org/officeDocument/2006/relationships/tags" Target="../tags/tag719.xml"/><Relationship Id="rId6" Type="http://schemas.openxmlformats.org/officeDocument/2006/relationships/notesSlide" Target="../notesSlides/notesSlide37.xml"/><Relationship Id="rId5" Type="http://schemas.openxmlformats.org/officeDocument/2006/relationships/slideLayout" Target="../slideLayouts/slideLayout2.xml"/><Relationship Id="rId4" Type="http://schemas.openxmlformats.org/officeDocument/2006/relationships/tags" Target="../tags/tag722.xml"/></Relationships>
</file>

<file path=ppt/slides/_rels/slide38.xml.rels><?xml version="1.0" encoding="UTF-8" standalone="yes"?>
<Relationships xmlns="http://schemas.openxmlformats.org/package/2006/relationships"><Relationship Id="rId3" Type="http://schemas.openxmlformats.org/officeDocument/2006/relationships/tags" Target="../tags/tag725.xml"/><Relationship Id="rId2" Type="http://schemas.openxmlformats.org/officeDocument/2006/relationships/tags" Target="../tags/tag724.xml"/><Relationship Id="rId1" Type="http://schemas.openxmlformats.org/officeDocument/2006/relationships/tags" Target="../tags/tag723.xml"/><Relationship Id="rId6" Type="http://schemas.openxmlformats.org/officeDocument/2006/relationships/notesSlide" Target="../notesSlides/notesSlide38.xml"/><Relationship Id="rId5" Type="http://schemas.openxmlformats.org/officeDocument/2006/relationships/slideLayout" Target="../slideLayouts/slideLayout2.xml"/><Relationship Id="rId4" Type="http://schemas.openxmlformats.org/officeDocument/2006/relationships/tags" Target="../tags/tag726.xml"/></Relationships>
</file>

<file path=ppt/slides/_rels/slide39.xml.rels><?xml version="1.0" encoding="UTF-8" standalone="yes"?>
<Relationships xmlns="http://schemas.openxmlformats.org/package/2006/relationships"><Relationship Id="rId8" Type="http://schemas.openxmlformats.org/officeDocument/2006/relationships/tags" Target="../tags/tag734.xml"/><Relationship Id="rId3" Type="http://schemas.openxmlformats.org/officeDocument/2006/relationships/tags" Target="../tags/tag729.xml"/><Relationship Id="rId7" Type="http://schemas.openxmlformats.org/officeDocument/2006/relationships/tags" Target="../tags/tag733.xml"/><Relationship Id="rId2" Type="http://schemas.openxmlformats.org/officeDocument/2006/relationships/tags" Target="../tags/tag728.xml"/><Relationship Id="rId1" Type="http://schemas.openxmlformats.org/officeDocument/2006/relationships/tags" Target="../tags/tag727.xml"/><Relationship Id="rId6" Type="http://schemas.openxmlformats.org/officeDocument/2006/relationships/tags" Target="../tags/tag732.xml"/><Relationship Id="rId5" Type="http://schemas.openxmlformats.org/officeDocument/2006/relationships/tags" Target="../tags/tag731.xml"/><Relationship Id="rId10" Type="http://schemas.openxmlformats.org/officeDocument/2006/relationships/notesSlide" Target="../notesSlides/notesSlide39.xml"/><Relationship Id="rId4" Type="http://schemas.openxmlformats.org/officeDocument/2006/relationships/tags" Target="../tags/tag730.xml"/><Relationship Id="rId9"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notesSlide" Target="../notesSlides/notesSlide40.xml"/><Relationship Id="rId3" Type="http://schemas.openxmlformats.org/officeDocument/2006/relationships/tags" Target="../tags/tag737.xml"/><Relationship Id="rId7" Type="http://schemas.openxmlformats.org/officeDocument/2006/relationships/slideLayout" Target="../slideLayouts/slideLayout2.xml"/><Relationship Id="rId2" Type="http://schemas.openxmlformats.org/officeDocument/2006/relationships/tags" Target="../tags/tag736.xml"/><Relationship Id="rId1" Type="http://schemas.openxmlformats.org/officeDocument/2006/relationships/tags" Target="../tags/tag735.xml"/><Relationship Id="rId6" Type="http://schemas.openxmlformats.org/officeDocument/2006/relationships/tags" Target="../tags/tag740.xml"/><Relationship Id="rId5" Type="http://schemas.openxmlformats.org/officeDocument/2006/relationships/tags" Target="../tags/tag739.xml"/><Relationship Id="rId4" Type="http://schemas.openxmlformats.org/officeDocument/2006/relationships/tags" Target="../tags/tag738.xml"/></Relationships>
</file>

<file path=ppt/slides/_rels/slide41.xml.rels><?xml version="1.0" encoding="UTF-8" standalone="yes"?>
<Relationships xmlns="http://schemas.openxmlformats.org/package/2006/relationships"><Relationship Id="rId8" Type="http://schemas.openxmlformats.org/officeDocument/2006/relationships/tags" Target="../tags/tag748.xml"/><Relationship Id="rId13" Type="http://schemas.openxmlformats.org/officeDocument/2006/relationships/slideLayout" Target="../slideLayouts/slideLayout2.xml"/><Relationship Id="rId3" Type="http://schemas.openxmlformats.org/officeDocument/2006/relationships/tags" Target="../tags/tag743.xml"/><Relationship Id="rId7" Type="http://schemas.openxmlformats.org/officeDocument/2006/relationships/tags" Target="../tags/tag747.xml"/><Relationship Id="rId12" Type="http://schemas.openxmlformats.org/officeDocument/2006/relationships/tags" Target="../tags/tag752.xml"/><Relationship Id="rId2" Type="http://schemas.openxmlformats.org/officeDocument/2006/relationships/tags" Target="../tags/tag742.xml"/><Relationship Id="rId1" Type="http://schemas.openxmlformats.org/officeDocument/2006/relationships/tags" Target="../tags/tag741.xml"/><Relationship Id="rId6" Type="http://schemas.openxmlformats.org/officeDocument/2006/relationships/tags" Target="../tags/tag746.xml"/><Relationship Id="rId11" Type="http://schemas.openxmlformats.org/officeDocument/2006/relationships/tags" Target="../tags/tag751.xml"/><Relationship Id="rId5" Type="http://schemas.openxmlformats.org/officeDocument/2006/relationships/tags" Target="../tags/tag745.xml"/><Relationship Id="rId10" Type="http://schemas.openxmlformats.org/officeDocument/2006/relationships/tags" Target="../tags/tag750.xml"/><Relationship Id="rId4" Type="http://schemas.openxmlformats.org/officeDocument/2006/relationships/tags" Target="../tags/tag744.xml"/><Relationship Id="rId9" Type="http://schemas.openxmlformats.org/officeDocument/2006/relationships/tags" Target="../tags/tag749.xml"/><Relationship Id="rId1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8" Type="http://schemas.openxmlformats.org/officeDocument/2006/relationships/tags" Target="../tags/tag760.xml"/><Relationship Id="rId3" Type="http://schemas.openxmlformats.org/officeDocument/2006/relationships/tags" Target="../tags/tag755.xml"/><Relationship Id="rId7" Type="http://schemas.openxmlformats.org/officeDocument/2006/relationships/tags" Target="../tags/tag759.xml"/><Relationship Id="rId12" Type="http://schemas.openxmlformats.org/officeDocument/2006/relationships/notesSlide" Target="../notesSlides/notesSlide42.xml"/><Relationship Id="rId2" Type="http://schemas.openxmlformats.org/officeDocument/2006/relationships/tags" Target="../tags/tag754.xml"/><Relationship Id="rId1" Type="http://schemas.openxmlformats.org/officeDocument/2006/relationships/tags" Target="../tags/tag753.xml"/><Relationship Id="rId6" Type="http://schemas.openxmlformats.org/officeDocument/2006/relationships/tags" Target="../tags/tag758.xml"/><Relationship Id="rId11" Type="http://schemas.openxmlformats.org/officeDocument/2006/relationships/slideLayout" Target="../slideLayouts/slideLayout2.xml"/><Relationship Id="rId5" Type="http://schemas.openxmlformats.org/officeDocument/2006/relationships/tags" Target="../tags/tag757.xml"/><Relationship Id="rId10" Type="http://schemas.openxmlformats.org/officeDocument/2006/relationships/tags" Target="../tags/tag762.xml"/><Relationship Id="rId4" Type="http://schemas.openxmlformats.org/officeDocument/2006/relationships/tags" Target="../tags/tag756.xml"/><Relationship Id="rId9" Type="http://schemas.openxmlformats.org/officeDocument/2006/relationships/tags" Target="../tags/tag7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341B184B-EF57-4078-A962-F3611ED2F96A}"/>
              </a:ext>
            </a:extLst>
          </p:cNvPr>
          <p:cNvSpPr>
            <a:spLocks noGrp="1"/>
          </p:cNvSpPr>
          <p:nvPr>
            <p:ph type="ctrTitle"/>
            <p:custDataLst>
              <p:tags r:id="rId2"/>
            </p:custDataLst>
          </p:nvPr>
        </p:nvSpPr>
        <p:spPr>
          <a:xfrm>
            <a:off x="457200" y="2362200"/>
            <a:ext cx="8229600" cy="1238250"/>
          </a:xfrm>
        </p:spPr>
        <p:txBody>
          <a:bodyPr/>
          <a:lstStyle/>
          <a:p>
            <a:pPr eaLnBrk="1" hangingPunct="1"/>
            <a:r>
              <a:rPr lang="en-US" altLang="en-US"/>
              <a:t>ECE/CS 552: Introduction</a:t>
            </a:r>
          </a:p>
        </p:txBody>
      </p:sp>
      <p:sp>
        <p:nvSpPr>
          <p:cNvPr id="3" name="Subtitle 2">
            <a:extLst>
              <a:ext uri="{FF2B5EF4-FFF2-40B4-BE49-F238E27FC236}">
                <a16:creationId xmlns:a16="http://schemas.microsoft.com/office/drawing/2014/main" id="{D3755220-C653-4350-BE0B-B6E2F98C2967}"/>
              </a:ext>
            </a:extLst>
          </p:cNvPr>
          <p:cNvSpPr>
            <a:spLocks noGrp="1"/>
          </p:cNvSpPr>
          <p:nvPr>
            <p:ph type="subTitle" idx="1"/>
            <p:custDataLst>
              <p:tags r:id="rId3"/>
            </p:custDataLst>
          </p:nvPr>
        </p:nvSpPr>
        <p:spPr>
          <a:xfrm>
            <a:off x="1371600" y="3886200"/>
            <a:ext cx="6400800" cy="1752600"/>
          </a:xfrm>
        </p:spPr>
        <p:txBody>
          <a:bodyPr>
            <a:noAutofit/>
          </a:bodyPr>
          <a:lstStyle/>
          <a:p>
            <a:pPr eaLnBrk="1" hangingPunct="1">
              <a:defRPr/>
            </a:pPr>
            <a:r>
              <a:rPr lang="en-US" sz="2200">
                <a:cs typeface="Calibri"/>
              </a:rPr>
              <a:t>Boone Severson</a:t>
            </a:r>
            <a:endParaRPr lang="en-US" sz="2200" err="1"/>
          </a:p>
          <a:p>
            <a:pPr eaLnBrk="1" hangingPunct="1">
              <a:buFont typeface="Arial" charset="0"/>
              <a:buNone/>
              <a:defRPr/>
            </a:pPr>
            <a:endParaRPr lang="en-US" sz="2200"/>
          </a:p>
          <a:p>
            <a:pPr eaLnBrk="1" hangingPunct="1">
              <a:defRPr/>
            </a:pPr>
            <a:r>
              <a:rPr lang="en-US" sz="2200"/>
              <a:t>Lecture notes based in part on slides created by Joshua San Miguel, Mikko </a:t>
            </a:r>
            <a:r>
              <a:rPr lang="en-US" sz="2200" err="1"/>
              <a:t>Lipasti</a:t>
            </a:r>
            <a:r>
              <a:rPr lang="en-US" sz="2200"/>
              <a:t>, Mark Hill, David Wood, Guri Sohi, John Shen, and Jim Smith</a:t>
            </a:r>
            <a:endParaRPr lang="en-US" sz="2200">
              <a:cs typeface="Calibri"/>
            </a:endParaRPr>
          </a:p>
          <a:p>
            <a:pPr eaLnBrk="1" hangingPunct="1">
              <a:buFont typeface="Arial" charset="0"/>
              <a:buNone/>
              <a:defRPr/>
            </a:pPr>
            <a:r>
              <a:rPr lang="en-US" sz="2200"/>
              <a:t>  </a:t>
            </a:r>
          </a:p>
          <a:p>
            <a:pPr eaLnBrk="1" hangingPunct="1">
              <a:buFont typeface="Arial" charset="0"/>
              <a:buNone/>
              <a:defRPr/>
            </a:pPr>
            <a:endParaRPr lang="en-US" sz="2200"/>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170" name="Rectangle 4">
            <a:extLst>
              <a:ext uri="{FF2B5EF4-FFF2-40B4-BE49-F238E27FC236}">
                <a16:creationId xmlns:a16="http://schemas.microsoft.com/office/drawing/2014/main" id="{F9AD797B-3493-4F02-960D-5687CBC751CF}"/>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What is Education?</a:t>
            </a:r>
          </a:p>
        </p:txBody>
      </p:sp>
      <p:sp>
        <p:nvSpPr>
          <p:cNvPr id="7171" name="Slide Number Placeholder 1">
            <a:extLst>
              <a:ext uri="{FF2B5EF4-FFF2-40B4-BE49-F238E27FC236}">
                <a16:creationId xmlns:a16="http://schemas.microsoft.com/office/drawing/2014/main" id="{02324CB5-2089-464D-84C8-7B33A8D2F0D9}"/>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758C24B7-DDFA-4CCC-B435-D2BBA0A18A34}" type="slidenum">
              <a:rPr lang="en-US" altLang="en-US" sz="2400" smtClean="0"/>
              <a:pPr lvl="1">
                <a:spcBef>
                  <a:spcPct val="0"/>
                </a:spcBef>
                <a:buFontTx/>
                <a:buNone/>
              </a:pPr>
              <a:t>2</a:t>
            </a:fld>
            <a:endParaRPr lang="en-US" altLang="en-US" sz="2400"/>
          </a:p>
        </p:txBody>
      </p:sp>
    </p:spTree>
    <p:custDataLst>
      <p:tags r:id="rId1"/>
    </p:custDataLst>
  </p:cSld>
  <p:clrMapOvr>
    <a:overrideClrMapping bg1="lt1" tx1="dk1" bg2="lt2" tx2="dk2" accent1="accent1" accent2="accent2" accent3="accent3" accent4="accent4" accent5="accent5" accent6="accent6" hlink="hlink" folHlink="folHlink"/>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44781769-37DA-47FA-833E-BF6DEA420EAA}"/>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dirty="0"/>
              <a:t>What is Education?</a:t>
            </a:r>
          </a:p>
        </p:txBody>
      </p:sp>
      <p:sp>
        <p:nvSpPr>
          <p:cNvPr id="8195" name="Slide Number Placeholder 1">
            <a:extLst>
              <a:ext uri="{FF2B5EF4-FFF2-40B4-BE49-F238E27FC236}">
                <a16:creationId xmlns:a16="http://schemas.microsoft.com/office/drawing/2014/main" id="{13C1BB96-C69F-4FB9-8231-1B492C84BAF7}"/>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B0FCF8FD-E96B-45A2-80E4-6039EE53E21E}" type="slidenum">
              <a:rPr lang="en-US" altLang="en-US" sz="2400" smtClean="0"/>
              <a:pPr lvl="1">
                <a:spcBef>
                  <a:spcPct val="0"/>
                </a:spcBef>
                <a:buFontTx/>
                <a:buNone/>
              </a:pPr>
              <a:t>3</a:t>
            </a:fld>
            <a:endParaRPr lang="en-US" altLang="en-US" sz="2400"/>
          </a:p>
        </p:txBody>
      </p:sp>
      <p:sp>
        <p:nvSpPr>
          <p:cNvPr id="5" name="TextBox 4">
            <a:extLst>
              <a:ext uri="{FF2B5EF4-FFF2-40B4-BE49-F238E27FC236}">
                <a16:creationId xmlns:a16="http://schemas.microsoft.com/office/drawing/2014/main" id="{88E4B5F7-12FD-43F9-A275-6FEAB363A836}"/>
              </a:ext>
            </a:extLst>
          </p:cNvPr>
          <p:cNvSpPr txBox="1"/>
          <p:nvPr>
            <p:custDataLst>
              <p:tags r:id="rId4"/>
            </p:custDataLst>
          </p:nvPr>
        </p:nvSpPr>
        <p:spPr>
          <a:xfrm>
            <a:off x="609600" y="1414463"/>
            <a:ext cx="7848600" cy="2166937"/>
          </a:xfrm>
          <a:prstGeom prst="rect">
            <a:avLst/>
          </a:prstGeom>
          <a:noFill/>
        </p:spPr>
        <p:txBody>
          <a:bodyPr/>
          <a:lstStyle/>
          <a:p>
            <a:pPr>
              <a:defRPr/>
            </a:pPr>
            <a:r>
              <a:rPr lang="en-US" sz="2800" dirty="0">
                <a:latin typeface="+mn-lt"/>
              </a:rPr>
              <a:t>Provides a set of fundamental axioms for producing and interpreting knowledge, which serves as an accessible bridge between the student learner and the infinite capabilities and complexities of the natural world.</a:t>
            </a:r>
          </a:p>
        </p:txBody>
      </p:sp>
      <p:graphicFrame>
        <p:nvGraphicFramePr>
          <p:cNvPr id="6" name="Table 5">
            <a:extLst>
              <a:ext uri="{FF2B5EF4-FFF2-40B4-BE49-F238E27FC236}">
                <a16:creationId xmlns:a16="http://schemas.microsoft.com/office/drawing/2014/main" id="{0A555C71-1B95-4587-A934-CE10740971B4}"/>
              </a:ext>
            </a:extLst>
          </p:cNvPr>
          <p:cNvGraphicFramePr>
            <a:graphicFrameLocks noGrp="1"/>
          </p:cNvGraphicFramePr>
          <p:nvPr>
            <p:custDataLst>
              <p:tags r:id="rId5"/>
            </p:custDataLst>
            <p:extLst>
              <p:ext uri="{D42A27DB-BD31-4B8C-83A1-F6EECF244321}">
                <p14:modId xmlns:p14="http://schemas.microsoft.com/office/powerpoint/2010/main" val="3427376607"/>
              </p:ext>
            </p:extLst>
          </p:nvPr>
        </p:nvGraphicFramePr>
        <p:xfrm>
          <a:off x="2263775" y="3646488"/>
          <a:ext cx="4540250" cy="2730500"/>
        </p:xfrm>
        <a:graphic>
          <a:graphicData uri="http://schemas.openxmlformats.org/drawingml/2006/table">
            <a:tbl>
              <a:tblPr bandRow="1">
                <a:tableStyleId>{073A0DAA-6AF3-43AB-8588-CEC1D06C72B9}</a:tableStyleId>
              </a:tblPr>
              <a:tblGrid>
                <a:gridCol w="4540250">
                  <a:extLst>
                    <a:ext uri="{9D8B030D-6E8A-4147-A177-3AD203B41FA5}">
                      <a16:colId xmlns:a16="http://schemas.microsoft.com/office/drawing/2014/main" val="1083312925"/>
                    </a:ext>
                  </a:extLst>
                </a:gridCol>
              </a:tblGrid>
              <a:tr h="546100">
                <a:tc>
                  <a:txBody>
                    <a:bodyPr/>
                    <a:lstStyle/>
                    <a:p>
                      <a:pPr algn="ctr"/>
                      <a:r>
                        <a:rPr lang="en-US" sz="2400" b="1" dirty="0">
                          <a:solidFill>
                            <a:schemeClr val="tx1"/>
                          </a:solidFill>
                        </a:rPr>
                        <a:t>everyday people</a:t>
                      </a:r>
                    </a:p>
                  </a:txBody>
                  <a:tcPr marL="91428" marR="91428" marT="45724" marB="45724" anchor="ctr">
                    <a:lnL w="12700" cmpd="sng">
                      <a:noFill/>
                    </a:lnL>
                    <a:lnR w="12700" cmpd="sng">
                      <a:noFill/>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49682220"/>
                  </a:ext>
                </a:extLst>
              </a:tr>
              <a:tr h="546100">
                <a:tc>
                  <a:txBody>
                    <a:bodyPr/>
                    <a:lstStyle/>
                    <a:p>
                      <a:pPr algn="ctr"/>
                      <a:r>
                        <a:rPr lang="en-US" sz="2400" b="1" dirty="0">
                          <a:solidFill>
                            <a:schemeClr val="tx1"/>
                          </a:solidFill>
                        </a:rPr>
                        <a:t>services</a:t>
                      </a:r>
                    </a:p>
                  </a:txBody>
                  <a:tcPr marL="91428" marR="91428" marT="45724" marB="45724" anchor="ctr">
                    <a:lnL w="12700" cmpd="sng">
                      <a:noFill/>
                    </a:lnL>
                    <a:lnR w="12700" cmpd="sng">
                      <a:noFill/>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156280384"/>
                  </a:ext>
                </a:extLst>
              </a:tr>
              <a:tr h="546100">
                <a:tc>
                  <a:txBody>
                    <a:bodyPr/>
                    <a:lstStyle/>
                    <a:p>
                      <a:pPr algn="ctr"/>
                      <a:r>
                        <a:rPr lang="en-US" sz="2400" b="1" dirty="0">
                          <a:solidFill>
                            <a:schemeClr val="bg1"/>
                          </a:solidFill>
                        </a:rPr>
                        <a:t>education</a:t>
                      </a:r>
                    </a:p>
                  </a:txBody>
                  <a:tcPr marL="91428" marR="91428" marT="45724" marB="45724" anchor="ctr">
                    <a:lnL w="12700" cmpd="sng">
                      <a:noFill/>
                    </a:lnL>
                    <a:lnR w="12700" cmpd="sng">
                      <a:noFill/>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2445828952"/>
                  </a:ext>
                </a:extLst>
              </a:tr>
              <a:tr h="546100">
                <a:tc>
                  <a:txBody>
                    <a:bodyPr/>
                    <a:lstStyle/>
                    <a:p>
                      <a:pPr algn="ctr"/>
                      <a:r>
                        <a:rPr lang="en-US" sz="2400" b="1" dirty="0">
                          <a:solidFill>
                            <a:schemeClr val="tx1"/>
                          </a:solidFill>
                        </a:rPr>
                        <a:t>sciences</a:t>
                      </a:r>
                    </a:p>
                  </a:txBody>
                  <a:tcPr marL="91428" marR="91428" marT="45724" marB="45724" anchor="ctr">
                    <a:lnL w="12700" cmpd="sng">
                      <a:noFill/>
                    </a:lnL>
                    <a:lnR w="12700" cmpd="sng">
                      <a:noFill/>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797273923"/>
                  </a:ext>
                </a:extLst>
              </a:tr>
              <a:tr h="546100">
                <a:tc>
                  <a:txBody>
                    <a:bodyPr/>
                    <a:lstStyle/>
                    <a:p>
                      <a:pPr algn="ctr"/>
                      <a:r>
                        <a:rPr lang="en-US" sz="2400" b="1" dirty="0">
                          <a:solidFill>
                            <a:schemeClr val="tx1"/>
                          </a:solidFill>
                        </a:rPr>
                        <a:t>physical world</a:t>
                      </a:r>
                    </a:p>
                  </a:txBody>
                  <a:tcPr marL="91428" marR="91428" marT="45724" marB="45724" anchor="ctr">
                    <a:lnL w="12700" cmpd="sng">
                      <a:noFill/>
                    </a:lnL>
                    <a:lnR w="12700" cmpd="sng">
                      <a:noFill/>
                    </a:lnR>
                    <a:lnT w="571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606636316"/>
                  </a:ext>
                </a:extLst>
              </a:tr>
            </a:tbl>
          </a:graphicData>
        </a:graphic>
      </p:graphicFrame>
    </p:spTree>
    <p:custDataLst>
      <p:tags r:id="rId1"/>
    </p:custDataLst>
  </p:cSld>
  <p:clrMapOvr>
    <a:overrideClrMapping bg1="lt1" tx1="dk1" bg2="lt2" tx2="dk2" accent1="accent1" accent2="accent2" accent3="accent3" accent4="accent4" accent5="accent5" accent6="accent6" hlink="hlink" folHlink="folHlink"/>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0242" name="Rectangle 4">
            <a:extLst>
              <a:ext uri="{FF2B5EF4-FFF2-40B4-BE49-F238E27FC236}">
                <a16:creationId xmlns:a16="http://schemas.microsoft.com/office/drawing/2014/main" id="{729BD1AB-5142-4BA2-B082-BF6D9D6887CA}"/>
              </a:ext>
            </a:extLst>
          </p:cNvPr>
          <p:cNvSpPr>
            <a:spLocks noGrp="1"/>
          </p:cNvSpPr>
          <p:nvPr>
            <p:ph type="title"/>
            <p:custDataLst>
              <p:tags r:id="rId2"/>
            </p:custDataLst>
          </p:nvPr>
        </p:nvSpPr>
        <p:spPr>
          <a:xfrm>
            <a:off x="457200" y="274638"/>
            <a:ext cx="7696200" cy="1143000"/>
          </a:xfrm>
        </p:spPr>
        <p:txBody>
          <a:bodyPr/>
          <a:lstStyle/>
          <a:p>
            <a:pPr eaLnBrk="1" hangingPunct="1"/>
            <a:r>
              <a:rPr lang="en-US" altLang="en-US" dirty="0"/>
              <a:t>What is Computer Architecture?</a:t>
            </a:r>
          </a:p>
        </p:txBody>
      </p:sp>
      <p:sp>
        <p:nvSpPr>
          <p:cNvPr id="10243" name="Slide Number Placeholder 1">
            <a:extLst>
              <a:ext uri="{FF2B5EF4-FFF2-40B4-BE49-F238E27FC236}">
                <a16:creationId xmlns:a16="http://schemas.microsoft.com/office/drawing/2014/main" id="{EDD5DE90-4711-4AAE-BC0F-19CB40BED7F0}"/>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E34B6735-754B-4877-AAB4-39A6BB78DEAB}" type="slidenum">
              <a:rPr lang="en-US" altLang="en-US" sz="2400" smtClean="0"/>
              <a:pPr lvl="1">
                <a:spcBef>
                  <a:spcPct val="0"/>
                </a:spcBef>
                <a:buFontTx/>
                <a:buNone/>
              </a:pPr>
              <a:t>4</a:t>
            </a:fld>
            <a:endParaRPr lang="en-US" altLang="en-US" sz="2400"/>
          </a:p>
        </p:txBody>
      </p:sp>
      <p:sp>
        <p:nvSpPr>
          <p:cNvPr id="5" name="TextBox 4">
            <a:extLst>
              <a:ext uri="{FF2B5EF4-FFF2-40B4-BE49-F238E27FC236}">
                <a16:creationId xmlns:a16="http://schemas.microsoft.com/office/drawing/2014/main" id="{88E4B5F7-12FD-43F9-A275-6FEAB363A836}"/>
              </a:ext>
            </a:extLst>
          </p:cNvPr>
          <p:cNvSpPr txBox="1"/>
          <p:nvPr>
            <p:custDataLst>
              <p:tags r:id="rId4"/>
            </p:custDataLst>
          </p:nvPr>
        </p:nvSpPr>
        <p:spPr>
          <a:xfrm>
            <a:off x="609600" y="1414463"/>
            <a:ext cx="7848600" cy="2166937"/>
          </a:xfrm>
          <a:prstGeom prst="rect">
            <a:avLst/>
          </a:prstGeom>
          <a:noFill/>
        </p:spPr>
        <p:txBody>
          <a:bodyPr/>
          <a:lstStyle/>
          <a:p>
            <a:pPr>
              <a:defRPr/>
            </a:pPr>
            <a:r>
              <a:rPr lang="en-US" sz="2800" dirty="0">
                <a:latin typeface="+mn-lt"/>
              </a:rPr>
              <a:t>Provides a set of fundamental axioms for producing and interpreting </a:t>
            </a:r>
            <a:r>
              <a:rPr lang="en-US" sz="2800" b="1" dirty="0">
                <a:solidFill>
                  <a:schemeClr val="accent6">
                    <a:lumMod val="75000"/>
                  </a:schemeClr>
                </a:solidFill>
                <a:latin typeface="+mn-lt"/>
              </a:rPr>
              <a:t>data</a:t>
            </a:r>
            <a:r>
              <a:rPr lang="en-US" sz="2800" dirty="0">
                <a:latin typeface="+mn-lt"/>
              </a:rPr>
              <a:t>, which serves as an accessible bridge between the </a:t>
            </a:r>
            <a:r>
              <a:rPr lang="en-US" sz="2800" b="1" dirty="0">
                <a:solidFill>
                  <a:schemeClr val="accent6">
                    <a:lumMod val="75000"/>
                  </a:schemeClr>
                </a:solidFill>
                <a:latin typeface="+mn-lt"/>
              </a:rPr>
              <a:t>digital programmers </a:t>
            </a:r>
            <a:r>
              <a:rPr lang="en-US" sz="2800" dirty="0">
                <a:latin typeface="+mn-lt"/>
              </a:rPr>
              <a:t>and the infinite capabilities and complexities of the </a:t>
            </a:r>
            <a:r>
              <a:rPr lang="en-US" sz="2800" b="1" dirty="0">
                <a:solidFill>
                  <a:schemeClr val="accent6">
                    <a:lumMod val="75000"/>
                  </a:schemeClr>
                </a:solidFill>
                <a:latin typeface="+mn-lt"/>
              </a:rPr>
              <a:t>analog hardware</a:t>
            </a:r>
            <a:r>
              <a:rPr lang="en-US" sz="2800" dirty="0">
                <a:latin typeface="+mn-lt"/>
              </a:rPr>
              <a:t>.</a:t>
            </a:r>
          </a:p>
        </p:txBody>
      </p:sp>
      <p:graphicFrame>
        <p:nvGraphicFramePr>
          <p:cNvPr id="6" name="Table 5">
            <a:extLst>
              <a:ext uri="{FF2B5EF4-FFF2-40B4-BE49-F238E27FC236}">
                <a16:creationId xmlns:a16="http://schemas.microsoft.com/office/drawing/2014/main" id="{0A555C71-1B95-4587-A934-CE10740971B4}"/>
              </a:ext>
            </a:extLst>
          </p:cNvPr>
          <p:cNvGraphicFramePr>
            <a:graphicFrameLocks noGrp="1"/>
          </p:cNvGraphicFramePr>
          <p:nvPr>
            <p:custDataLst>
              <p:tags r:id="rId5"/>
            </p:custDataLst>
            <p:extLst>
              <p:ext uri="{D42A27DB-BD31-4B8C-83A1-F6EECF244321}">
                <p14:modId xmlns:p14="http://schemas.microsoft.com/office/powerpoint/2010/main" val="1023043647"/>
              </p:ext>
            </p:extLst>
          </p:nvPr>
        </p:nvGraphicFramePr>
        <p:xfrm>
          <a:off x="2263775" y="3646488"/>
          <a:ext cx="4540250" cy="2730500"/>
        </p:xfrm>
        <a:graphic>
          <a:graphicData uri="http://schemas.openxmlformats.org/drawingml/2006/table">
            <a:tbl>
              <a:tblPr bandRow="1">
                <a:tableStyleId>{073A0DAA-6AF3-43AB-8588-CEC1D06C72B9}</a:tableStyleId>
              </a:tblPr>
              <a:tblGrid>
                <a:gridCol w="4540250">
                  <a:extLst>
                    <a:ext uri="{9D8B030D-6E8A-4147-A177-3AD203B41FA5}">
                      <a16:colId xmlns:a16="http://schemas.microsoft.com/office/drawing/2014/main" val="1083312925"/>
                    </a:ext>
                  </a:extLst>
                </a:gridCol>
              </a:tblGrid>
              <a:tr h="546100">
                <a:tc>
                  <a:txBody>
                    <a:bodyPr/>
                    <a:lstStyle/>
                    <a:p>
                      <a:pPr algn="ctr"/>
                      <a:r>
                        <a:rPr lang="en-US" sz="2400" b="1" dirty="0">
                          <a:solidFill>
                            <a:schemeClr val="tx1"/>
                          </a:solidFill>
                        </a:rPr>
                        <a:t>everyday people</a:t>
                      </a:r>
                    </a:p>
                  </a:txBody>
                  <a:tcPr marL="91428" marR="91428" marT="45724" marB="45724" anchor="ctr">
                    <a:lnL w="12700" cmpd="sng">
                      <a:noFill/>
                    </a:lnL>
                    <a:lnR w="12700" cmpd="sng">
                      <a:noFill/>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149682220"/>
                  </a:ext>
                </a:extLst>
              </a:tr>
              <a:tr h="546100">
                <a:tc>
                  <a:txBody>
                    <a:bodyPr/>
                    <a:lstStyle/>
                    <a:p>
                      <a:pPr algn="ctr"/>
                      <a:r>
                        <a:rPr lang="en-US" sz="2400" b="1" dirty="0">
                          <a:solidFill>
                            <a:schemeClr val="tx1"/>
                          </a:solidFill>
                        </a:rPr>
                        <a:t>software services (OS, apps)</a:t>
                      </a:r>
                    </a:p>
                  </a:txBody>
                  <a:tcPr marL="91428" marR="91428" marT="45724" marB="45724" anchor="ctr">
                    <a:lnL w="12700" cmpd="sng">
                      <a:noFill/>
                    </a:lnL>
                    <a:lnR w="12700" cmpd="sng">
                      <a:noFill/>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3156280384"/>
                  </a:ext>
                </a:extLst>
              </a:tr>
              <a:tr h="546100">
                <a:tc>
                  <a:txBody>
                    <a:bodyPr/>
                    <a:lstStyle/>
                    <a:p>
                      <a:pPr algn="ctr"/>
                      <a:r>
                        <a:rPr lang="en-US" sz="2400" b="1" dirty="0">
                          <a:solidFill>
                            <a:schemeClr val="bg1"/>
                          </a:solidFill>
                        </a:rPr>
                        <a:t>computer architecture</a:t>
                      </a:r>
                    </a:p>
                  </a:txBody>
                  <a:tcPr marL="91428" marR="91428" marT="45724" marB="45724" anchor="ctr">
                    <a:lnL w="12700" cmpd="sng">
                      <a:noFill/>
                    </a:lnL>
                    <a:lnR w="12700" cmpd="sng">
                      <a:noFill/>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extLst>
                  <a:ext uri="{0D108BD9-81ED-4DB2-BD59-A6C34878D82A}">
                    <a16:rowId xmlns:a16="http://schemas.microsoft.com/office/drawing/2014/main" val="2445828952"/>
                  </a:ext>
                </a:extLst>
              </a:tr>
              <a:tr h="546100">
                <a:tc>
                  <a:txBody>
                    <a:bodyPr/>
                    <a:lstStyle/>
                    <a:p>
                      <a:pPr algn="ctr"/>
                      <a:r>
                        <a:rPr lang="en-US" sz="2400" b="1" dirty="0">
                          <a:solidFill>
                            <a:schemeClr val="tx1"/>
                          </a:solidFill>
                        </a:rPr>
                        <a:t>hardware circuits</a:t>
                      </a:r>
                    </a:p>
                  </a:txBody>
                  <a:tcPr marL="91428" marR="91428" marT="45724" marB="45724" anchor="ctr">
                    <a:lnL w="12700" cmpd="sng">
                      <a:noFill/>
                    </a:lnL>
                    <a:lnR w="12700" cmpd="sng">
                      <a:noFill/>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3797273923"/>
                  </a:ext>
                </a:extLst>
              </a:tr>
              <a:tr h="546100">
                <a:tc>
                  <a:txBody>
                    <a:bodyPr/>
                    <a:lstStyle/>
                    <a:p>
                      <a:pPr algn="ctr"/>
                      <a:r>
                        <a:rPr lang="en-US" sz="2400" b="1" dirty="0">
                          <a:solidFill>
                            <a:schemeClr val="tx1"/>
                          </a:solidFill>
                        </a:rPr>
                        <a:t>physical world</a:t>
                      </a:r>
                    </a:p>
                  </a:txBody>
                  <a:tcPr marL="91428" marR="91428" marT="45724" marB="45724" anchor="ctr">
                    <a:lnL w="12700" cmpd="sng">
                      <a:noFill/>
                    </a:lnL>
                    <a:lnR w="12700" cmpd="sng">
                      <a:noFill/>
                    </a:lnR>
                    <a:lnT w="571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2606636316"/>
                  </a:ext>
                </a:extLst>
              </a:tr>
            </a:tbl>
          </a:graphicData>
        </a:graphic>
      </p:graphicFrame>
    </p:spTree>
    <p:custDataLst>
      <p:tags r:id="rId1"/>
    </p:custDataLst>
  </p:cSld>
  <p:clrMapOvr>
    <a:overrideClrMapping bg1="lt1" tx1="dk1" bg2="lt2" tx2="dk2" accent1="accent1" accent2="accent2" accent3="accent3" accent4="accent4" accent5="accent5" accent6="accent6" hlink="hlink" folHlink="folHlink"/>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1266" name="Rectangle 4">
            <a:extLst>
              <a:ext uri="{FF2B5EF4-FFF2-40B4-BE49-F238E27FC236}">
                <a16:creationId xmlns:a16="http://schemas.microsoft.com/office/drawing/2014/main" id="{533E8C41-9CE1-4EAD-BF50-044C9E3902C1}"/>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Computer Architecture </a:t>
            </a:r>
          </a:p>
        </p:txBody>
      </p:sp>
      <p:sp>
        <p:nvSpPr>
          <p:cNvPr id="11267" name="Slide Number Placeholder 1">
            <a:extLst>
              <a:ext uri="{FF2B5EF4-FFF2-40B4-BE49-F238E27FC236}">
                <a16:creationId xmlns:a16="http://schemas.microsoft.com/office/drawing/2014/main" id="{4E34FE3E-F0C7-4EA5-90D5-688104A0D86E}"/>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81D06129-0A6B-4A8F-9588-551EA6B0C3E9}" type="slidenum">
              <a:rPr lang="en-US" altLang="en-US" sz="2400" smtClean="0"/>
              <a:pPr lvl="1">
                <a:spcBef>
                  <a:spcPct val="0"/>
                </a:spcBef>
                <a:buFontTx/>
                <a:buNone/>
              </a:pPr>
              <a:t>5</a:t>
            </a:fld>
            <a:endParaRPr lang="en-US" altLang="en-US" sz="2400"/>
          </a:p>
        </p:txBody>
      </p:sp>
      <p:graphicFrame>
        <p:nvGraphicFramePr>
          <p:cNvPr id="13" name="Diagram 12">
            <a:extLst>
              <a:ext uri="{FF2B5EF4-FFF2-40B4-BE49-F238E27FC236}">
                <a16:creationId xmlns:a16="http://schemas.microsoft.com/office/drawing/2014/main" id="{B4DF576C-2AD2-4EF6-8624-2A2F4B18B736}"/>
              </a:ext>
            </a:extLst>
          </p:cNvPr>
          <p:cNvGraphicFramePr/>
          <p:nvPr>
            <p:custDataLst>
              <p:tags r:id="rId4"/>
            </p:custDataLst>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ustDataLst>
      <p:tags r:id="rId1"/>
    </p:custDataLst>
  </p:cSld>
  <p:clrMapOvr>
    <a:overrideClrMapping bg1="lt1" tx1="dk1" bg2="lt2" tx2="dk2" accent1="accent1" accent2="accent2" accent3="accent3" accent4="accent4" accent5="accent5" accent6="accent6" hlink="hlink" folHlink="folHlink"/>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a:extLst>
              <a:ext uri="{FF2B5EF4-FFF2-40B4-BE49-F238E27FC236}">
                <a16:creationId xmlns:a16="http://schemas.microsoft.com/office/drawing/2014/main" id="{1A956376-406A-4B75-A710-F5F6BC2A0151}"/>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552 In Context</a:t>
            </a:r>
          </a:p>
        </p:txBody>
      </p:sp>
      <p:sp>
        <p:nvSpPr>
          <p:cNvPr id="15363" name="Rectangle 5">
            <a:extLst>
              <a:ext uri="{FF2B5EF4-FFF2-40B4-BE49-F238E27FC236}">
                <a16:creationId xmlns:a16="http://schemas.microsoft.com/office/drawing/2014/main" id="{5DF3A97C-6E35-4C13-9686-5C2A86636B5B}"/>
              </a:ext>
            </a:extLst>
          </p:cNvPr>
          <p:cNvSpPr>
            <a:spLocks noGrp="1" noChangeArrowheads="1"/>
          </p:cNvSpPr>
          <p:nvPr>
            <p:ph idx="1"/>
            <p:custDataLst>
              <p:tags r:id="rId3"/>
            </p:custDataLst>
          </p:nvPr>
        </p:nvSpPr>
        <p:spPr>
          <a:xfrm>
            <a:off x="685800" y="1828800"/>
            <a:ext cx="7772400" cy="4114800"/>
          </a:xfrm>
        </p:spPr>
        <p:txBody>
          <a:bodyPr rtlCol="0">
            <a:normAutofit/>
          </a:bodyPr>
          <a:lstStyle/>
          <a:p>
            <a:pPr eaLnBrk="1" fontAlgn="auto" hangingPunct="1">
              <a:lnSpc>
                <a:spcPct val="80000"/>
              </a:lnSpc>
              <a:spcAft>
                <a:spcPts val="0"/>
              </a:spcAft>
              <a:defRPr/>
            </a:pPr>
            <a:r>
              <a:rPr lang="en-US" altLang="en-US" sz="2800"/>
              <a:t>Prerequisites</a:t>
            </a:r>
          </a:p>
          <a:p>
            <a:pPr lvl="1" eaLnBrk="1" fontAlgn="auto" hangingPunct="1">
              <a:lnSpc>
                <a:spcPct val="90000"/>
              </a:lnSpc>
              <a:spcAft>
                <a:spcPts val="0"/>
              </a:spcAft>
              <a:buFont typeface="Arial" charset="0"/>
              <a:buChar char="–"/>
              <a:defRPr/>
            </a:pPr>
            <a:r>
              <a:rPr lang="en-US" altLang="en-US" sz="2400"/>
              <a:t>252/352 – gates, logic, memory, organization</a:t>
            </a:r>
          </a:p>
          <a:p>
            <a:pPr lvl="1" eaLnBrk="1" fontAlgn="auto" hangingPunct="1">
              <a:lnSpc>
                <a:spcPct val="90000"/>
              </a:lnSpc>
              <a:spcAft>
                <a:spcPts val="0"/>
              </a:spcAft>
              <a:buFont typeface="Arial" charset="0"/>
              <a:buChar char="–"/>
              <a:defRPr/>
            </a:pPr>
            <a:r>
              <a:rPr lang="en-US" altLang="en-US" sz="2400"/>
              <a:t>252/354 – high-level language down to machine language interface or </a:t>
            </a:r>
            <a:r>
              <a:rPr lang="en-US" altLang="en-US" sz="2400">
                <a:solidFill>
                  <a:schemeClr val="accent6">
                    <a:lumMod val="75000"/>
                  </a:schemeClr>
                </a:solidFill>
              </a:rPr>
              <a:t>instruction set architecture </a:t>
            </a:r>
            <a:r>
              <a:rPr lang="en-US" altLang="en-US" sz="2400"/>
              <a:t>(ISA)</a:t>
            </a:r>
          </a:p>
          <a:p>
            <a:pPr eaLnBrk="1" fontAlgn="auto" hangingPunct="1">
              <a:lnSpc>
                <a:spcPct val="80000"/>
              </a:lnSpc>
              <a:spcAft>
                <a:spcPts val="0"/>
              </a:spcAft>
              <a:defRPr/>
            </a:pPr>
            <a:r>
              <a:rPr lang="en-US" altLang="en-US" sz="2800"/>
              <a:t>This course – 552 – </a:t>
            </a:r>
            <a:r>
              <a:rPr lang="en-US" altLang="en-US" sz="2800">
                <a:solidFill>
                  <a:schemeClr val="accent6">
                    <a:lumMod val="75000"/>
                  </a:schemeClr>
                </a:solidFill>
              </a:rPr>
              <a:t>puts it all together</a:t>
            </a:r>
          </a:p>
          <a:p>
            <a:pPr lvl="1" eaLnBrk="1" fontAlgn="auto" hangingPunct="1">
              <a:lnSpc>
                <a:spcPct val="90000"/>
              </a:lnSpc>
              <a:spcAft>
                <a:spcPts val="0"/>
              </a:spcAft>
              <a:buFont typeface="Arial" charset="0"/>
              <a:buChar char="–"/>
              <a:defRPr/>
            </a:pPr>
            <a:r>
              <a:rPr lang="en-US" altLang="en-US" sz="2400"/>
              <a:t>Implement the logic that provides ISA interface</a:t>
            </a:r>
          </a:p>
          <a:p>
            <a:pPr lvl="1" eaLnBrk="1" fontAlgn="auto" hangingPunct="1">
              <a:lnSpc>
                <a:spcPct val="90000"/>
              </a:lnSpc>
              <a:spcAft>
                <a:spcPts val="0"/>
              </a:spcAft>
              <a:buFont typeface="Arial" charset="0"/>
              <a:buChar char="–"/>
              <a:defRPr/>
            </a:pPr>
            <a:r>
              <a:rPr lang="en-US" altLang="en-US" sz="2400"/>
              <a:t>Must do </a:t>
            </a:r>
            <a:r>
              <a:rPr lang="en-US" altLang="en-US" sz="2400" err="1"/>
              <a:t>datapath</a:t>
            </a:r>
            <a:r>
              <a:rPr lang="en-US" altLang="en-US" sz="2400"/>
              <a:t> and control, but no magic</a:t>
            </a:r>
          </a:p>
          <a:p>
            <a:pPr lvl="1" eaLnBrk="1" fontAlgn="auto" hangingPunct="1">
              <a:lnSpc>
                <a:spcPct val="90000"/>
              </a:lnSpc>
              <a:spcAft>
                <a:spcPts val="0"/>
              </a:spcAft>
              <a:buFont typeface="Arial" charset="0"/>
              <a:buChar char="–"/>
              <a:defRPr/>
            </a:pPr>
            <a:r>
              <a:rPr lang="en-US" altLang="en-US" sz="2400"/>
              <a:t>Manage tremendous complexity with abstraction</a:t>
            </a:r>
          </a:p>
          <a:p>
            <a:pPr eaLnBrk="1" fontAlgn="auto" hangingPunct="1">
              <a:lnSpc>
                <a:spcPct val="80000"/>
              </a:lnSpc>
              <a:spcAft>
                <a:spcPts val="0"/>
              </a:spcAft>
              <a:defRPr/>
            </a:pPr>
            <a:r>
              <a:rPr lang="en-US" altLang="en-US" sz="2800"/>
              <a:t>Follow-on courses explore trade-offs</a:t>
            </a:r>
          </a:p>
          <a:p>
            <a:pPr lvl="1" eaLnBrk="1" fontAlgn="auto" hangingPunct="1">
              <a:lnSpc>
                <a:spcPct val="90000"/>
              </a:lnSpc>
              <a:spcAft>
                <a:spcPts val="0"/>
              </a:spcAft>
              <a:buFont typeface="Arial" charset="0"/>
              <a:buChar char="–"/>
              <a:defRPr/>
            </a:pPr>
            <a:r>
              <a:rPr lang="en-US" altLang="en-US" sz="2400"/>
              <a:t>ECE 752, ECE 757</a:t>
            </a:r>
          </a:p>
        </p:txBody>
      </p:sp>
      <p:sp>
        <p:nvSpPr>
          <p:cNvPr id="13316" name="Slide Number Placeholder 8">
            <a:extLst>
              <a:ext uri="{FF2B5EF4-FFF2-40B4-BE49-F238E27FC236}">
                <a16:creationId xmlns:a16="http://schemas.microsoft.com/office/drawing/2014/main" id="{8DD37A82-D25B-4BEB-B776-164F35CA3652}"/>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A697B18E-D02E-458A-A601-42F5A465009A}" type="slidenum">
              <a:rPr lang="en-US" altLang="en-US" sz="2400" smtClean="0"/>
              <a:pPr lvl="1">
                <a:spcBef>
                  <a:spcPct val="0"/>
                </a:spcBef>
                <a:buFontTx/>
                <a:buNone/>
              </a:pPr>
              <a:t>6</a:t>
            </a:fld>
            <a:endParaRPr lang="en-US" altLang="en-US" sz="2400"/>
          </a:p>
        </p:txBody>
      </p:sp>
    </p:spTree>
    <p:custDataLst>
      <p:tags r:id="rId1"/>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4338" name="Slide Number Placeholder 8">
            <a:extLst>
              <a:ext uri="{FF2B5EF4-FFF2-40B4-BE49-F238E27FC236}">
                <a16:creationId xmlns:a16="http://schemas.microsoft.com/office/drawing/2014/main" id="{54AC7543-4FB0-46D8-9288-DFC602343E7D}"/>
              </a:ext>
            </a:extLst>
          </p:cNvPr>
          <p:cNvSpPr>
            <a:spLocks noGrp="1"/>
          </p:cNvSpPr>
          <p:nvPr>
            <p:ph type="sldNum" sz="quarter" idx="12"/>
            <p:custDataLst>
              <p:tags r:id="rId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BFCC844C-AAF8-488B-911E-9937A05B8FF3}" type="slidenum">
              <a:rPr lang="en-US" altLang="en-US" sz="2400" smtClean="0"/>
              <a:pPr lvl="1">
                <a:spcBef>
                  <a:spcPct val="0"/>
                </a:spcBef>
                <a:buFontTx/>
                <a:buNone/>
              </a:pPr>
              <a:t>7</a:t>
            </a:fld>
            <a:endParaRPr lang="en-US" altLang="en-US" sz="2400"/>
          </a:p>
        </p:txBody>
      </p:sp>
      <p:sp>
        <p:nvSpPr>
          <p:cNvPr id="18447" name="Rectangle 15">
            <a:extLst>
              <a:ext uri="{FF2B5EF4-FFF2-40B4-BE49-F238E27FC236}">
                <a16:creationId xmlns:a16="http://schemas.microsoft.com/office/drawing/2014/main" id="{71F665C3-19EA-491E-8D68-1BE9991E9562}"/>
              </a:ext>
            </a:extLst>
          </p:cNvPr>
          <p:cNvSpPr>
            <a:spLocks noChangeArrowheads="1"/>
          </p:cNvSpPr>
          <p:nvPr>
            <p:custDataLst>
              <p:tags r:id="rId3"/>
            </p:custDataLst>
          </p:nvPr>
        </p:nvSpPr>
        <p:spPr bwMode="auto">
          <a:xfrm>
            <a:off x="3200400" y="5638800"/>
            <a:ext cx="3124200" cy="609600"/>
          </a:xfrm>
          <a:prstGeom prst="rect">
            <a:avLst/>
          </a:prstGeom>
          <a:solidFill>
            <a:schemeClr val="bg1">
              <a:lumMod val="95000"/>
            </a:schemeClr>
          </a:solidFill>
          <a:ln>
            <a:noFill/>
          </a:ln>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defRPr/>
            </a:pPr>
            <a:r>
              <a:rPr lang="en-US" altLang="en-US" sz="2000">
                <a:latin typeface="+mn-lt"/>
              </a:rPr>
              <a:t>Semiconductor devices</a:t>
            </a:r>
          </a:p>
          <a:p>
            <a:pPr algn="ctr" eaLnBrk="1" hangingPunct="1">
              <a:spcBef>
                <a:spcPct val="0"/>
              </a:spcBef>
              <a:buFontTx/>
              <a:buNone/>
              <a:defRPr/>
            </a:pPr>
            <a:r>
              <a:rPr lang="en-US" altLang="en-US" sz="2000">
                <a:latin typeface="+mn-lt"/>
              </a:rPr>
              <a:t>ECE335</a:t>
            </a:r>
          </a:p>
        </p:txBody>
      </p:sp>
      <p:sp>
        <p:nvSpPr>
          <p:cNvPr id="18448" name="Rectangle 16">
            <a:extLst>
              <a:ext uri="{FF2B5EF4-FFF2-40B4-BE49-F238E27FC236}">
                <a16:creationId xmlns:a16="http://schemas.microsoft.com/office/drawing/2014/main" id="{16CDC2A3-1D1A-491C-A6FF-CDA810AE97D0}"/>
              </a:ext>
            </a:extLst>
          </p:cNvPr>
          <p:cNvSpPr>
            <a:spLocks noChangeArrowheads="1"/>
          </p:cNvSpPr>
          <p:nvPr>
            <p:custDataLst>
              <p:tags r:id="rId4"/>
            </p:custDataLst>
          </p:nvPr>
        </p:nvSpPr>
        <p:spPr bwMode="auto">
          <a:xfrm>
            <a:off x="3200400" y="5029200"/>
            <a:ext cx="3124200" cy="609600"/>
          </a:xfrm>
          <a:prstGeom prst="rect">
            <a:avLst/>
          </a:prstGeom>
          <a:solidFill>
            <a:schemeClr val="bg1">
              <a:lumMod val="75000"/>
            </a:schemeClr>
          </a:solidFill>
          <a:ln>
            <a:noFill/>
          </a:ln>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defRPr/>
            </a:pPr>
            <a:r>
              <a:rPr lang="en-US" altLang="en-US" sz="2000">
                <a:latin typeface="+mn-lt"/>
              </a:rPr>
              <a:t>Electronic circuits</a:t>
            </a:r>
          </a:p>
          <a:p>
            <a:pPr algn="ctr" eaLnBrk="1" hangingPunct="1">
              <a:spcBef>
                <a:spcPct val="0"/>
              </a:spcBef>
              <a:buFontTx/>
              <a:buNone/>
              <a:defRPr/>
            </a:pPr>
            <a:r>
              <a:rPr lang="en-US" altLang="en-US" sz="2000">
                <a:latin typeface="+mn-lt"/>
              </a:rPr>
              <a:t>ECE340</a:t>
            </a:r>
          </a:p>
        </p:txBody>
      </p:sp>
      <p:sp>
        <p:nvSpPr>
          <p:cNvPr id="18449" name="Rectangle 17">
            <a:extLst>
              <a:ext uri="{FF2B5EF4-FFF2-40B4-BE49-F238E27FC236}">
                <a16:creationId xmlns:a16="http://schemas.microsoft.com/office/drawing/2014/main" id="{4D05C07D-F8E2-4FCD-8D30-4A18D8A50966}"/>
              </a:ext>
            </a:extLst>
          </p:cNvPr>
          <p:cNvSpPr>
            <a:spLocks noChangeArrowheads="1"/>
          </p:cNvSpPr>
          <p:nvPr>
            <p:custDataLst>
              <p:tags r:id="rId5"/>
            </p:custDataLst>
          </p:nvPr>
        </p:nvSpPr>
        <p:spPr bwMode="auto">
          <a:xfrm>
            <a:off x="3200400" y="4343400"/>
            <a:ext cx="3124200" cy="685800"/>
          </a:xfrm>
          <a:prstGeom prst="rect">
            <a:avLst/>
          </a:prstGeom>
          <a:solidFill>
            <a:schemeClr val="accent6">
              <a:lumMod val="75000"/>
            </a:schemeClr>
          </a:solidFill>
          <a:ln>
            <a:noFill/>
          </a:ln>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defRPr/>
            </a:pPr>
            <a:r>
              <a:rPr lang="en-US" altLang="en-US" sz="2000">
                <a:latin typeface="+mn-lt"/>
              </a:rPr>
              <a:t>Digital Logic</a:t>
            </a:r>
          </a:p>
          <a:p>
            <a:pPr algn="ctr" eaLnBrk="1" hangingPunct="1">
              <a:spcBef>
                <a:spcPct val="0"/>
              </a:spcBef>
              <a:buFontTx/>
              <a:buNone/>
              <a:defRPr/>
            </a:pPr>
            <a:r>
              <a:rPr lang="en-US" altLang="en-US" sz="2000">
                <a:latin typeface="+mn-lt"/>
              </a:rPr>
              <a:t>ECE352</a:t>
            </a:r>
          </a:p>
        </p:txBody>
      </p:sp>
      <p:sp>
        <p:nvSpPr>
          <p:cNvPr id="18450" name="Rectangle 22">
            <a:extLst>
              <a:ext uri="{FF2B5EF4-FFF2-40B4-BE49-F238E27FC236}">
                <a16:creationId xmlns:a16="http://schemas.microsoft.com/office/drawing/2014/main" id="{9ACF9541-DF58-4B5F-8BF8-E8D7508C187D}"/>
              </a:ext>
            </a:extLst>
          </p:cNvPr>
          <p:cNvSpPr>
            <a:spLocks noChangeArrowheads="1"/>
          </p:cNvSpPr>
          <p:nvPr>
            <p:custDataLst>
              <p:tags r:id="rId6"/>
            </p:custDataLst>
          </p:nvPr>
        </p:nvSpPr>
        <p:spPr bwMode="auto">
          <a:xfrm>
            <a:off x="3200400" y="3657600"/>
            <a:ext cx="3124200" cy="685800"/>
          </a:xfrm>
          <a:prstGeom prst="rect">
            <a:avLst/>
          </a:prstGeom>
          <a:solidFill>
            <a:schemeClr val="accent6"/>
          </a:solidFill>
          <a:ln>
            <a:noFill/>
          </a:ln>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defRPr/>
            </a:pPr>
            <a:r>
              <a:rPr lang="en-US" altLang="en-US" sz="2000">
                <a:latin typeface="+mn-lt"/>
              </a:rPr>
              <a:t>Machine Language (ISA)</a:t>
            </a:r>
          </a:p>
          <a:p>
            <a:pPr algn="ctr" eaLnBrk="1" hangingPunct="1">
              <a:spcBef>
                <a:spcPct val="0"/>
              </a:spcBef>
              <a:buFontTx/>
              <a:buNone/>
              <a:defRPr/>
            </a:pPr>
            <a:r>
              <a:rPr lang="en-US" altLang="en-US" sz="2000">
                <a:latin typeface="+mn-lt"/>
              </a:rPr>
              <a:t>CS354</a:t>
            </a:r>
          </a:p>
        </p:txBody>
      </p:sp>
      <p:sp>
        <p:nvSpPr>
          <p:cNvPr id="18451" name="Rectangle 23">
            <a:extLst>
              <a:ext uri="{FF2B5EF4-FFF2-40B4-BE49-F238E27FC236}">
                <a16:creationId xmlns:a16="http://schemas.microsoft.com/office/drawing/2014/main" id="{FA28FBFF-1B5F-4D9A-A31B-D79ECCC8C5B8}"/>
              </a:ext>
            </a:extLst>
          </p:cNvPr>
          <p:cNvSpPr>
            <a:spLocks noChangeArrowheads="1"/>
          </p:cNvSpPr>
          <p:nvPr>
            <p:custDataLst>
              <p:tags r:id="rId7"/>
            </p:custDataLst>
          </p:nvPr>
        </p:nvSpPr>
        <p:spPr bwMode="auto">
          <a:xfrm>
            <a:off x="3200400" y="2971800"/>
            <a:ext cx="1562100" cy="685800"/>
          </a:xfrm>
          <a:prstGeom prst="rect">
            <a:avLst/>
          </a:prstGeom>
          <a:solidFill>
            <a:schemeClr val="bg1">
              <a:lumMod val="65000"/>
            </a:schemeClr>
          </a:solidFill>
          <a:ln>
            <a:noFill/>
          </a:ln>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defRPr/>
            </a:pPr>
            <a:r>
              <a:rPr lang="en-US" altLang="en-US" sz="2000">
                <a:latin typeface="+mn-lt"/>
              </a:rPr>
              <a:t>Compiler</a:t>
            </a:r>
          </a:p>
          <a:p>
            <a:pPr algn="ctr" eaLnBrk="1" hangingPunct="1">
              <a:spcBef>
                <a:spcPct val="0"/>
              </a:spcBef>
              <a:buFontTx/>
              <a:buNone/>
              <a:defRPr/>
            </a:pPr>
            <a:r>
              <a:rPr lang="en-US" altLang="en-US" sz="2000">
                <a:latin typeface="+mn-lt"/>
              </a:rPr>
              <a:t>CS536</a:t>
            </a:r>
          </a:p>
        </p:txBody>
      </p:sp>
      <p:sp>
        <p:nvSpPr>
          <p:cNvPr id="18452" name="Rectangle 37">
            <a:extLst>
              <a:ext uri="{FF2B5EF4-FFF2-40B4-BE49-F238E27FC236}">
                <a16:creationId xmlns:a16="http://schemas.microsoft.com/office/drawing/2014/main" id="{BD769E0C-B74F-4568-BF1C-C39EE1620B51}"/>
              </a:ext>
            </a:extLst>
          </p:cNvPr>
          <p:cNvSpPr>
            <a:spLocks noChangeArrowheads="1"/>
          </p:cNvSpPr>
          <p:nvPr>
            <p:custDataLst>
              <p:tags r:id="rId8"/>
            </p:custDataLst>
          </p:nvPr>
        </p:nvSpPr>
        <p:spPr bwMode="auto">
          <a:xfrm>
            <a:off x="3200400" y="1676400"/>
            <a:ext cx="3124200" cy="609600"/>
          </a:xfrm>
          <a:prstGeom prst="rect">
            <a:avLst/>
          </a:prstGeom>
          <a:solidFill>
            <a:schemeClr val="bg1">
              <a:lumMod val="95000"/>
            </a:schemeClr>
          </a:solidFill>
          <a:ln>
            <a:noFill/>
          </a:ln>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defRPr/>
            </a:pPr>
            <a:r>
              <a:rPr lang="en-US" altLang="en-US" sz="2000">
                <a:latin typeface="+mn-lt"/>
              </a:rPr>
              <a:t>Application Program</a:t>
            </a:r>
          </a:p>
          <a:p>
            <a:pPr algn="ctr" eaLnBrk="1" hangingPunct="1">
              <a:spcBef>
                <a:spcPct val="0"/>
              </a:spcBef>
              <a:buFontTx/>
              <a:buNone/>
              <a:defRPr/>
            </a:pPr>
            <a:r>
              <a:rPr lang="en-US" altLang="en-US" sz="2000">
                <a:latin typeface="+mn-lt"/>
              </a:rPr>
              <a:t>CS302</a:t>
            </a:r>
          </a:p>
        </p:txBody>
      </p:sp>
      <p:sp>
        <p:nvSpPr>
          <p:cNvPr id="18453" name="Rectangle 38">
            <a:extLst>
              <a:ext uri="{FF2B5EF4-FFF2-40B4-BE49-F238E27FC236}">
                <a16:creationId xmlns:a16="http://schemas.microsoft.com/office/drawing/2014/main" id="{204E0757-A11B-4002-A934-E2B82F4870A2}"/>
              </a:ext>
            </a:extLst>
          </p:cNvPr>
          <p:cNvSpPr>
            <a:spLocks noChangeArrowheads="1"/>
          </p:cNvSpPr>
          <p:nvPr>
            <p:custDataLst>
              <p:tags r:id="rId9"/>
            </p:custDataLst>
          </p:nvPr>
        </p:nvSpPr>
        <p:spPr bwMode="auto">
          <a:xfrm>
            <a:off x="3200400" y="2286000"/>
            <a:ext cx="814388" cy="685800"/>
          </a:xfrm>
          <a:prstGeom prst="rect">
            <a:avLst/>
          </a:prstGeom>
          <a:solidFill>
            <a:schemeClr val="bg1">
              <a:lumMod val="95000"/>
            </a:schemeClr>
          </a:solidFill>
          <a:ln>
            <a:noFill/>
          </a:ln>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defRPr/>
            </a:pPr>
            <a:endParaRPr lang="en-US" altLang="en-US" sz="2000">
              <a:latin typeface="+mn-lt"/>
            </a:endParaRPr>
          </a:p>
        </p:txBody>
      </p:sp>
      <p:grpSp>
        <p:nvGrpSpPr>
          <p:cNvPr id="14351" name="Group 47">
            <a:extLst>
              <a:ext uri="{FF2B5EF4-FFF2-40B4-BE49-F238E27FC236}">
                <a16:creationId xmlns:a16="http://schemas.microsoft.com/office/drawing/2014/main" id="{3B2E74A0-9936-4C68-AF5D-31735A6F603B}"/>
              </a:ext>
            </a:extLst>
          </p:cNvPr>
          <p:cNvGrpSpPr>
            <a:grpSpLocks/>
          </p:cNvGrpSpPr>
          <p:nvPr>
            <p:custDataLst>
              <p:tags r:id="rId10"/>
            </p:custDataLst>
          </p:nvPr>
        </p:nvGrpSpPr>
        <p:grpSpPr bwMode="auto">
          <a:xfrm>
            <a:off x="4014788" y="2286000"/>
            <a:ext cx="2309813" cy="1371600"/>
            <a:chOff x="2544" y="1488"/>
            <a:chExt cx="1632" cy="864"/>
          </a:xfrm>
          <a:solidFill>
            <a:schemeClr val="bg1">
              <a:lumMod val="75000"/>
            </a:schemeClr>
          </a:solidFill>
        </p:grpSpPr>
        <p:sp>
          <p:nvSpPr>
            <p:cNvPr id="18456" name="Rectangle 26">
              <a:extLst>
                <a:ext uri="{FF2B5EF4-FFF2-40B4-BE49-F238E27FC236}">
                  <a16:creationId xmlns:a16="http://schemas.microsoft.com/office/drawing/2014/main" id="{4D259DE2-C1B6-4A84-AF1A-94D67A582680}"/>
                </a:ext>
              </a:extLst>
            </p:cNvPr>
            <p:cNvSpPr>
              <a:spLocks noChangeArrowheads="1"/>
            </p:cNvSpPr>
            <p:nvPr>
              <p:custDataLst>
                <p:tags r:id="rId15"/>
              </p:custDataLst>
            </p:nvPr>
          </p:nvSpPr>
          <p:spPr bwMode="auto">
            <a:xfrm>
              <a:off x="2544" y="1488"/>
              <a:ext cx="1632" cy="432"/>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defRPr/>
              </a:pPr>
              <a:r>
                <a:rPr lang="en-US" altLang="en-US" sz="2000">
                  <a:latin typeface="+mn-lt"/>
                </a:rPr>
                <a:t>Operating System</a:t>
              </a:r>
            </a:p>
          </p:txBody>
        </p:sp>
        <p:sp>
          <p:nvSpPr>
            <p:cNvPr id="18457" name="Rectangle 30">
              <a:extLst>
                <a:ext uri="{FF2B5EF4-FFF2-40B4-BE49-F238E27FC236}">
                  <a16:creationId xmlns:a16="http://schemas.microsoft.com/office/drawing/2014/main" id="{60E26DD4-C7B7-4B6F-80D6-DE682BF61DC7}"/>
                </a:ext>
              </a:extLst>
            </p:cNvPr>
            <p:cNvSpPr>
              <a:spLocks noChangeArrowheads="1"/>
            </p:cNvSpPr>
            <p:nvPr>
              <p:custDataLst>
                <p:tags r:id="rId16"/>
              </p:custDataLst>
            </p:nvPr>
          </p:nvSpPr>
          <p:spPr bwMode="auto">
            <a:xfrm>
              <a:off x="3072" y="1920"/>
              <a:ext cx="1104" cy="432"/>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defRPr/>
              </a:pPr>
              <a:endParaRPr lang="en-US" altLang="en-US" sz="2000">
                <a:latin typeface="+mn-lt"/>
              </a:endParaRPr>
            </a:p>
          </p:txBody>
        </p:sp>
        <p:sp>
          <p:nvSpPr>
            <p:cNvPr id="18458" name="Text Box 46">
              <a:extLst>
                <a:ext uri="{FF2B5EF4-FFF2-40B4-BE49-F238E27FC236}">
                  <a16:creationId xmlns:a16="http://schemas.microsoft.com/office/drawing/2014/main" id="{3585FDC4-400C-4D14-AAD1-8E0743683F10}"/>
                </a:ext>
              </a:extLst>
            </p:cNvPr>
            <p:cNvSpPr txBox="1">
              <a:spLocks noChangeArrowheads="1"/>
            </p:cNvSpPr>
            <p:nvPr>
              <p:custDataLst>
                <p:tags r:id="rId17"/>
              </p:custDataLst>
            </p:nvPr>
          </p:nvSpPr>
          <p:spPr bwMode="auto">
            <a:xfrm>
              <a:off x="3216" y="1999"/>
              <a:ext cx="587" cy="252"/>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defRPr/>
              </a:pPr>
              <a:r>
                <a:rPr lang="en-US" altLang="en-US" sz="2000">
                  <a:latin typeface="+mn-lt"/>
                </a:rPr>
                <a:t>CS537</a:t>
              </a:r>
            </a:p>
          </p:txBody>
        </p:sp>
      </p:grpSp>
      <p:sp>
        <p:nvSpPr>
          <p:cNvPr id="18455" name="Rectangle 54">
            <a:extLst>
              <a:ext uri="{FF2B5EF4-FFF2-40B4-BE49-F238E27FC236}">
                <a16:creationId xmlns:a16="http://schemas.microsoft.com/office/drawing/2014/main" id="{3D3B7D32-323C-4416-9EAE-0054C6AC70B0}"/>
              </a:ext>
            </a:extLst>
          </p:cNvPr>
          <p:cNvSpPr>
            <a:spLocks noChangeArrowheads="1"/>
          </p:cNvSpPr>
          <p:nvPr>
            <p:custDataLst>
              <p:tags r:id="rId11"/>
            </p:custDataLst>
          </p:nvPr>
        </p:nvSpPr>
        <p:spPr bwMode="auto">
          <a:xfrm>
            <a:off x="3200400" y="1676400"/>
            <a:ext cx="3124200" cy="457200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defRPr/>
            </a:pPr>
            <a:endParaRPr lang="en-US" altLang="en-US" sz="2400">
              <a:latin typeface="+mn-lt"/>
            </a:endParaRPr>
          </a:p>
        </p:txBody>
      </p:sp>
      <p:sp>
        <p:nvSpPr>
          <p:cNvPr id="14341" name="Rectangle 4">
            <a:extLst>
              <a:ext uri="{FF2B5EF4-FFF2-40B4-BE49-F238E27FC236}">
                <a16:creationId xmlns:a16="http://schemas.microsoft.com/office/drawing/2014/main" id="{57292732-AA7C-4ACC-AFE5-9670D758714E}"/>
              </a:ext>
            </a:extLst>
          </p:cNvPr>
          <p:cNvSpPr>
            <a:spLocks noGrp="1"/>
          </p:cNvSpPr>
          <p:nvPr>
            <p:ph type="title"/>
            <p:custDataLst>
              <p:tags r:id="rId12"/>
            </p:custDataLst>
          </p:nvPr>
        </p:nvSpPr>
        <p:spPr>
          <a:xfrm>
            <a:off x="457200" y="274638"/>
            <a:ext cx="7467600" cy="1143000"/>
          </a:xfrm>
        </p:spPr>
        <p:txBody>
          <a:bodyPr/>
          <a:lstStyle/>
          <a:p>
            <a:pPr eaLnBrk="1" hangingPunct="1"/>
            <a:r>
              <a:rPr lang="en-US" altLang="en-US"/>
              <a:t>552 In Context</a:t>
            </a:r>
          </a:p>
        </p:txBody>
      </p:sp>
      <p:sp>
        <p:nvSpPr>
          <p:cNvPr id="2" name="TextBox 1">
            <a:extLst>
              <a:ext uri="{FF2B5EF4-FFF2-40B4-BE49-F238E27FC236}">
                <a16:creationId xmlns:a16="http://schemas.microsoft.com/office/drawing/2014/main" id="{E3818AEA-D35B-470E-849D-22E199D3134C}"/>
              </a:ext>
            </a:extLst>
          </p:cNvPr>
          <p:cNvSpPr txBox="1"/>
          <p:nvPr>
            <p:custDataLst>
              <p:tags r:id="rId13"/>
            </p:custDataLst>
          </p:nvPr>
        </p:nvSpPr>
        <p:spPr>
          <a:xfrm>
            <a:off x="1828800" y="4051012"/>
            <a:ext cx="1143000" cy="584775"/>
          </a:xfrm>
          <a:prstGeom prst="rect">
            <a:avLst/>
          </a:prstGeom>
          <a:noFill/>
        </p:spPr>
        <p:txBody>
          <a:bodyPr wrap="square" rtlCol="0">
            <a:spAutoFit/>
          </a:bodyPr>
          <a:lstStyle/>
          <a:p>
            <a:pPr algn="ctr"/>
            <a:r>
              <a:rPr lang="en-US" sz="1600" b="1">
                <a:solidFill>
                  <a:schemeClr val="accent6">
                    <a:lumMod val="75000"/>
                  </a:schemeClr>
                </a:solidFill>
                <a:latin typeface="+mn-lt"/>
              </a:rPr>
              <a:t>scope of this course</a:t>
            </a:r>
          </a:p>
        </p:txBody>
      </p:sp>
      <p:sp>
        <p:nvSpPr>
          <p:cNvPr id="5" name="Left Brace 4">
            <a:extLst>
              <a:ext uri="{FF2B5EF4-FFF2-40B4-BE49-F238E27FC236}">
                <a16:creationId xmlns:a16="http://schemas.microsoft.com/office/drawing/2014/main" id="{FCA207EA-8369-4E23-8089-910B1C57D387}"/>
              </a:ext>
            </a:extLst>
          </p:cNvPr>
          <p:cNvSpPr/>
          <p:nvPr>
            <p:custDataLst>
              <p:tags r:id="rId14"/>
            </p:custDataLst>
          </p:nvPr>
        </p:nvSpPr>
        <p:spPr>
          <a:xfrm>
            <a:off x="2819400" y="3657600"/>
            <a:ext cx="304800" cy="1371600"/>
          </a:xfrm>
          <a:prstGeom prst="leftBrac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ustDataLst>
      <p:tags r:id="rId1"/>
    </p:custDataLst>
  </p:cSld>
  <p:clrMapOvr>
    <a:overrideClrMapping bg1="lt1" tx1="dk1" bg2="lt2" tx2="dk2" accent1="accent1" accent2="accent2" accent3="accent3" accent4="accent4" accent5="accent5" accent6="accent6" hlink="hlink" folHlink="folHlink"/>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a:extLst>
              <a:ext uri="{FF2B5EF4-FFF2-40B4-BE49-F238E27FC236}">
                <a16:creationId xmlns:a16="http://schemas.microsoft.com/office/drawing/2014/main" id="{1745DD05-75FF-486E-9782-30158DB15E6F}"/>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Why Take 552?</a:t>
            </a:r>
          </a:p>
        </p:txBody>
      </p:sp>
      <p:sp>
        <p:nvSpPr>
          <p:cNvPr id="16387" name="Rectangle 5">
            <a:extLst>
              <a:ext uri="{FF2B5EF4-FFF2-40B4-BE49-F238E27FC236}">
                <a16:creationId xmlns:a16="http://schemas.microsoft.com/office/drawing/2014/main" id="{BF78106F-76B9-4B33-9B9F-D3337D970457}"/>
              </a:ext>
            </a:extLst>
          </p:cNvPr>
          <p:cNvSpPr>
            <a:spLocks noGrp="1" noChangeArrowheads="1"/>
          </p:cNvSpPr>
          <p:nvPr>
            <p:ph idx="1"/>
            <p:custDataLst>
              <p:tags r:id="rId3"/>
            </p:custDataLst>
          </p:nvPr>
        </p:nvSpPr>
        <p:spPr>
          <a:xfrm>
            <a:off x="685800" y="1752600"/>
            <a:ext cx="7772400" cy="4419600"/>
          </a:xfrm>
        </p:spPr>
        <p:txBody>
          <a:bodyPr rtlCol="0">
            <a:normAutofit lnSpcReduction="10000"/>
          </a:bodyPr>
          <a:lstStyle/>
          <a:p>
            <a:pPr eaLnBrk="1" fontAlgn="auto" hangingPunct="1">
              <a:spcAft>
                <a:spcPts val="0"/>
              </a:spcAft>
              <a:defRPr/>
            </a:pPr>
            <a:r>
              <a:rPr lang="en-US" altLang="en-US" sz="2800"/>
              <a:t>To become a computer designer</a:t>
            </a:r>
          </a:p>
          <a:p>
            <a:pPr lvl="1" eaLnBrk="1" fontAlgn="auto" hangingPunct="1">
              <a:spcAft>
                <a:spcPts val="0"/>
              </a:spcAft>
              <a:buFont typeface="Arial" charset="0"/>
              <a:buChar char="–"/>
              <a:defRPr/>
            </a:pPr>
            <a:r>
              <a:rPr lang="en-US" altLang="en-US" sz="2400"/>
              <a:t>Alumni of this class helped design your computer</a:t>
            </a:r>
          </a:p>
          <a:p>
            <a:pPr eaLnBrk="1" fontAlgn="auto" hangingPunct="1">
              <a:spcAft>
                <a:spcPts val="0"/>
              </a:spcAft>
              <a:defRPr/>
            </a:pPr>
            <a:r>
              <a:rPr lang="en-US" altLang="en-US" sz="2800"/>
              <a:t>To learn what is </a:t>
            </a:r>
            <a:r>
              <a:rPr lang="en-US" altLang="en-US" sz="2800" i="1">
                <a:solidFill>
                  <a:schemeClr val="accent6">
                    <a:lumMod val="75000"/>
                  </a:schemeClr>
                </a:solidFill>
              </a:rPr>
              <a:t>under the hood</a:t>
            </a:r>
            <a:r>
              <a:rPr lang="en-US" altLang="en-US" sz="2800">
                <a:solidFill>
                  <a:schemeClr val="accent6">
                    <a:lumMod val="75000"/>
                  </a:schemeClr>
                </a:solidFill>
              </a:rPr>
              <a:t> </a:t>
            </a:r>
            <a:r>
              <a:rPr lang="en-US" altLang="en-US" sz="2800"/>
              <a:t>of a computer</a:t>
            </a:r>
          </a:p>
          <a:p>
            <a:pPr lvl="1" eaLnBrk="1" fontAlgn="auto" hangingPunct="1">
              <a:spcAft>
                <a:spcPts val="0"/>
              </a:spcAft>
              <a:buFont typeface="Arial" charset="0"/>
              <a:buChar char="–"/>
              <a:defRPr/>
            </a:pPr>
            <a:r>
              <a:rPr lang="en-US" altLang="en-US" sz="2400"/>
              <a:t>Innate curiosity</a:t>
            </a:r>
          </a:p>
          <a:p>
            <a:pPr lvl="1" eaLnBrk="1" fontAlgn="auto" hangingPunct="1">
              <a:spcAft>
                <a:spcPts val="0"/>
              </a:spcAft>
              <a:buFont typeface="Arial" charset="0"/>
              <a:buChar char="–"/>
              <a:defRPr/>
            </a:pPr>
            <a:r>
              <a:rPr lang="en-US" altLang="en-US" sz="2400"/>
              <a:t>To better understand when things break</a:t>
            </a:r>
          </a:p>
          <a:p>
            <a:pPr lvl="1" eaLnBrk="1" fontAlgn="auto" hangingPunct="1">
              <a:spcAft>
                <a:spcPts val="0"/>
              </a:spcAft>
              <a:buFont typeface="Arial" charset="0"/>
              <a:buChar char="–"/>
              <a:defRPr/>
            </a:pPr>
            <a:r>
              <a:rPr lang="en-US" altLang="en-US" sz="2400"/>
              <a:t>To write better code/applications</a:t>
            </a:r>
          </a:p>
          <a:p>
            <a:pPr lvl="1" eaLnBrk="1" fontAlgn="auto" hangingPunct="1">
              <a:spcAft>
                <a:spcPts val="0"/>
              </a:spcAft>
              <a:buFont typeface="Arial" charset="0"/>
              <a:buChar char="–"/>
              <a:defRPr/>
            </a:pPr>
            <a:r>
              <a:rPr lang="en-US" altLang="en-US" sz="2400"/>
              <a:t>To write better system software (O/S, compiler, etc.)</a:t>
            </a:r>
          </a:p>
          <a:p>
            <a:pPr eaLnBrk="1" fontAlgn="auto" hangingPunct="1">
              <a:spcAft>
                <a:spcPts val="0"/>
              </a:spcAft>
              <a:defRPr/>
            </a:pPr>
            <a:r>
              <a:rPr lang="en-US" altLang="en-US" sz="2800"/>
              <a:t>Because it is intellectually fascinating!</a:t>
            </a:r>
          </a:p>
          <a:p>
            <a:pPr lvl="1" eaLnBrk="1" fontAlgn="auto" hangingPunct="1">
              <a:spcAft>
                <a:spcPts val="0"/>
              </a:spcAft>
              <a:buFont typeface="Arial" charset="0"/>
              <a:buChar char="–"/>
              <a:defRPr/>
            </a:pPr>
            <a:r>
              <a:rPr lang="en-US" altLang="en-US" sz="2400"/>
              <a:t>CPUs are arguably the most complex highly-integrated man-made devices</a:t>
            </a:r>
          </a:p>
        </p:txBody>
      </p:sp>
      <p:sp>
        <p:nvSpPr>
          <p:cNvPr id="12292" name="Slide Number Placeholder 1">
            <a:extLst>
              <a:ext uri="{FF2B5EF4-FFF2-40B4-BE49-F238E27FC236}">
                <a16:creationId xmlns:a16="http://schemas.microsoft.com/office/drawing/2014/main" id="{9712DE90-D545-4578-8705-99906940C127}"/>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EDD1460E-69EE-4BC8-BABB-B46A1C59AE12}" type="slidenum">
              <a:rPr lang="en-US" altLang="en-US" sz="2400" smtClean="0"/>
              <a:pPr lvl="1">
                <a:spcBef>
                  <a:spcPct val="0"/>
                </a:spcBef>
                <a:buFontTx/>
                <a:buNone/>
              </a:pPr>
              <a:t>8</a:t>
            </a:fld>
            <a:endParaRPr lang="en-US" altLang="en-US" sz="2400"/>
          </a:p>
        </p:txBody>
      </p:sp>
    </p:spTree>
    <p:custDataLst>
      <p:tags r:id="rId1"/>
    </p:custData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5362" name="Rectangle 4">
            <a:extLst>
              <a:ext uri="{FF2B5EF4-FFF2-40B4-BE49-F238E27FC236}">
                <a16:creationId xmlns:a16="http://schemas.microsoft.com/office/drawing/2014/main" id="{AF46D626-7E37-4A1B-95E7-962FF4630117}"/>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Computer Architecture</a:t>
            </a:r>
          </a:p>
        </p:txBody>
      </p:sp>
      <p:sp>
        <p:nvSpPr>
          <p:cNvPr id="15363" name="Rectangle 5">
            <a:extLst>
              <a:ext uri="{FF2B5EF4-FFF2-40B4-BE49-F238E27FC236}">
                <a16:creationId xmlns:a16="http://schemas.microsoft.com/office/drawing/2014/main" id="{4BD7B30B-2D5A-415E-8C03-33AE783DF771}"/>
              </a:ext>
            </a:extLst>
          </p:cNvPr>
          <p:cNvSpPr>
            <a:spLocks noGrp="1"/>
          </p:cNvSpPr>
          <p:nvPr>
            <p:ph idx="1"/>
            <p:custDataLst>
              <p:tags r:id="rId3"/>
            </p:custDataLst>
          </p:nvPr>
        </p:nvSpPr>
        <p:spPr>
          <a:xfrm>
            <a:off x="609600" y="1600200"/>
            <a:ext cx="7772400" cy="4495800"/>
          </a:xfrm>
        </p:spPr>
        <p:txBody>
          <a:bodyPr/>
          <a:lstStyle/>
          <a:p>
            <a:pPr eaLnBrk="1" hangingPunct="1">
              <a:lnSpc>
                <a:spcPct val="80000"/>
              </a:lnSpc>
            </a:pPr>
            <a:r>
              <a:rPr lang="en-US" altLang="en-US" sz="2800"/>
              <a:t>Exercise in engineering tradeoff analysis</a:t>
            </a:r>
          </a:p>
          <a:p>
            <a:pPr lvl="1" eaLnBrk="1" hangingPunct="1">
              <a:lnSpc>
                <a:spcPct val="90000"/>
              </a:lnSpc>
            </a:pPr>
            <a:r>
              <a:rPr lang="en-US" altLang="en-US" sz="2400"/>
              <a:t>Find the fastest/cheapest/power-efficient/etc. solution</a:t>
            </a:r>
          </a:p>
          <a:p>
            <a:pPr lvl="1" eaLnBrk="1" hangingPunct="1">
              <a:lnSpc>
                <a:spcPct val="90000"/>
              </a:lnSpc>
            </a:pPr>
            <a:r>
              <a:rPr lang="en-US" altLang="en-US" sz="2400"/>
              <a:t>Optimization problem with 100s of variables</a:t>
            </a:r>
          </a:p>
          <a:p>
            <a:pPr eaLnBrk="1" hangingPunct="1">
              <a:lnSpc>
                <a:spcPct val="80000"/>
              </a:lnSpc>
            </a:pPr>
            <a:r>
              <a:rPr lang="en-US" altLang="en-US" sz="2800"/>
              <a:t>All the variables are changing</a:t>
            </a:r>
          </a:p>
          <a:p>
            <a:pPr lvl="1" eaLnBrk="1" hangingPunct="1">
              <a:lnSpc>
                <a:spcPct val="90000"/>
              </a:lnSpc>
            </a:pPr>
            <a:r>
              <a:rPr lang="en-US" altLang="en-US" sz="2400"/>
              <a:t>At non-uniform rates</a:t>
            </a:r>
          </a:p>
          <a:p>
            <a:pPr lvl="1" eaLnBrk="1" hangingPunct="1">
              <a:lnSpc>
                <a:spcPct val="90000"/>
              </a:lnSpc>
            </a:pPr>
            <a:r>
              <a:rPr lang="en-US" altLang="en-US" sz="2400"/>
              <a:t>With inflection points</a:t>
            </a:r>
          </a:p>
          <a:p>
            <a:pPr lvl="1" eaLnBrk="1" hangingPunct="1">
              <a:lnSpc>
                <a:spcPct val="90000"/>
              </a:lnSpc>
            </a:pPr>
            <a:r>
              <a:rPr lang="en-US" altLang="en-US" sz="2400"/>
              <a:t>Only one guarantee: Today’s right answer will be wrong tomorrow</a:t>
            </a:r>
          </a:p>
          <a:p>
            <a:pPr eaLnBrk="1" hangingPunct="1">
              <a:lnSpc>
                <a:spcPct val="80000"/>
              </a:lnSpc>
            </a:pPr>
            <a:r>
              <a:rPr lang="en-US" altLang="en-US" sz="2800"/>
              <a:t>Two high-level effects:</a:t>
            </a:r>
          </a:p>
          <a:p>
            <a:pPr lvl="1" eaLnBrk="1" hangingPunct="1">
              <a:lnSpc>
                <a:spcPct val="90000"/>
              </a:lnSpc>
            </a:pPr>
            <a:r>
              <a:rPr lang="en-US" altLang="en-US" sz="2400">
                <a:solidFill>
                  <a:schemeClr val="accent6">
                    <a:lumMod val="75000"/>
                  </a:schemeClr>
                </a:solidFill>
              </a:rPr>
              <a:t>Technology push</a:t>
            </a:r>
          </a:p>
          <a:p>
            <a:pPr lvl="1" eaLnBrk="1" hangingPunct="1">
              <a:lnSpc>
                <a:spcPct val="90000"/>
              </a:lnSpc>
            </a:pPr>
            <a:r>
              <a:rPr lang="en-US" altLang="en-US" sz="2400">
                <a:solidFill>
                  <a:schemeClr val="accent6">
                    <a:lumMod val="75000"/>
                  </a:schemeClr>
                </a:solidFill>
              </a:rPr>
              <a:t>Application pull</a:t>
            </a:r>
          </a:p>
        </p:txBody>
      </p:sp>
      <p:sp>
        <p:nvSpPr>
          <p:cNvPr id="15364" name="Slide Number Placeholder 1">
            <a:extLst>
              <a:ext uri="{FF2B5EF4-FFF2-40B4-BE49-F238E27FC236}">
                <a16:creationId xmlns:a16="http://schemas.microsoft.com/office/drawing/2014/main" id="{D41266C3-6430-4B0E-9DE1-1C93FEE1E71C}"/>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AA9DBF4-0E47-4FD3-B7C3-350FC007C288}" type="slidenum">
              <a:rPr lang="en-US" altLang="en-US" sz="2400" smtClean="0"/>
              <a:pPr lvl="1">
                <a:spcBef>
                  <a:spcPct val="0"/>
                </a:spcBef>
                <a:buFontTx/>
                <a:buNone/>
              </a:pPr>
              <a:t>9</a:t>
            </a:fld>
            <a:endParaRPr lang="en-US" altLang="en-US" sz="2400"/>
          </a:p>
        </p:txBody>
      </p:sp>
    </p:spTree>
    <p:custDataLst>
      <p:tags r:id="rId1"/>
    </p:custDataLst>
  </p:cSld>
  <p:clrMapOvr>
    <a:overrideClrMapping bg1="lt1" tx1="dk1" bg2="lt2" tx2="dk2" accent1="accent1" accent2="accent2" accent3="accent3" accent4="accent4" accent5="accent5" accent6="accent6" hlink="hlink" folHlink="folHlink"/>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6386" name="Rectangle 4">
            <a:extLst>
              <a:ext uri="{FF2B5EF4-FFF2-40B4-BE49-F238E27FC236}">
                <a16:creationId xmlns:a16="http://schemas.microsoft.com/office/drawing/2014/main" id="{B741F6E6-13A8-442E-8882-AE7ED83BDC4E}"/>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Technology Push</a:t>
            </a:r>
          </a:p>
        </p:txBody>
      </p:sp>
      <p:sp>
        <p:nvSpPr>
          <p:cNvPr id="19459" name="Rectangle 5">
            <a:extLst>
              <a:ext uri="{FF2B5EF4-FFF2-40B4-BE49-F238E27FC236}">
                <a16:creationId xmlns:a16="http://schemas.microsoft.com/office/drawing/2014/main" id="{185EEC26-FA16-47D5-8D2B-AA70F21C4214}"/>
              </a:ext>
            </a:extLst>
          </p:cNvPr>
          <p:cNvSpPr>
            <a:spLocks noGrp="1" noChangeArrowheads="1"/>
          </p:cNvSpPr>
          <p:nvPr>
            <p:ph idx="1"/>
            <p:custDataLst>
              <p:tags r:id="rId3"/>
            </p:custDataLst>
          </p:nvPr>
        </p:nvSpPr>
        <p:spPr>
          <a:xfrm>
            <a:off x="609600" y="1524000"/>
            <a:ext cx="7772400" cy="1371600"/>
          </a:xfrm>
        </p:spPr>
        <p:txBody>
          <a:bodyPr rtlCol="0">
            <a:normAutofit lnSpcReduction="10000"/>
          </a:bodyPr>
          <a:lstStyle/>
          <a:p>
            <a:pPr eaLnBrk="1" fontAlgn="auto" hangingPunct="1">
              <a:spcAft>
                <a:spcPts val="0"/>
              </a:spcAft>
              <a:defRPr/>
            </a:pPr>
            <a:r>
              <a:rPr lang="en-US" altLang="en-US" sz="2800"/>
              <a:t>What do these two intervals have in common?</a:t>
            </a:r>
          </a:p>
          <a:p>
            <a:pPr lvl="1" eaLnBrk="1" fontAlgn="auto" hangingPunct="1">
              <a:spcAft>
                <a:spcPts val="0"/>
              </a:spcAft>
              <a:buFont typeface="Arial" charset="0"/>
              <a:buChar char="–"/>
              <a:defRPr/>
            </a:pPr>
            <a:r>
              <a:rPr lang="en-US" altLang="en-US" sz="2400"/>
              <a:t>1776-1999 (224 years)</a:t>
            </a:r>
          </a:p>
          <a:p>
            <a:pPr lvl="1" eaLnBrk="1" fontAlgn="auto" hangingPunct="1">
              <a:spcAft>
                <a:spcPts val="0"/>
              </a:spcAft>
              <a:buFont typeface="Arial" charset="0"/>
              <a:buChar char="–"/>
              <a:defRPr/>
            </a:pPr>
            <a:r>
              <a:rPr lang="en-US" altLang="en-US" sz="2400"/>
              <a:t>2000-2001 (2 years)</a:t>
            </a:r>
          </a:p>
        </p:txBody>
      </p:sp>
      <p:sp>
        <p:nvSpPr>
          <p:cNvPr id="16388" name="Slide Number Placeholder 1">
            <a:extLst>
              <a:ext uri="{FF2B5EF4-FFF2-40B4-BE49-F238E27FC236}">
                <a16:creationId xmlns:a16="http://schemas.microsoft.com/office/drawing/2014/main" id="{95F84BD8-9672-423A-B5D3-E7C2BCB73868}"/>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4F2138FE-C182-4B06-BFC0-7DCF008CA926}" type="slidenum">
              <a:rPr lang="en-US" altLang="en-US" sz="2400" smtClean="0"/>
              <a:pPr lvl="1">
                <a:spcBef>
                  <a:spcPct val="0"/>
                </a:spcBef>
                <a:buFontTx/>
                <a:buNone/>
              </a:pPr>
              <a:t>10</a:t>
            </a:fld>
            <a:endParaRPr lang="en-US" altLang="en-US" sz="2400"/>
          </a:p>
        </p:txBody>
      </p:sp>
    </p:spTree>
    <p:custDataLst>
      <p:tags r:id="rId1"/>
    </p:custDataLst>
  </p:cSld>
  <p:clrMapOvr>
    <a:overrideClrMapping bg1="lt1" tx1="dk1" bg2="lt2" tx2="dk2" accent1="accent1" accent2="accent2" accent3="accent3" accent4="accent4" accent5="accent5" accent6="accent6" hlink="hlink" folHlink="folHlink"/>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410" name="Rectangle 4">
            <a:extLst>
              <a:ext uri="{FF2B5EF4-FFF2-40B4-BE49-F238E27FC236}">
                <a16:creationId xmlns:a16="http://schemas.microsoft.com/office/drawing/2014/main" id="{A50E9B2C-1503-4991-965B-D36AE5D45A68}"/>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Technology Push</a:t>
            </a:r>
          </a:p>
        </p:txBody>
      </p:sp>
      <p:sp>
        <p:nvSpPr>
          <p:cNvPr id="19459" name="Rectangle 5">
            <a:extLst>
              <a:ext uri="{FF2B5EF4-FFF2-40B4-BE49-F238E27FC236}">
                <a16:creationId xmlns:a16="http://schemas.microsoft.com/office/drawing/2014/main" id="{185EEC26-FA16-47D5-8D2B-AA70F21C4214}"/>
              </a:ext>
            </a:extLst>
          </p:cNvPr>
          <p:cNvSpPr>
            <a:spLocks noGrp="1" noChangeArrowheads="1"/>
          </p:cNvSpPr>
          <p:nvPr>
            <p:ph idx="1"/>
            <p:custDataLst>
              <p:tags r:id="rId3"/>
            </p:custDataLst>
          </p:nvPr>
        </p:nvSpPr>
        <p:spPr>
          <a:xfrm>
            <a:off x="609600" y="1524000"/>
            <a:ext cx="7772400" cy="1371600"/>
          </a:xfrm>
        </p:spPr>
        <p:txBody>
          <a:bodyPr rtlCol="0">
            <a:normAutofit lnSpcReduction="10000"/>
          </a:bodyPr>
          <a:lstStyle/>
          <a:p>
            <a:pPr eaLnBrk="1" fontAlgn="auto" hangingPunct="1">
              <a:spcAft>
                <a:spcPts val="0"/>
              </a:spcAft>
              <a:defRPr/>
            </a:pPr>
            <a:r>
              <a:rPr lang="en-US" altLang="en-US" sz="2800"/>
              <a:t>What do these two intervals have in common?</a:t>
            </a:r>
          </a:p>
          <a:p>
            <a:pPr lvl="1" eaLnBrk="1" fontAlgn="auto" hangingPunct="1">
              <a:spcAft>
                <a:spcPts val="0"/>
              </a:spcAft>
              <a:buFont typeface="Arial" charset="0"/>
              <a:buChar char="–"/>
              <a:defRPr/>
            </a:pPr>
            <a:r>
              <a:rPr lang="en-US" altLang="en-US" sz="2400"/>
              <a:t>1776-1999 (224 years)</a:t>
            </a:r>
          </a:p>
          <a:p>
            <a:pPr lvl="1" eaLnBrk="1" fontAlgn="auto" hangingPunct="1">
              <a:spcAft>
                <a:spcPts val="0"/>
              </a:spcAft>
              <a:buFont typeface="Arial" charset="0"/>
              <a:buChar char="–"/>
              <a:defRPr/>
            </a:pPr>
            <a:r>
              <a:rPr lang="en-US" altLang="en-US" sz="2400"/>
              <a:t>2000-2001 (2 years)</a:t>
            </a:r>
          </a:p>
        </p:txBody>
      </p:sp>
      <p:sp>
        <p:nvSpPr>
          <p:cNvPr id="17412" name="Slide Number Placeholder 1">
            <a:extLst>
              <a:ext uri="{FF2B5EF4-FFF2-40B4-BE49-F238E27FC236}">
                <a16:creationId xmlns:a16="http://schemas.microsoft.com/office/drawing/2014/main" id="{9E6A9B91-C1EC-4C63-814E-D4BF350EB36D}"/>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973DB678-2588-4779-89D3-11840D5D90F0}" type="slidenum">
              <a:rPr lang="en-US" altLang="en-US" sz="2400" smtClean="0"/>
              <a:pPr lvl="1">
                <a:spcBef>
                  <a:spcPct val="0"/>
                </a:spcBef>
                <a:buFontTx/>
                <a:buNone/>
              </a:pPr>
              <a:t>11</a:t>
            </a:fld>
            <a:endParaRPr lang="en-US" altLang="en-US" sz="2400"/>
          </a:p>
        </p:txBody>
      </p:sp>
      <p:sp>
        <p:nvSpPr>
          <p:cNvPr id="10251" name="Rectangle 11">
            <a:extLst>
              <a:ext uri="{FF2B5EF4-FFF2-40B4-BE49-F238E27FC236}">
                <a16:creationId xmlns:a16="http://schemas.microsoft.com/office/drawing/2014/main" id="{138CC5E7-E301-4AFE-ACAB-F99E97D89CB1}"/>
              </a:ext>
            </a:extLst>
          </p:cNvPr>
          <p:cNvSpPr>
            <a:spLocks noChangeArrowheads="1"/>
          </p:cNvSpPr>
          <p:nvPr>
            <p:custDataLst>
              <p:tags r:id="rId5"/>
            </p:custDataLst>
          </p:nvPr>
        </p:nvSpPr>
        <p:spPr bwMode="auto">
          <a:xfrm>
            <a:off x="609600" y="28956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2562" tIns="46038" rIns="182562" bIns="46038"/>
          <a:lstStyle>
            <a:lvl1pPr marL="342900" indent="-34290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lnSpc>
                <a:spcPct val="90000"/>
              </a:lnSpc>
              <a:buClr>
                <a:schemeClr val="tx2"/>
              </a:buClr>
              <a:buSzPct val="75000"/>
              <a:buFont typeface="Wingdings" pitchFamily="2" charset="2"/>
              <a:buChar char="l"/>
              <a:defRPr/>
            </a:pPr>
            <a:r>
              <a:rPr lang="en-US" altLang="en-US" sz="2800">
                <a:latin typeface="+mn-lt"/>
              </a:rPr>
              <a:t>Answer: Equal progress in processor speed!</a:t>
            </a:r>
            <a:endParaRPr lang="en-US" altLang="en-US" sz="2400">
              <a:latin typeface="+mn-lt"/>
            </a:endParaRPr>
          </a:p>
        </p:txBody>
      </p:sp>
      <p:sp>
        <p:nvSpPr>
          <p:cNvPr id="10253" name="Rectangle 13">
            <a:extLst>
              <a:ext uri="{FF2B5EF4-FFF2-40B4-BE49-F238E27FC236}">
                <a16:creationId xmlns:a16="http://schemas.microsoft.com/office/drawing/2014/main" id="{E686174D-24CE-4C23-8F08-44E0251DAE88}"/>
              </a:ext>
            </a:extLst>
          </p:cNvPr>
          <p:cNvSpPr>
            <a:spLocks noChangeArrowheads="1"/>
          </p:cNvSpPr>
          <p:nvPr>
            <p:custDataLst>
              <p:tags r:id="rId6"/>
            </p:custDataLst>
          </p:nvPr>
        </p:nvSpPr>
        <p:spPr bwMode="auto">
          <a:xfrm>
            <a:off x="609600" y="3505200"/>
            <a:ext cx="79248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2562" tIns="46038" rIns="182562" bIns="46038"/>
          <a:lstStyle>
            <a:lvl1pPr marL="342900" indent="-342900"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lnSpc>
                <a:spcPct val="80000"/>
              </a:lnSpc>
              <a:buClr>
                <a:schemeClr val="tx2"/>
              </a:buClr>
              <a:buSzPct val="75000"/>
              <a:buFont typeface="Wingdings" pitchFamily="2" charset="2"/>
              <a:buChar char="l"/>
              <a:defRPr/>
            </a:pPr>
            <a:r>
              <a:rPr lang="en-US" altLang="en-US" sz="2800">
                <a:latin typeface="+mn-lt"/>
                <a:cs typeface="Times New Roman" panose="02020603050405020304" pitchFamily="18" charset="0"/>
              </a:rPr>
              <a:t>The power of exponential growth!</a:t>
            </a:r>
          </a:p>
          <a:p>
            <a:pPr eaLnBrk="1" hangingPunct="1">
              <a:lnSpc>
                <a:spcPct val="80000"/>
              </a:lnSpc>
              <a:buClr>
                <a:schemeClr val="tx2"/>
              </a:buClr>
              <a:buSzPct val="75000"/>
              <a:buFont typeface="Wingdings" pitchFamily="2" charset="2"/>
              <a:buChar char="l"/>
              <a:defRPr/>
            </a:pPr>
            <a:r>
              <a:rPr lang="en-US" altLang="en-US" sz="2800">
                <a:latin typeface="+mn-lt"/>
                <a:cs typeface="Times New Roman" panose="02020603050405020304" pitchFamily="18" charset="0"/>
              </a:rPr>
              <a:t>Driven by </a:t>
            </a:r>
            <a:r>
              <a:rPr lang="en-US" altLang="en-US" sz="2800">
                <a:solidFill>
                  <a:schemeClr val="accent6">
                    <a:lumMod val="75000"/>
                  </a:schemeClr>
                </a:solidFill>
                <a:latin typeface="+mn-lt"/>
                <a:cs typeface="Times New Roman" panose="02020603050405020304" pitchFamily="18" charset="0"/>
              </a:rPr>
              <a:t>Moore’s Law</a:t>
            </a:r>
          </a:p>
          <a:p>
            <a:pPr lvl="1" eaLnBrk="1" hangingPunct="1">
              <a:lnSpc>
                <a:spcPct val="90000"/>
              </a:lnSpc>
              <a:buClr>
                <a:schemeClr val="tx1"/>
              </a:buClr>
              <a:buFontTx/>
              <a:buChar char="–"/>
              <a:defRPr/>
            </a:pPr>
            <a:r>
              <a:rPr lang="en-US" altLang="en-US" sz="2400">
                <a:latin typeface="+mn-lt"/>
                <a:cs typeface="Times New Roman" panose="02020603050405020304" pitchFamily="18" charset="0"/>
              </a:rPr>
              <a:t>Device per chips doubles every 18-24 months</a:t>
            </a:r>
          </a:p>
          <a:p>
            <a:pPr eaLnBrk="1" hangingPunct="1">
              <a:lnSpc>
                <a:spcPct val="80000"/>
              </a:lnSpc>
              <a:buClr>
                <a:schemeClr val="tx2"/>
              </a:buClr>
              <a:buSzPct val="75000"/>
              <a:buFont typeface="Wingdings" pitchFamily="2" charset="2"/>
              <a:buChar char="l"/>
              <a:defRPr/>
            </a:pPr>
            <a:r>
              <a:rPr lang="en-US" altLang="en-US" sz="2800">
                <a:solidFill>
                  <a:schemeClr val="accent6">
                    <a:lumMod val="75000"/>
                  </a:schemeClr>
                </a:solidFill>
                <a:latin typeface="+mn-lt"/>
                <a:cs typeface="Times New Roman" panose="02020603050405020304" pitchFamily="18" charset="0"/>
              </a:rPr>
              <a:t>Computer architects work to turn the additional resources into speed/power savings/functionality!</a:t>
            </a:r>
          </a:p>
        </p:txBody>
      </p:sp>
    </p:spTree>
    <p:custDataLst>
      <p:tags r:id="rId1"/>
    </p:custDataLst>
  </p:cSld>
  <p:clrMapOvr>
    <a:overrideClrMapping bg1="lt1" tx1="dk1" bg2="lt2" tx2="dk2" accent1="accent1" accent2="accent2" accent3="accent3" accent4="accent4" accent5="accent5" accent6="accent6" hlink="hlink" folHlink="folHlink"/>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6">
            <a:extLst>
              <a:ext uri="{FF2B5EF4-FFF2-40B4-BE49-F238E27FC236}">
                <a16:creationId xmlns:a16="http://schemas.microsoft.com/office/drawing/2014/main" id="{C474D735-F6D8-42F6-A2A4-D09C264E968F}"/>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Performance Growth</a:t>
            </a:r>
          </a:p>
        </p:txBody>
      </p:sp>
      <p:sp>
        <p:nvSpPr>
          <p:cNvPr id="21507" name="Rectangle 7">
            <a:extLst>
              <a:ext uri="{FF2B5EF4-FFF2-40B4-BE49-F238E27FC236}">
                <a16:creationId xmlns:a16="http://schemas.microsoft.com/office/drawing/2014/main" id="{8FEB3445-E866-45FC-AE5F-04E1938FBA7D}"/>
              </a:ext>
            </a:extLst>
          </p:cNvPr>
          <p:cNvSpPr>
            <a:spLocks noGrp="1" noChangeArrowheads="1"/>
          </p:cNvSpPr>
          <p:nvPr>
            <p:ph idx="1"/>
            <p:custDataLst>
              <p:tags r:id="rId3"/>
            </p:custDataLst>
          </p:nvPr>
        </p:nvSpPr>
        <p:spPr>
          <a:xfrm>
            <a:off x="682625" y="1981200"/>
            <a:ext cx="7623175" cy="2438400"/>
          </a:xfrm>
        </p:spPr>
        <p:txBody>
          <a:bodyPr rtlCol="0">
            <a:normAutofit lnSpcReduction="10000"/>
          </a:bodyPr>
          <a:lstStyle/>
          <a:p>
            <a:pPr eaLnBrk="1" fontAlgn="auto" hangingPunct="1">
              <a:lnSpc>
                <a:spcPct val="80000"/>
              </a:lnSpc>
              <a:spcAft>
                <a:spcPts val="0"/>
              </a:spcAft>
              <a:buFont typeface="Wingdings" pitchFamily="2" charset="2"/>
              <a:buNone/>
              <a:defRPr/>
            </a:pPr>
            <a:r>
              <a:rPr lang="en-US" altLang="en-US" sz="2800"/>
              <a:t>	Unmatched by any other industry !</a:t>
            </a:r>
          </a:p>
          <a:p>
            <a:pPr eaLnBrk="1" fontAlgn="auto" hangingPunct="1">
              <a:lnSpc>
                <a:spcPct val="80000"/>
              </a:lnSpc>
              <a:spcAft>
                <a:spcPts val="0"/>
              </a:spcAft>
              <a:buFont typeface="Wingdings" pitchFamily="2" charset="2"/>
              <a:buNone/>
              <a:defRPr/>
            </a:pPr>
            <a:r>
              <a:rPr lang="en-US" altLang="en-US" sz="2800"/>
              <a:t>	[John Crawford, Intel]</a:t>
            </a:r>
          </a:p>
          <a:p>
            <a:pPr eaLnBrk="1" fontAlgn="auto" hangingPunct="1">
              <a:lnSpc>
                <a:spcPct val="80000"/>
              </a:lnSpc>
              <a:spcAft>
                <a:spcPts val="0"/>
              </a:spcAft>
              <a:defRPr/>
            </a:pPr>
            <a:r>
              <a:rPr lang="en-US" altLang="en-US" sz="2800">
                <a:solidFill>
                  <a:schemeClr val="accent6">
                    <a:lumMod val="75000"/>
                  </a:schemeClr>
                </a:solidFill>
              </a:rPr>
              <a:t>Doubling every 18 months (1982-1996): 800x</a:t>
            </a:r>
          </a:p>
          <a:p>
            <a:pPr lvl="1" eaLnBrk="1" fontAlgn="auto" hangingPunct="1">
              <a:lnSpc>
                <a:spcPct val="90000"/>
              </a:lnSpc>
              <a:spcAft>
                <a:spcPts val="0"/>
              </a:spcAft>
              <a:buFont typeface="Arial" charset="0"/>
              <a:buChar char="–"/>
              <a:defRPr/>
            </a:pPr>
            <a:r>
              <a:rPr lang="en-US" altLang="en-US" sz="2400"/>
              <a:t>Cars travel at 44,000 mph and get 16,000 mpg</a:t>
            </a:r>
          </a:p>
          <a:p>
            <a:pPr lvl="1" eaLnBrk="1" fontAlgn="auto" hangingPunct="1">
              <a:lnSpc>
                <a:spcPct val="90000"/>
              </a:lnSpc>
              <a:spcAft>
                <a:spcPts val="0"/>
              </a:spcAft>
              <a:buFont typeface="Arial" charset="0"/>
              <a:buChar char="–"/>
              <a:defRPr/>
            </a:pPr>
            <a:r>
              <a:rPr lang="en-US" altLang="en-US" sz="2400"/>
              <a:t>Air travel: LA to NY in 22 seconds (MACH 800)</a:t>
            </a:r>
          </a:p>
          <a:p>
            <a:pPr lvl="1" eaLnBrk="1" fontAlgn="auto" hangingPunct="1">
              <a:lnSpc>
                <a:spcPct val="90000"/>
              </a:lnSpc>
              <a:spcAft>
                <a:spcPts val="0"/>
              </a:spcAft>
              <a:buFont typeface="Arial" charset="0"/>
              <a:buChar char="–"/>
              <a:defRPr/>
            </a:pPr>
            <a:r>
              <a:rPr lang="en-US" altLang="en-US" sz="2400"/>
              <a:t>Wheat yield: 80,000 bushels per acre</a:t>
            </a:r>
          </a:p>
        </p:txBody>
      </p:sp>
      <p:sp>
        <p:nvSpPr>
          <p:cNvPr id="20484" name="Slide Number Placeholder 1">
            <a:extLst>
              <a:ext uri="{FF2B5EF4-FFF2-40B4-BE49-F238E27FC236}">
                <a16:creationId xmlns:a16="http://schemas.microsoft.com/office/drawing/2014/main" id="{DB00BFD9-A3F6-46DD-9D15-53137C55F90F}"/>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E00E45D9-BF31-4F43-B41F-58C478FD8216}" type="slidenum">
              <a:rPr lang="en-US" altLang="en-US" sz="2400" smtClean="0"/>
              <a:pPr lvl="1">
                <a:spcBef>
                  <a:spcPct val="0"/>
                </a:spcBef>
                <a:buFontTx/>
                <a:buNone/>
              </a:pPr>
              <a:t>12</a:t>
            </a:fld>
            <a:endParaRPr lang="en-US" altLang="en-US" sz="2400"/>
          </a:p>
        </p:txBody>
      </p:sp>
    </p:spTree>
    <p:custDataLst>
      <p:tags r:id="rId1"/>
    </p:custData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45E74970-CD01-41C4-BED2-BC1FB1062E41}"/>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Application Pull</a:t>
            </a:r>
          </a:p>
        </p:txBody>
      </p:sp>
      <p:sp>
        <p:nvSpPr>
          <p:cNvPr id="23555" name="Rectangle 3">
            <a:extLst>
              <a:ext uri="{FF2B5EF4-FFF2-40B4-BE49-F238E27FC236}">
                <a16:creationId xmlns:a16="http://schemas.microsoft.com/office/drawing/2014/main" id="{0500ECAE-D9DB-4E77-B6F6-592A1F0DD895}"/>
              </a:ext>
            </a:extLst>
          </p:cNvPr>
          <p:cNvSpPr>
            <a:spLocks noGrp="1"/>
          </p:cNvSpPr>
          <p:nvPr>
            <p:ph idx="1"/>
            <p:custDataLst>
              <p:tags r:id="rId3"/>
            </p:custDataLst>
          </p:nvPr>
        </p:nvSpPr>
        <p:spPr>
          <a:xfrm>
            <a:off x="457200" y="1600200"/>
            <a:ext cx="8229600" cy="4525963"/>
          </a:xfrm>
        </p:spPr>
        <p:txBody>
          <a:bodyPr/>
          <a:lstStyle/>
          <a:p>
            <a:pPr eaLnBrk="1" hangingPunct="1">
              <a:lnSpc>
                <a:spcPct val="80000"/>
              </a:lnSpc>
            </a:pPr>
            <a:r>
              <a:rPr lang="en-US" altLang="en-US" sz="2800"/>
              <a:t>Corollary to Moore’s Law: </a:t>
            </a:r>
          </a:p>
          <a:p>
            <a:pPr eaLnBrk="1" hangingPunct="1">
              <a:lnSpc>
                <a:spcPct val="80000"/>
              </a:lnSpc>
              <a:buFont typeface="Wingdings" panose="05000000000000000000" pitchFamily="2" charset="2"/>
              <a:buNone/>
            </a:pPr>
            <a:r>
              <a:rPr lang="en-US" altLang="en-US" sz="2800">
                <a:solidFill>
                  <a:schemeClr val="accent6">
                    <a:lumMod val="75000"/>
                  </a:schemeClr>
                </a:solidFill>
              </a:rPr>
              <a:t>	Cost halves every two years</a:t>
            </a:r>
          </a:p>
          <a:p>
            <a:pPr lvl="1" eaLnBrk="1" hangingPunct="1">
              <a:lnSpc>
                <a:spcPct val="90000"/>
              </a:lnSpc>
              <a:buFontTx/>
              <a:buNone/>
            </a:pPr>
            <a:r>
              <a:rPr lang="en-US" altLang="en-US" sz="2400"/>
              <a:t>	</a:t>
            </a:r>
            <a:r>
              <a:rPr lang="en-US" altLang="en-US" sz="2400" i="1"/>
              <a:t>In a decade you can buy a computer for less than its sales tax today. –Jim Gray</a:t>
            </a:r>
          </a:p>
          <a:p>
            <a:pPr eaLnBrk="1" hangingPunct="1">
              <a:lnSpc>
                <a:spcPct val="80000"/>
              </a:lnSpc>
            </a:pPr>
            <a:r>
              <a:rPr lang="en-US" altLang="en-US" sz="2800"/>
              <a:t>Computers cost-effective for</a:t>
            </a:r>
          </a:p>
          <a:p>
            <a:pPr lvl="1" eaLnBrk="1" hangingPunct="1">
              <a:lnSpc>
                <a:spcPct val="90000"/>
              </a:lnSpc>
            </a:pPr>
            <a:r>
              <a:rPr lang="en-US" altLang="en-US" sz="2400"/>
              <a:t>National security – weapons design</a:t>
            </a:r>
          </a:p>
          <a:p>
            <a:pPr lvl="1" eaLnBrk="1" hangingPunct="1">
              <a:lnSpc>
                <a:spcPct val="90000"/>
              </a:lnSpc>
            </a:pPr>
            <a:r>
              <a:rPr lang="en-US" altLang="en-US" sz="2400"/>
              <a:t>Enterprise computing – banking</a:t>
            </a:r>
          </a:p>
          <a:p>
            <a:pPr lvl="1" eaLnBrk="1" hangingPunct="1">
              <a:lnSpc>
                <a:spcPct val="90000"/>
              </a:lnSpc>
            </a:pPr>
            <a:r>
              <a:rPr lang="en-US" altLang="en-US" sz="2400"/>
              <a:t>Departmental computing – computer-aided design</a:t>
            </a:r>
          </a:p>
          <a:p>
            <a:pPr lvl="1" eaLnBrk="1" hangingPunct="1">
              <a:lnSpc>
                <a:spcPct val="90000"/>
              </a:lnSpc>
            </a:pPr>
            <a:r>
              <a:rPr lang="en-US" altLang="en-US" sz="2400"/>
              <a:t>Personal computer – spreadsheets, email, web</a:t>
            </a:r>
          </a:p>
          <a:p>
            <a:pPr lvl="1" eaLnBrk="1" hangingPunct="1">
              <a:lnSpc>
                <a:spcPct val="90000"/>
              </a:lnSpc>
            </a:pPr>
            <a:r>
              <a:rPr lang="en-US" altLang="en-US" sz="2400"/>
              <a:t>Mobile computing – smartphones</a:t>
            </a:r>
          </a:p>
          <a:p>
            <a:pPr lvl="1" eaLnBrk="1" hangingPunct="1">
              <a:lnSpc>
                <a:spcPct val="90000"/>
              </a:lnSpc>
            </a:pPr>
            <a:endParaRPr lang="en-US" altLang="en-US" sz="2400"/>
          </a:p>
        </p:txBody>
      </p:sp>
      <p:sp>
        <p:nvSpPr>
          <p:cNvPr id="23556" name="Slide Number Placeholder 1">
            <a:extLst>
              <a:ext uri="{FF2B5EF4-FFF2-40B4-BE49-F238E27FC236}">
                <a16:creationId xmlns:a16="http://schemas.microsoft.com/office/drawing/2014/main" id="{F31F5F7D-F051-487A-9B8C-FF85969305E6}"/>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EEF4E1-7773-4CF7-AC7D-74A25DA2CEF9}" type="slidenum">
              <a:rPr lang="en-US" altLang="en-US" sz="2400" smtClean="0"/>
              <a:pPr lvl="1">
                <a:spcBef>
                  <a:spcPct val="0"/>
                </a:spcBef>
                <a:buFontTx/>
                <a:buNone/>
              </a:pPr>
              <a:t>13</a:t>
            </a:fld>
            <a:endParaRPr lang="en-US" altLang="en-US" sz="2400"/>
          </a:p>
        </p:txBody>
      </p:sp>
    </p:spTree>
    <p:custDataLst>
      <p:tags r:id="rId1"/>
    </p:custDataLst>
  </p:cSld>
  <p:clrMapOvr>
    <a:overrideClrMapping bg1="lt1" tx1="dk1" bg2="lt2" tx2="dk2" accent1="accent1" accent2="accent2" accent3="accent3" accent4="accent4" accent5="accent5" accent6="accent6" hlink="hlink" folHlink="folHlink"/>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F303DF25-A2DD-4C03-9406-FBB4F30E4A3B}"/>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Application Pull</a:t>
            </a:r>
          </a:p>
        </p:txBody>
      </p:sp>
      <p:sp>
        <p:nvSpPr>
          <p:cNvPr id="24579" name="Rectangle 3">
            <a:extLst>
              <a:ext uri="{FF2B5EF4-FFF2-40B4-BE49-F238E27FC236}">
                <a16:creationId xmlns:a16="http://schemas.microsoft.com/office/drawing/2014/main" id="{D53DDCC1-4C75-48A2-887B-4D5E61201AA3}"/>
              </a:ext>
            </a:extLst>
          </p:cNvPr>
          <p:cNvSpPr>
            <a:spLocks noGrp="1"/>
          </p:cNvSpPr>
          <p:nvPr>
            <p:ph idx="1"/>
            <p:custDataLst>
              <p:tags r:id="rId3"/>
            </p:custDataLst>
          </p:nvPr>
        </p:nvSpPr>
        <p:spPr>
          <a:xfrm>
            <a:off x="682625" y="1676400"/>
            <a:ext cx="7772400" cy="4419600"/>
          </a:xfrm>
        </p:spPr>
        <p:txBody>
          <a:bodyPr/>
          <a:lstStyle/>
          <a:p>
            <a:pPr eaLnBrk="1" hangingPunct="1">
              <a:lnSpc>
                <a:spcPct val="80000"/>
              </a:lnSpc>
            </a:pPr>
            <a:r>
              <a:rPr lang="en-US" altLang="en-US" sz="2800"/>
              <a:t>What about the future?</a:t>
            </a:r>
            <a:endParaRPr lang="en-US" altLang="en-US"/>
          </a:p>
          <a:p>
            <a:pPr eaLnBrk="1" hangingPunct="1">
              <a:lnSpc>
                <a:spcPct val="80000"/>
              </a:lnSpc>
            </a:pPr>
            <a:r>
              <a:rPr lang="en-US" altLang="en-US" sz="2800"/>
              <a:t>Must dream up applications that are not cost-effective today</a:t>
            </a:r>
          </a:p>
          <a:p>
            <a:pPr lvl="1" eaLnBrk="1" hangingPunct="1">
              <a:lnSpc>
                <a:spcPct val="90000"/>
              </a:lnSpc>
            </a:pPr>
            <a:r>
              <a:rPr lang="en-US" altLang="en-US" sz="2400"/>
              <a:t>Virtual reality</a:t>
            </a:r>
          </a:p>
          <a:p>
            <a:pPr lvl="1" eaLnBrk="1" hangingPunct="1">
              <a:lnSpc>
                <a:spcPct val="90000"/>
              </a:lnSpc>
            </a:pPr>
            <a:r>
              <a:rPr lang="en-US" altLang="en-US" sz="2400"/>
              <a:t>Telepresence</a:t>
            </a:r>
          </a:p>
          <a:p>
            <a:pPr lvl="1" eaLnBrk="1" hangingPunct="1">
              <a:lnSpc>
                <a:spcPct val="90000"/>
              </a:lnSpc>
            </a:pPr>
            <a:r>
              <a:rPr lang="en-US" altLang="en-US" sz="2400"/>
              <a:t>Mobile applications</a:t>
            </a:r>
          </a:p>
          <a:p>
            <a:pPr lvl="1" eaLnBrk="1" hangingPunct="1">
              <a:lnSpc>
                <a:spcPct val="90000"/>
              </a:lnSpc>
            </a:pPr>
            <a:r>
              <a:rPr lang="en-US" altLang="en-US" sz="2400"/>
              <a:t>Sensing, analyzing, actuating in real-world environments</a:t>
            </a:r>
          </a:p>
          <a:p>
            <a:pPr eaLnBrk="1" hangingPunct="1">
              <a:lnSpc>
                <a:spcPct val="80000"/>
              </a:lnSpc>
            </a:pPr>
            <a:r>
              <a:rPr lang="en-US" altLang="en-US" sz="2800">
                <a:solidFill>
                  <a:schemeClr val="accent6">
                    <a:lumMod val="75000"/>
                  </a:schemeClr>
                </a:solidFill>
              </a:rPr>
              <a:t>This is your job!</a:t>
            </a:r>
          </a:p>
          <a:p>
            <a:pPr eaLnBrk="1" hangingPunct="1">
              <a:lnSpc>
                <a:spcPct val="80000"/>
              </a:lnSpc>
              <a:buFont typeface="Wingdings" panose="05000000000000000000" pitchFamily="2" charset="2"/>
              <a:buNone/>
            </a:pPr>
            <a:endParaRPr lang="en-US" altLang="en-US" sz="2800">
              <a:solidFill>
                <a:srgbClr val="FF0000"/>
              </a:solidFill>
            </a:endParaRPr>
          </a:p>
        </p:txBody>
      </p:sp>
      <p:sp>
        <p:nvSpPr>
          <p:cNvPr id="24580" name="Slide Number Placeholder 1">
            <a:extLst>
              <a:ext uri="{FF2B5EF4-FFF2-40B4-BE49-F238E27FC236}">
                <a16:creationId xmlns:a16="http://schemas.microsoft.com/office/drawing/2014/main" id="{98498BDC-9F65-42F7-B0DB-4346A9D8F7D1}"/>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0EABCDD-FEF5-4697-B91E-E2EA0EFD9A11}" type="slidenum">
              <a:rPr lang="en-US" altLang="en-US" sz="2400" smtClean="0"/>
              <a:pPr lvl="1">
                <a:spcBef>
                  <a:spcPct val="0"/>
                </a:spcBef>
                <a:buFontTx/>
                <a:buNone/>
              </a:pPr>
              <a:t>14</a:t>
            </a:fld>
            <a:endParaRPr lang="en-US" altLang="en-US" sz="2400"/>
          </a:p>
        </p:txBody>
      </p:sp>
    </p:spTree>
    <p:custDataLst>
      <p:tags r:id="rId1"/>
    </p:custDataLst>
  </p:cSld>
  <p:clrMapOvr>
    <a:overrideClrMapping bg1="lt1" tx1="dk1" bg2="lt2" tx2="dk2" accent1="accent1" accent2="accent2" accent3="accent3" accent4="accent4" accent5="accent5" accent6="accent6" hlink="hlink" folHlink="folHlink"/>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a:t>Course Teaser</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15</a:t>
            </a:fld>
            <a:endParaRPr lang="en-US" altLang="en-US" sz="1400"/>
          </a:p>
        </p:txBody>
      </p:sp>
    </p:spTree>
    <p:custDataLst>
      <p:tags r:id="rId1"/>
    </p:custDataLst>
    <p:extLst>
      <p:ext uri="{BB962C8B-B14F-4D97-AF65-F5344CB8AC3E}">
        <p14:creationId xmlns:p14="http://schemas.microsoft.com/office/powerpoint/2010/main" val="8672246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484066"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a:t>Course Teaser</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16</a:t>
            </a:fld>
            <a:endParaRPr lang="en-US" altLang="en-US" sz="1400"/>
          </a:p>
        </p:txBody>
      </p:sp>
      <p:sp>
        <p:nvSpPr>
          <p:cNvPr id="19" name="Rectangle 18">
            <a:extLst>
              <a:ext uri="{FF2B5EF4-FFF2-40B4-BE49-F238E27FC236}">
                <a16:creationId xmlns:a16="http://schemas.microsoft.com/office/drawing/2014/main" id="{5C4F596C-7CDC-40AA-AC7D-C5FB7C554EFF}"/>
              </a:ext>
            </a:extLst>
          </p:cNvPr>
          <p:cNvSpPr/>
          <p:nvPr>
            <p:custDataLst>
              <p:tags r:id="rId4"/>
            </p:custDataLst>
          </p:nvPr>
        </p:nvSpPr>
        <p:spPr>
          <a:xfrm>
            <a:off x="1752600" y="5867400"/>
            <a:ext cx="5681530" cy="533400"/>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main memory</a:t>
            </a:r>
          </a:p>
        </p:txBody>
      </p:sp>
      <p:sp>
        <p:nvSpPr>
          <p:cNvPr id="111" name="Rectangle 3">
            <a:extLst>
              <a:ext uri="{FF2B5EF4-FFF2-40B4-BE49-F238E27FC236}">
                <a16:creationId xmlns:a16="http://schemas.microsoft.com/office/drawing/2014/main" id="{BD5223E1-B3B1-431A-AEF4-3F17E4C025C8}"/>
              </a:ext>
            </a:extLst>
          </p:cNvPr>
          <p:cNvSpPr txBox="1">
            <a:spLocks noChangeArrowheads="1"/>
          </p:cNvSpPr>
          <p:nvPr>
            <p:custDataLst>
              <p:tags r:id="rId5"/>
            </p:custDataLst>
          </p:nvPr>
        </p:nvSpPr>
        <p:spPr bwMode="auto">
          <a:xfrm>
            <a:off x="381000" y="1219200"/>
            <a:ext cx="8839200" cy="648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None/>
            </a:pPr>
            <a:r>
              <a:rPr lang="en-US" altLang="en-US" sz="2800"/>
              <a:t>How can we store our data?</a:t>
            </a:r>
          </a:p>
          <a:p>
            <a:pPr>
              <a:lnSpc>
                <a:spcPct val="80000"/>
              </a:lnSpc>
            </a:pPr>
            <a:r>
              <a:rPr lang="en-US" altLang="en-US" sz="2400" b="1"/>
              <a:t>Memory</a:t>
            </a:r>
          </a:p>
        </p:txBody>
      </p:sp>
      <p:sp>
        <p:nvSpPr>
          <p:cNvPr id="83" name="Rectangle 3">
            <a:extLst>
              <a:ext uri="{FF2B5EF4-FFF2-40B4-BE49-F238E27FC236}">
                <a16:creationId xmlns:a16="http://schemas.microsoft.com/office/drawing/2014/main" id="{20EB2E0D-8366-459F-AB32-91957AE66139}"/>
              </a:ext>
            </a:extLst>
          </p:cNvPr>
          <p:cNvSpPr>
            <a:spLocks noGrp="1" noChangeArrowheads="1"/>
          </p:cNvSpPr>
          <p:nvPr>
            <p:ph idx="1"/>
            <p:custDataLst>
              <p:tags r:id="rId6"/>
            </p:custDataLst>
          </p:nvPr>
        </p:nvSpPr>
        <p:spPr>
          <a:xfrm>
            <a:off x="2414962" y="5355768"/>
            <a:ext cx="4277514" cy="328752"/>
          </a:xfrm>
        </p:spPr>
        <p:txBody>
          <a:bodyPr/>
          <a:lstStyle/>
          <a:p>
            <a:pPr marL="683895" lvl="1" indent="-683895" algn="ctr">
              <a:lnSpc>
                <a:spcPct val="90000"/>
              </a:lnSpc>
              <a:buNone/>
            </a:pPr>
            <a:r>
              <a:rPr lang="en-US" altLang="en-US" sz="2000" b="1">
                <a:solidFill>
                  <a:schemeClr val="accent6">
                    <a:lumMod val="75000"/>
                  </a:schemeClr>
                </a:solidFill>
                <a:latin typeface="Consolas"/>
              </a:rPr>
              <a:t>010101011010100101001110001</a:t>
            </a:r>
          </a:p>
        </p:txBody>
      </p:sp>
    </p:spTree>
    <p:custDataLst>
      <p:tags r:id="rId1"/>
    </p:custDataLst>
    <p:extLst>
      <p:ext uri="{BB962C8B-B14F-4D97-AF65-F5344CB8AC3E}">
        <p14:creationId xmlns:p14="http://schemas.microsoft.com/office/powerpoint/2010/main" val="105572281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Picture 8" descr="https://static-resources.zybooks.com/gdrive_images/0BzqFUYbxIdClTWs0Vkt5VGFtSFE">
            <a:extLst>
              <a:ext uri="{FF2B5EF4-FFF2-40B4-BE49-F238E27FC236}">
                <a16:creationId xmlns:a16="http://schemas.microsoft.com/office/drawing/2014/main" id="{E89F95BC-90DA-43F9-A26B-68B7030BCAF3}"/>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70769" b="29913"/>
          <a:stretch/>
        </p:blipFill>
        <p:spPr bwMode="auto">
          <a:xfrm>
            <a:off x="3810000" y="3385336"/>
            <a:ext cx="1524000" cy="1415264"/>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484066"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a:t>Course Teaser</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17</a:t>
            </a:fld>
            <a:endParaRPr lang="en-US" altLang="en-US" sz="1400"/>
          </a:p>
        </p:txBody>
      </p:sp>
      <p:sp>
        <p:nvSpPr>
          <p:cNvPr id="19" name="Rectangle 18">
            <a:extLst>
              <a:ext uri="{FF2B5EF4-FFF2-40B4-BE49-F238E27FC236}">
                <a16:creationId xmlns:a16="http://schemas.microsoft.com/office/drawing/2014/main" id="{5C4F596C-7CDC-40AA-AC7D-C5FB7C554EFF}"/>
              </a:ext>
            </a:extLst>
          </p:cNvPr>
          <p:cNvSpPr/>
          <p:nvPr>
            <p:custDataLst>
              <p:tags r:id="rId4"/>
            </p:custDataLst>
          </p:nvPr>
        </p:nvSpPr>
        <p:spPr>
          <a:xfrm>
            <a:off x="1752600" y="58674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main memory</a:t>
            </a:r>
          </a:p>
        </p:txBody>
      </p:sp>
      <p:cxnSp>
        <p:nvCxnSpPr>
          <p:cNvPr id="38" name="Straight Connector 37">
            <a:extLst>
              <a:ext uri="{FF2B5EF4-FFF2-40B4-BE49-F238E27FC236}">
                <a16:creationId xmlns:a16="http://schemas.microsoft.com/office/drawing/2014/main" id="{B2FD9910-8E55-4084-B868-0268CF7645EE}"/>
              </a:ext>
            </a:extLst>
          </p:cNvPr>
          <p:cNvCxnSpPr/>
          <p:nvPr/>
        </p:nvCxnSpPr>
        <p:spPr>
          <a:xfrm>
            <a:off x="3886200" y="5684520"/>
            <a:ext cx="14630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Rectangle 3">
            <a:extLst>
              <a:ext uri="{FF2B5EF4-FFF2-40B4-BE49-F238E27FC236}">
                <a16:creationId xmlns:a16="http://schemas.microsoft.com/office/drawing/2014/main" id="{BD5223E1-B3B1-431A-AEF4-3F17E4C025C8}"/>
              </a:ext>
            </a:extLst>
          </p:cNvPr>
          <p:cNvSpPr txBox="1">
            <a:spLocks noChangeArrowheads="1"/>
          </p:cNvSpPr>
          <p:nvPr>
            <p:custDataLst>
              <p:tags r:id="rId5"/>
            </p:custDataLst>
          </p:nvPr>
        </p:nvSpPr>
        <p:spPr bwMode="auto">
          <a:xfrm>
            <a:off x="381000" y="1219200"/>
            <a:ext cx="8839200" cy="648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None/>
            </a:pPr>
            <a:r>
              <a:rPr lang="en-US" altLang="en-US" sz="2800"/>
              <a:t>How can we perform operations on our data?</a:t>
            </a:r>
          </a:p>
          <a:p>
            <a:pPr>
              <a:lnSpc>
                <a:spcPct val="80000"/>
              </a:lnSpc>
            </a:pPr>
            <a:r>
              <a:rPr lang="en-US" altLang="en-US" sz="2400" b="1"/>
              <a:t>Arithmetic Logic Units</a:t>
            </a:r>
          </a:p>
        </p:txBody>
      </p:sp>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926080" y="4724400"/>
            <a:ext cx="19202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4625340" y="4975860"/>
            <a:ext cx="1417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Rectangle 3">
            <a:extLst>
              <a:ext uri="{FF2B5EF4-FFF2-40B4-BE49-F238E27FC236}">
                <a16:creationId xmlns:a16="http://schemas.microsoft.com/office/drawing/2014/main" id="{20EB2E0D-8366-459F-AB32-91957AE66139}"/>
              </a:ext>
            </a:extLst>
          </p:cNvPr>
          <p:cNvSpPr>
            <a:spLocks noGrp="1" noChangeArrowheads="1"/>
          </p:cNvSpPr>
          <p:nvPr>
            <p:ph idx="1"/>
            <p:custDataLst>
              <p:tags r:id="rId6"/>
            </p:custDataLst>
          </p:nvPr>
        </p:nvSpPr>
        <p:spPr>
          <a:xfrm>
            <a:off x="2288382" y="3059608"/>
            <a:ext cx="4790756" cy="648792"/>
          </a:xfrm>
        </p:spPr>
        <p:txBody>
          <a:bodyPr/>
          <a:lstStyle/>
          <a:p>
            <a:pPr marL="683895" lvl="1" indent="-683895" algn="ctr">
              <a:lnSpc>
                <a:spcPct val="90000"/>
              </a:lnSpc>
              <a:buNone/>
            </a:pPr>
            <a:r>
              <a:rPr lang="en-US" altLang="en-US" sz="2000" b="1">
                <a:solidFill>
                  <a:schemeClr val="accent6">
                    <a:lumMod val="75000"/>
                  </a:schemeClr>
                </a:solidFill>
                <a:latin typeface="Consolas"/>
              </a:rPr>
              <a:t>add, sub, or, nor, and, ...</a:t>
            </a:r>
          </a:p>
        </p:txBody>
      </p:sp>
    </p:spTree>
    <p:custDataLst>
      <p:tags r:id="rId1"/>
    </p:custDataLst>
    <p:extLst>
      <p:ext uri="{BB962C8B-B14F-4D97-AF65-F5344CB8AC3E}">
        <p14:creationId xmlns:p14="http://schemas.microsoft.com/office/powerpoint/2010/main" val="321038848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6" descr="Diagram showing the addition of control unit to the MIPS datapath. The datapath is similar to the datapath in Figure 4.15 above. The difference is that there is a control unit in this datapath. The input of the control unit is Instruction [31-26]. The outputs of the control unit are RegDst, Branch, MemRead, MemtoReg, ALUOp, MemWrite, ALUSrc, and RegWrite.">
            <a:extLst>
              <a:ext uri="{FF2B5EF4-FFF2-40B4-BE49-F238E27FC236}">
                <a16:creationId xmlns:a16="http://schemas.microsoft.com/office/drawing/2014/main" id="{9EBD3274-89C9-4AFC-A5D2-B5FF2064B4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62241" y="3111555"/>
            <a:ext cx="3890959" cy="2252661"/>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484066"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a:t>Course Teaser</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18</a:t>
            </a:fld>
            <a:endParaRPr lang="en-US" altLang="en-US" sz="1400"/>
          </a:p>
        </p:txBody>
      </p:sp>
      <p:sp>
        <p:nvSpPr>
          <p:cNvPr id="19" name="Rectangle 18">
            <a:extLst>
              <a:ext uri="{FF2B5EF4-FFF2-40B4-BE49-F238E27FC236}">
                <a16:creationId xmlns:a16="http://schemas.microsoft.com/office/drawing/2014/main" id="{5C4F596C-7CDC-40AA-AC7D-C5FB7C554EFF}"/>
              </a:ext>
            </a:extLst>
          </p:cNvPr>
          <p:cNvSpPr/>
          <p:nvPr>
            <p:custDataLst>
              <p:tags r:id="rId4"/>
            </p:custDataLst>
          </p:nvPr>
        </p:nvSpPr>
        <p:spPr>
          <a:xfrm>
            <a:off x="1752600" y="58674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main memory</a:t>
            </a:r>
          </a:p>
        </p:txBody>
      </p:sp>
      <p:cxnSp>
        <p:nvCxnSpPr>
          <p:cNvPr id="38" name="Straight Connector 37">
            <a:extLst>
              <a:ext uri="{FF2B5EF4-FFF2-40B4-BE49-F238E27FC236}">
                <a16:creationId xmlns:a16="http://schemas.microsoft.com/office/drawing/2014/main" id="{B2FD9910-8E55-4084-B868-0268CF7645EE}"/>
              </a:ext>
            </a:extLst>
          </p:cNvPr>
          <p:cNvCxnSpPr/>
          <p:nvPr/>
        </p:nvCxnSpPr>
        <p:spPr>
          <a:xfrm>
            <a:off x="3215640" y="5684520"/>
            <a:ext cx="2743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Rectangle 107">
            <a:extLst>
              <a:ext uri="{FF2B5EF4-FFF2-40B4-BE49-F238E27FC236}">
                <a16:creationId xmlns:a16="http://schemas.microsoft.com/office/drawing/2014/main" id="{20B06E8D-6474-4310-BA13-A497506E702A}"/>
              </a:ext>
            </a:extLst>
          </p:cNvPr>
          <p:cNvSpPr/>
          <p:nvPr>
            <p:custDataLst>
              <p:tags r:id="rId5"/>
            </p:custDataLst>
          </p:nvPr>
        </p:nvSpPr>
        <p:spPr>
          <a:xfrm>
            <a:off x="1795330" y="5943600"/>
            <a:ext cx="998016" cy="380352"/>
          </a:xfrm>
          <a:prstGeom prst="rect">
            <a:avLst/>
          </a:prstGeom>
          <a:solidFill>
            <a:schemeClr val="accent6">
              <a:lumMod val="40000"/>
              <a:lumOff val="60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program instructions</a:t>
            </a:r>
          </a:p>
        </p:txBody>
      </p:sp>
      <p:sp>
        <p:nvSpPr>
          <p:cNvPr id="109" name="Rectangle 3">
            <a:extLst>
              <a:ext uri="{FF2B5EF4-FFF2-40B4-BE49-F238E27FC236}">
                <a16:creationId xmlns:a16="http://schemas.microsoft.com/office/drawing/2014/main" id="{7E56CDB0-DD50-4A32-84EA-8455D10049AF}"/>
              </a:ext>
            </a:extLst>
          </p:cNvPr>
          <p:cNvSpPr>
            <a:spLocks noGrp="1" noChangeArrowheads="1"/>
          </p:cNvSpPr>
          <p:nvPr>
            <p:ph idx="1"/>
            <p:custDataLst>
              <p:tags r:id="rId6"/>
            </p:custDataLst>
          </p:nvPr>
        </p:nvSpPr>
        <p:spPr>
          <a:xfrm>
            <a:off x="2663072" y="2089749"/>
            <a:ext cx="3652836" cy="648792"/>
          </a:xfrm>
        </p:spPr>
        <p:txBody>
          <a:bodyPr/>
          <a:lstStyle/>
          <a:p>
            <a:pPr marL="683895" lvl="1" indent="-683895">
              <a:lnSpc>
                <a:spcPct val="90000"/>
              </a:lnSpc>
              <a:buNone/>
            </a:pPr>
            <a:r>
              <a:rPr lang="en-US" altLang="en-US" sz="2000" b="1">
                <a:solidFill>
                  <a:schemeClr val="accent6">
                    <a:lumMod val="75000"/>
                  </a:schemeClr>
                </a:solidFill>
                <a:latin typeface="Consolas"/>
              </a:rPr>
              <a:t>add $t0, $t0, $s1</a:t>
            </a:r>
            <a:endParaRPr lang="en-US">
              <a:solidFill>
                <a:schemeClr val="accent6">
                  <a:lumMod val="75000"/>
                </a:schemeClr>
              </a:solidFill>
              <a:latin typeface="Consolas"/>
            </a:endParaRPr>
          </a:p>
          <a:p>
            <a:pPr marL="683895" lvl="1" indent="-683895">
              <a:lnSpc>
                <a:spcPct val="90000"/>
              </a:lnSpc>
              <a:buNone/>
            </a:pPr>
            <a:r>
              <a:rPr lang="en-US" sz="2000" b="1">
                <a:solidFill>
                  <a:schemeClr val="accent6">
                    <a:lumMod val="75000"/>
                  </a:schemeClr>
                </a:solidFill>
                <a:latin typeface="Consolas"/>
              </a:rPr>
              <a:t>or  $t1, $t0, $s2</a:t>
            </a:r>
            <a:endParaRPr lang="en-US" sz="2000">
              <a:solidFill>
                <a:schemeClr val="accent6">
                  <a:lumMod val="75000"/>
                </a:schemeClr>
              </a:solidFill>
              <a:latin typeface="Consolas"/>
            </a:endParaRPr>
          </a:p>
          <a:p>
            <a:pPr marL="683895" lvl="1" indent="-683895">
              <a:lnSpc>
                <a:spcPct val="90000"/>
              </a:lnSpc>
              <a:buNone/>
            </a:pPr>
            <a:r>
              <a:rPr lang="en-US" sz="2000" b="1">
                <a:solidFill>
                  <a:schemeClr val="accent6">
                    <a:lumMod val="75000"/>
                  </a:schemeClr>
                </a:solidFill>
                <a:latin typeface="Consolas"/>
              </a:rPr>
              <a:t>and $t2, $t1, $s3</a:t>
            </a:r>
            <a:endParaRPr lang="en-US">
              <a:solidFill>
                <a:schemeClr val="accent6">
                  <a:lumMod val="75000"/>
                </a:schemeClr>
              </a:solidFill>
              <a:latin typeface="Consolas"/>
              <a:cs typeface="Calibri"/>
            </a:endParaRPr>
          </a:p>
        </p:txBody>
      </p:sp>
      <p:sp>
        <p:nvSpPr>
          <p:cNvPr id="111" name="Rectangle 3">
            <a:extLst>
              <a:ext uri="{FF2B5EF4-FFF2-40B4-BE49-F238E27FC236}">
                <a16:creationId xmlns:a16="http://schemas.microsoft.com/office/drawing/2014/main" id="{BD5223E1-B3B1-431A-AEF4-3F17E4C025C8}"/>
              </a:ext>
            </a:extLst>
          </p:cNvPr>
          <p:cNvSpPr txBox="1">
            <a:spLocks noChangeArrowheads="1"/>
          </p:cNvSpPr>
          <p:nvPr>
            <p:custDataLst>
              <p:tags r:id="rId7"/>
            </p:custDataLst>
          </p:nvPr>
        </p:nvSpPr>
        <p:spPr bwMode="auto">
          <a:xfrm>
            <a:off x="381000" y="1219200"/>
            <a:ext cx="8839200" cy="648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None/>
            </a:pPr>
            <a:r>
              <a:rPr lang="en-US" altLang="en-US" sz="2800"/>
              <a:t>How can we specify and execute a sequence of operations?</a:t>
            </a:r>
          </a:p>
          <a:p>
            <a:pPr>
              <a:lnSpc>
                <a:spcPct val="80000"/>
              </a:lnSpc>
            </a:pPr>
            <a:r>
              <a:rPr lang="en-US" altLang="en-US" sz="2400" b="1"/>
              <a:t>Instruction Set Architecture, Single-Cycle Processor</a:t>
            </a:r>
          </a:p>
        </p:txBody>
      </p:sp>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747383" y="5204460"/>
            <a:ext cx="9601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5577840" y="5318760"/>
            <a:ext cx="7315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E35A2796-E545-4047-B9D7-0536FA9455A2}"/>
              </a:ext>
            </a:extLst>
          </p:cNvPr>
          <p:cNvSpPr/>
          <p:nvPr>
            <p:custDataLst>
              <p:tags r:id="rId8"/>
            </p:custDataLst>
          </p:nvPr>
        </p:nvSpPr>
        <p:spPr>
          <a:xfrm>
            <a:off x="2971800" y="4282440"/>
            <a:ext cx="457200" cy="457200"/>
          </a:xfrm>
          <a:prstGeom prst="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6E502454-F0D7-4921-A259-24B28C69487E}"/>
              </a:ext>
            </a:extLst>
          </p:cNvPr>
          <p:cNvSpPr/>
          <p:nvPr>
            <p:custDataLst>
              <p:tags r:id="rId9"/>
            </p:custDataLst>
          </p:nvPr>
        </p:nvSpPr>
        <p:spPr>
          <a:xfrm>
            <a:off x="4190999" y="4255484"/>
            <a:ext cx="609563" cy="621315"/>
          </a:xfrm>
          <a:prstGeom prst="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76061013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4" descr="Extended pipeline registers shown with corresponding connections to components. The instruction from the IF/ID register connect to Control, which then send the 9 control signals to the ID/EX pipeline register. The ID/EX pipeline register connects to ALUSrc, ALUOp, and RegDst. The remaining control lines are forwarded to the next pipeline register. The EX/MEM pipeline register connects to Branch, MemWrite, and MemRead. The remaining control lines are forwarded to the next pipeline register. The MEM/WB pipeline register connects to MemtoReg and RegWrite.">
            <a:extLst>
              <a:ext uri="{FF2B5EF4-FFF2-40B4-BE49-F238E27FC236}">
                <a16:creationId xmlns:a16="http://schemas.microsoft.com/office/drawing/2014/main" id="{37CD0887-4BF8-46FA-8DD2-905ECDC639E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14606" y="3124200"/>
            <a:ext cx="4070422" cy="2139973"/>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484066"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a:t>Course Teaser</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19</a:t>
            </a:fld>
            <a:endParaRPr lang="en-US" altLang="en-US" sz="1400"/>
          </a:p>
        </p:txBody>
      </p:sp>
      <p:sp>
        <p:nvSpPr>
          <p:cNvPr id="19" name="Rectangle 18">
            <a:extLst>
              <a:ext uri="{FF2B5EF4-FFF2-40B4-BE49-F238E27FC236}">
                <a16:creationId xmlns:a16="http://schemas.microsoft.com/office/drawing/2014/main" id="{5C4F596C-7CDC-40AA-AC7D-C5FB7C554EFF}"/>
              </a:ext>
            </a:extLst>
          </p:cNvPr>
          <p:cNvSpPr/>
          <p:nvPr>
            <p:custDataLst>
              <p:tags r:id="rId4"/>
            </p:custDataLst>
          </p:nvPr>
        </p:nvSpPr>
        <p:spPr>
          <a:xfrm>
            <a:off x="1752600" y="58674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main memory</a:t>
            </a:r>
          </a:p>
        </p:txBody>
      </p:sp>
      <p:cxnSp>
        <p:nvCxnSpPr>
          <p:cNvPr id="38" name="Straight Connector 37">
            <a:extLst>
              <a:ext uri="{FF2B5EF4-FFF2-40B4-BE49-F238E27FC236}">
                <a16:creationId xmlns:a16="http://schemas.microsoft.com/office/drawing/2014/main" id="{B2FD9910-8E55-4084-B868-0268CF7645EE}"/>
              </a:ext>
            </a:extLst>
          </p:cNvPr>
          <p:cNvCxnSpPr/>
          <p:nvPr/>
        </p:nvCxnSpPr>
        <p:spPr>
          <a:xfrm>
            <a:off x="3215640" y="5684520"/>
            <a:ext cx="2743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Rectangle 107">
            <a:extLst>
              <a:ext uri="{FF2B5EF4-FFF2-40B4-BE49-F238E27FC236}">
                <a16:creationId xmlns:a16="http://schemas.microsoft.com/office/drawing/2014/main" id="{20B06E8D-6474-4310-BA13-A497506E702A}"/>
              </a:ext>
            </a:extLst>
          </p:cNvPr>
          <p:cNvSpPr/>
          <p:nvPr>
            <p:custDataLst>
              <p:tags r:id="rId5"/>
            </p:custDataLst>
          </p:nvPr>
        </p:nvSpPr>
        <p:spPr>
          <a:xfrm>
            <a:off x="1795330" y="5943600"/>
            <a:ext cx="998016" cy="38035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program instructions</a:t>
            </a:r>
          </a:p>
        </p:txBody>
      </p:sp>
      <p:sp>
        <p:nvSpPr>
          <p:cNvPr id="109" name="Rectangle 3">
            <a:extLst>
              <a:ext uri="{FF2B5EF4-FFF2-40B4-BE49-F238E27FC236}">
                <a16:creationId xmlns:a16="http://schemas.microsoft.com/office/drawing/2014/main" id="{7E56CDB0-DD50-4A32-84EA-8455D10049AF}"/>
              </a:ext>
            </a:extLst>
          </p:cNvPr>
          <p:cNvSpPr>
            <a:spLocks noGrp="1" noChangeArrowheads="1"/>
          </p:cNvSpPr>
          <p:nvPr>
            <p:ph idx="1"/>
            <p:custDataLst>
              <p:tags r:id="rId6"/>
            </p:custDataLst>
          </p:nvPr>
        </p:nvSpPr>
        <p:spPr>
          <a:xfrm>
            <a:off x="2772230" y="2073279"/>
            <a:ext cx="4201282" cy="1242828"/>
          </a:xfrm>
        </p:spPr>
        <p:txBody>
          <a:bodyPr/>
          <a:lstStyle/>
          <a:p>
            <a:pPr marL="683895" lvl="1" indent="-683895">
              <a:lnSpc>
                <a:spcPct val="90000"/>
              </a:lnSpc>
              <a:buNone/>
            </a:pPr>
            <a:r>
              <a:rPr lang="en-US" altLang="en-US" sz="2000" b="1" dirty="0">
                <a:latin typeface="Consolas"/>
              </a:rPr>
              <a:t>add $t0, $t0, $s1</a:t>
            </a:r>
            <a:endParaRPr lang="en-US" b="1" dirty="0">
              <a:latin typeface="Consolas"/>
            </a:endParaRPr>
          </a:p>
          <a:p>
            <a:pPr marL="683895" lvl="1" indent="-683895">
              <a:lnSpc>
                <a:spcPct val="90000"/>
              </a:lnSpc>
              <a:buNone/>
            </a:pPr>
            <a:r>
              <a:rPr lang="en-US" altLang="en-US" sz="2000" b="1" dirty="0">
                <a:latin typeface="Consolas"/>
                <a:ea typeface="Inconsolata"/>
              </a:rPr>
              <a:t>    </a:t>
            </a:r>
            <a:r>
              <a:rPr lang="en-US" altLang="en-US" sz="2000" b="1" dirty="0">
                <a:solidFill>
                  <a:schemeClr val="accent6">
                    <a:lumMod val="75000"/>
                  </a:schemeClr>
                </a:solidFill>
                <a:latin typeface="Consolas"/>
                <a:ea typeface="Inconsolata"/>
              </a:rPr>
              <a:t>or $t1, $t0, $s2</a:t>
            </a:r>
          </a:p>
          <a:p>
            <a:pPr marL="683895" lvl="1" indent="-683895">
              <a:lnSpc>
                <a:spcPct val="90000"/>
              </a:lnSpc>
              <a:buNone/>
            </a:pPr>
            <a:r>
              <a:rPr lang="en-US" altLang="en-US" sz="2000" b="1" dirty="0">
                <a:solidFill>
                  <a:schemeClr val="accent6">
                    <a:lumMod val="75000"/>
                  </a:schemeClr>
                </a:solidFill>
                <a:latin typeface="Consolas"/>
              </a:rPr>
              <a:t>       and $t2, $t1, $s3</a:t>
            </a:r>
            <a:endParaRPr lang="en-US" altLang="en-US" sz="2000" b="1" dirty="0">
              <a:solidFill>
                <a:schemeClr val="accent6">
                  <a:lumMod val="75000"/>
                </a:schemeClr>
              </a:solidFill>
              <a:latin typeface="Consolas"/>
              <a:ea typeface="Inconsolata" panose="00000509000000000000" pitchFamily="49" charset="0"/>
            </a:endParaRPr>
          </a:p>
        </p:txBody>
      </p:sp>
      <p:sp>
        <p:nvSpPr>
          <p:cNvPr id="111" name="Rectangle 3">
            <a:extLst>
              <a:ext uri="{FF2B5EF4-FFF2-40B4-BE49-F238E27FC236}">
                <a16:creationId xmlns:a16="http://schemas.microsoft.com/office/drawing/2014/main" id="{BD5223E1-B3B1-431A-AEF4-3F17E4C025C8}"/>
              </a:ext>
            </a:extLst>
          </p:cNvPr>
          <p:cNvSpPr txBox="1">
            <a:spLocks noChangeArrowheads="1"/>
          </p:cNvSpPr>
          <p:nvPr>
            <p:custDataLst>
              <p:tags r:id="rId7"/>
            </p:custDataLst>
          </p:nvPr>
        </p:nvSpPr>
        <p:spPr bwMode="auto">
          <a:xfrm>
            <a:off x="381000" y="1219200"/>
            <a:ext cx="8458200" cy="648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None/>
            </a:pPr>
            <a:r>
              <a:rPr lang="en-US" altLang="en-US" sz="2800"/>
              <a:t>How can we perform more operations at a time?</a:t>
            </a:r>
          </a:p>
          <a:p>
            <a:pPr>
              <a:lnSpc>
                <a:spcPct val="80000"/>
              </a:lnSpc>
            </a:pPr>
            <a:r>
              <a:rPr lang="en-US" altLang="en-US" sz="2400" b="1"/>
              <a:t>Pipelining</a:t>
            </a:r>
          </a:p>
        </p:txBody>
      </p:sp>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678803" y="5120640"/>
            <a:ext cx="10972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5463540" y="5189220"/>
            <a:ext cx="9601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86F60AB-392D-407A-B121-6784DF1381B4}"/>
              </a:ext>
            </a:extLst>
          </p:cNvPr>
          <p:cNvSpPr/>
          <p:nvPr>
            <p:custDataLst>
              <p:tags r:id="rId8"/>
            </p:custDataLst>
          </p:nvPr>
        </p:nvSpPr>
        <p:spPr>
          <a:xfrm>
            <a:off x="3581401" y="3733800"/>
            <a:ext cx="152398" cy="1371600"/>
          </a:xfrm>
          <a:prstGeom prst="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1284021E-5856-4693-A036-F23242384D97}"/>
              </a:ext>
            </a:extLst>
          </p:cNvPr>
          <p:cNvSpPr/>
          <p:nvPr>
            <p:custDataLst>
              <p:tags r:id="rId9"/>
            </p:custDataLst>
          </p:nvPr>
        </p:nvSpPr>
        <p:spPr>
          <a:xfrm>
            <a:off x="4572000" y="3337560"/>
            <a:ext cx="152398" cy="1767840"/>
          </a:xfrm>
          <a:prstGeom prst="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31F8502B-9CD8-4996-A800-057A2D1F7464}"/>
              </a:ext>
            </a:extLst>
          </p:cNvPr>
          <p:cNvSpPr/>
          <p:nvPr>
            <p:custDataLst>
              <p:tags r:id="rId10"/>
            </p:custDataLst>
          </p:nvPr>
        </p:nvSpPr>
        <p:spPr>
          <a:xfrm>
            <a:off x="5407452" y="3461360"/>
            <a:ext cx="152398" cy="1644040"/>
          </a:xfrm>
          <a:prstGeom prst="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4B323021-4DF2-435E-ADDB-75CEE96FA109}"/>
              </a:ext>
            </a:extLst>
          </p:cNvPr>
          <p:cNvSpPr/>
          <p:nvPr>
            <p:custDataLst>
              <p:tags r:id="rId11"/>
            </p:custDataLst>
          </p:nvPr>
        </p:nvSpPr>
        <p:spPr>
          <a:xfrm>
            <a:off x="6208691" y="3597580"/>
            <a:ext cx="152398" cy="1507820"/>
          </a:xfrm>
          <a:prstGeom prst="rect">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82276522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484066"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a:t>Course Teaser</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20</a:t>
            </a:fld>
            <a:endParaRPr lang="en-US" altLang="en-US" sz="1400"/>
          </a:p>
        </p:txBody>
      </p:sp>
      <p:sp>
        <p:nvSpPr>
          <p:cNvPr id="19" name="Rectangle 18">
            <a:extLst>
              <a:ext uri="{FF2B5EF4-FFF2-40B4-BE49-F238E27FC236}">
                <a16:creationId xmlns:a16="http://schemas.microsoft.com/office/drawing/2014/main" id="{5C4F596C-7CDC-40AA-AC7D-C5FB7C554EFF}"/>
              </a:ext>
            </a:extLst>
          </p:cNvPr>
          <p:cNvSpPr/>
          <p:nvPr>
            <p:custDataLst>
              <p:tags r:id="rId4"/>
            </p:custDataLst>
          </p:nvPr>
        </p:nvSpPr>
        <p:spPr>
          <a:xfrm>
            <a:off x="1752600" y="58674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main memory</a:t>
            </a:r>
          </a:p>
        </p:txBody>
      </p:sp>
      <p:cxnSp>
        <p:nvCxnSpPr>
          <p:cNvPr id="38" name="Straight Connector 37">
            <a:extLst>
              <a:ext uri="{FF2B5EF4-FFF2-40B4-BE49-F238E27FC236}">
                <a16:creationId xmlns:a16="http://schemas.microsoft.com/office/drawing/2014/main" id="{B2FD9910-8E55-4084-B868-0268CF7645EE}"/>
              </a:ext>
            </a:extLst>
          </p:cNvPr>
          <p:cNvCxnSpPr/>
          <p:nvPr/>
        </p:nvCxnSpPr>
        <p:spPr>
          <a:xfrm>
            <a:off x="3215640" y="5684520"/>
            <a:ext cx="2743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Rectangle 107">
            <a:extLst>
              <a:ext uri="{FF2B5EF4-FFF2-40B4-BE49-F238E27FC236}">
                <a16:creationId xmlns:a16="http://schemas.microsoft.com/office/drawing/2014/main" id="{20B06E8D-6474-4310-BA13-A497506E702A}"/>
              </a:ext>
            </a:extLst>
          </p:cNvPr>
          <p:cNvSpPr/>
          <p:nvPr>
            <p:custDataLst>
              <p:tags r:id="rId5"/>
            </p:custDataLst>
          </p:nvPr>
        </p:nvSpPr>
        <p:spPr>
          <a:xfrm>
            <a:off x="1795330" y="5943600"/>
            <a:ext cx="998016" cy="38035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program instructions</a:t>
            </a:r>
          </a:p>
        </p:txBody>
      </p:sp>
      <p:sp>
        <p:nvSpPr>
          <p:cNvPr id="109" name="Rectangle 3">
            <a:extLst>
              <a:ext uri="{FF2B5EF4-FFF2-40B4-BE49-F238E27FC236}">
                <a16:creationId xmlns:a16="http://schemas.microsoft.com/office/drawing/2014/main" id="{7E56CDB0-DD50-4A32-84EA-8455D10049AF}"/>
              </a:ext>
            </a:extLst>
          </p:cNvPr>
          <p:cNvSpPr>
            <a:spLocks noGrp="1" noChangeArrowheads="1"/>
          </p:cNvSpPr>
          <p:nvPr>
            <p:ph idx="1"/>
            <p:custDataLst>
              <p:tags r:id="rId6"/>
            </p:custDataLst>
          </p:nvPr>
        </p:nvSpPr>
        <p:spPr>
          <a:xfrm>
            <a:off x="2781937" y="2073279"/>
            <a:ext cx="4623536" cy="1233121"/>
          </a:xfrm>
        </p:spPr>
        <p:txBody>
          <a:bodyPr/>
          <a:lstStyle/>
          <a:p>
            <a:pPr marL="683895" lvl="1" indent="-683895">
              <a:lnSpc>
                <a:spcPct val="90000"/>
              </a:lnSpc>
              <a:buNone/>
            </a:pPr>
            <a:r>
              <a:rPr lang="en-US" altLang="en-US" sz="2000" dirty="0">
                <a:latin typeface="Consolas"/>
              </a:rPr>
              <a:t>add $t0, $t0, $s1</a:t>
            </a:r>
          </a:p>
          <a:p>
            <a:pPr marL="683895" lvl="1" indent="-683895">
              <a:lnSpc>
                <a:spcPct val="90000"/>
              </a:lnSpc>
              <a:buNone/>
            </a:pPr>
            <a:r>
              <a:rPr lang="en-US" altLang="en-US" sz="2000" dirty="0">
                <a:latin typeface="Consolas"/>
              </a:rPr>
              <a:t>    or $t1, $t0, $s2</a:t>
            </a:r>
          </a:p>
          <a:p>
            <a:pPr marL="683895" lvl="1" indent="-683895">
              <a:lnSpc>
                <a:spcPct val="90000"/>
              </a:lnSpc>
              <a:buNone/>
            </a:pPr>
            <a:r>
              <a:rPr lang="en-US" altLang="en-US" sz="2000" dirty="0">
                <a:latin typeface="Consolas"/>
              </a:rPr>
              <a:t>        and  $t2, $t1, $s3</a:t>
            </a:r>
          </a:p>
        </p:txBody>
      </p:sp>
      <p:sp>
        <p:nvSpPr>
          <p:cNvPr id="111" name="Rectangle 3">
            <a:extLst>
              <a:ext uri="{FF2B5EF4-FFF2-40B4-BE49-F238E27FC236}">
                <a16:creationId xmlns:a16="http://schemas.microsoft.com/office/drawing/2014/main" id="{BD5223E1-B3B1-431A-AEF4-3F17E4C025C8}"/>
              </a:ext>
            </a:extLst>
          </p:cNvPr>
          <p:cNvSpPr txBox="1">
            <a:spLocks noChangeArrowheads="1"/>
          </p:cNvSpPr>
          <p:nvPr>
            <p:custDataLst>
              <p:tags r:id="rId7"/>
            </p:custDataLst>
          </p:nvPr>
        </p:nvSpPr>
        <p:spPr bwMode="auto">
          <a:xfrm>
            <a:off x="381000" y="1219200"/>
            <a:ext cx="8461375" cy="648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None/>
            </a:pPr>
            <a:r>
              <a:rPr lang="en-US" altLang="en-US" sz="2800"/>
              <a:t>How can we perform even more operations at a time?</a:t>
            </a:r>
          </a:p>
          <a:p>
            <a:pPr>
              <a:lnSpc>
                <a:spcPct val="80000"/>
              </a:lnSpc>
            </a:pPr>
            <a:r>
              <a:rPr lang="en-US" altLang="en-US" sz="2400" b="1"/>
              <a:t>Superscalar, Out-of-order</a:t>
            </a:r>
          </a:p>
        </p:txBody>
      </p:sp>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595563" y="3139440"/>
            <a:ext cx="3957637" cy="1986618"/>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587363" y="5059680"/>
            <a:ext cx="12801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5303520" y="5059680"/>
            <a:ext cx="12801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53"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64AC13FC-FDCE-43EE-9322-BF31923E6643}"/>
              </a:ext>
            </a:extLst>
          </p:cNvPr>
          <p:cNvPicPr>
            <a:picLocks noChangeAspect="1" noChangeArrowheads="1"/>
          </p:cNvPicPr>
          <p:nvPr/>
        </p:nvPicPr>
        <p:blipFill rotWithShape="1">
          <a:blip r:embed="rId38">
            <a:extLst>
              <a:ext uri="{28A0092B-C50C-407E-A947-70E740481C1C}">
                <a14:useLocalDpi xmlns:a14="http://schemas.microsoft.com/office/drawing/2010/main" val="0"/>
              </a:ext>
            </a:extLst>
          </a:blip>
          <a:srcRect l="51985" t="37048" r="28761" b="28687"/>
          <a:stretch/>
        </p:blipFill>
        <p:spPr bwMode="auto">
          <a:xfrm>
            <a:off x="4648200" y="4363739"/>
            <a:ext cx="762001" cy="680701"/>
          </a:xfrm>
          <a:prstGeom prst="rect">
            <a:avLst/>
          </a:prstGeom>
          <a:noFill/>
          <a:ln>
            <a:solidFill>
              <a:schemeClr val="accent6">
                <a:lumMod val="75000"/>
              </a:schemeClr>
            </a:solidFill>
          </a:ln>
          <a:extLst>
            <a:ext uri="{909E8E84-426E-40DD-AFC4-6F175D3DCCD1}">
              <a14:hiddenFill xmlns:a14="http://schemas.microsoft.com/office/drawing/2010/main">
                <a:solidFill>
                  <a:srgbClr val="FFFFFF"/>
                </a:solidFill>
              </a14:hiddenFill>
            </a:ext>
          </a:extLst>
        </p:spPr>
      </p:pic>
      <p:pic>
        <p:nvPicPr>
          <p:cNvPr id="54"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23B9133B-FFAD-43E5-A4EE-897C26A41971}"/>
              </a:ext>
            </a:extLst>
          </p:cNvPr>
          <p:cNvPicPr>
            <a:picLocks noChangeAspect="1" noChangeArrowheads="1"/>
          </p:cNvPicPr>
          <p:nvPr/>
        </p:nvPicPr>
        <p:blipFill rotWithShape="1">
          <a:blip r:embed="rId38">
            <a:extLst>
              <a:ext uri="{28A0092B-C50C-407E-A947-70E740481C1C}">
                <a14:useLocalDpi xmlns:a14="http://schemas.microsoft.com/office/drawing/2010/main" val="0"/>
              </a:ext>
            </a:extLst>
          </a:blip>
          <a:srcRect l="51985" t="37048" r="28761" b="28687"/>
          <a:stretch/>
        </p:blipFill>
        <p:spPr bwMode="auto">
          <a:xfrm>
            <a:off x="4648200" y="3830339"/>
            <a:ext cx="762001" cy="680701"/>
          </a:xfrm>
          <a:prstGeom prst="rect">
            <a:avLst/>
          </a:prstGeom>
          <a:noFill/>
          <a:ln>
            <a:solidFill>
              <a:schemeClr val="accent6">
                <a:lumMod val="75000"/>
              </a:schemeClr>
            </a:solidFill>
          </a:ln>
          <a:extLst>
            <a:ext uri="{909E8E84-426E-40DD-AFC4-6F175D3DCCD1}">
              <a14:hiddenFill xmlns:a14="http://schemas.microsoft.com/office/drawing/2010/main">
                <a:solidFill>
                  <a:srgbClr val="FFFFFF"/>
                </a:solidFill>
              </a14:hiddenFill>
            </a:ext>
          </a:extLst>
        </p:spPr>
      </p:pic>
      <p:pic>
        <p:nvPicPr>
          <p:cNvPr id="55"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26C28EFB-A857-46B3-86F7-D0298F7F7F7E}"/>
              </a:ext>
            </a:extLst>
          </p:cNvPr>
          <p:cNvPicPr>
            <a:picLocks noChangeAspect="1" noChangeArrowheads="1"/>
          </p:cNvPicPr>
          <p:nvPr/>
        </p:nvPicPr>
        <p:blipFill rotWithShape="1">
          <a:blip r:embed="rId38">
            <a:extLst>
              <a:ext uri="{28A0092B-C50C-407E-A947-70E740481C1C}">
                <a14:useLocalDpi xmlns:a14="http://schemas.microsoft.com/office/drawing/2010/main" val="0"/>
              </a:ext>
            </a:extLst>
          </a:blip>
          <a:srcRect l="51985" t="37048" r="28761" b="28687"/>
          <a:stretch/>
        </p:blipFill>
        <p:spPr bwMode="auto">
          <a:xfrm>
            <a:off x="4648199" y="3296939"/>
            <a:ext cx="762001" cy="680701"/>
          </a:xfrm>
          <a:prstGeom prst="rect">
            <a:avLst/>
          </a:prstGeom>
          <a:noFill/>
          <a:ln>
            <a:solidFill>
              <a:schemeClr val="accent6">
                <a:lumMod val="75000"/>
              </a:schemeClr>
            </a:solidFill>
          </a:ln>
          <a:extLst>
            <a:ext uri="{909E8E84-426E-40DD-AFC4-6F175D3DCCD1}">
              <a14:hiddenFill xmlns:a14="http://schemas.microsoft.com/office/drawing/2010/main">
                <a:solidFill>
                  <a:srgbClr val="FFFFFF"/>
                </a:solidFill>
              </a14:hiddenFill>
            </a:ext>
          </a:extLst>
        </p:spPr>
      </p:pic>
      <p:pic>
        <p:nvPicPr>
          <p:cNvPr id="5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E82C0ED7-5271-463F-A09E-E652A44F2805}"/>
              </a:ext>
            </a:extLst>
          </p:cNvPr>
          <p:cNvPicPr>
            <a:picLocks noChangeAspect="1" noChangeArrowheads="1"/>
          </p:cNvPicPr>
          <p:nvPr/>
        </p:nvPicPr>
        <p:blipFill rotWithShape="1">
          <a:blip r:embed="rId38">
            <a:extLst>
              <a:ext uri="{28A0092B-C50C-407E-A947-70E740481C1C}">
                <a14:useLocalDpi xmlns:a14="http://schemas.microsoft.com/office/drawing/2010/main" val="0"/>
              </a:ext>
            </a:extLst>
          </a:blip>
          <a:srcRect l="51985" t="37048" r="28761" b="28687"/>
          <a:stretch/>
        </p:blipFill>
        <p:spPr bwMode="auto">
          <a:xfrm>
            <a:off x="5334000" y="3296939"/>
            <a:ext cx="762001" cy="680701"/>
          </a:xfrm>
          <a:prstGeom prst="rect">
            <a:avLst/>
          </a:prstGeom>
          <a:noFill/>
          <a:ln>
            <a:solidFill>
              <a:schemeClr val="accent6">
                <a:lumMod val="75000"/>
              </a:schemeClr>
            </a:solidFill>
          </a:ln>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DE8F4C0D-685F-4175-944B-C5DFCB1637AB}"/>
              </a:ext>
            </a:extLst>
          </p:cNvPr>
          <p:cNvGrpSpPr/>
          <p:nvPr/>
        </p:nvGrpSpPr>
        <p:grpSpPr>
          <a:xfrm>
            <a:off x="4271963" y="3137854"/>
            <a:ext cx="2133600" cy="182880"/>
            <a:chOff x="1219200" y="1477735"/>
            <a:chExt cx="2133600" cy="182880"/>
          </a:xfrm>
        </p:grpSpPr>
        <p:sp>
          <p:nvSpPr>
            <p:cNvPr id="8" name="Rectangle 7">
              <a:extLst>
                <a:ext uri="{FF2B5EF4-FFF2-40B4-BE49-F238E27FC236}">
                  <a16:creationId xmlns:a16="http://schemas.microsoft.com/office/drawing/2014/main" id="{964A1825-2A13-446E-9A46-68902D1D9982}"/>
                </a:ext>
              </a:extLst>
            </p:cNvPr>
            <p:cNvSpPr/>
            <p:nvPr>
              <p:custDataLst>
                <p:tags r:id="rId8"/>
              </p:custDataLst>
            </p:nvPr>
          </p:nvSpPr>
          <p:spPr>
            <a:xfrm>
              <a:off x="12192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6EBBECE2-C1C8-4474-8614-D6B276321210}"/>
                </a:ext>
              </a:extLst>
            </p:cNvPr>
            <p:cNvSpPr/>
            <p:nvPr>
              <p:custDataLst>
                <p:tags r:id="rId9"/>
              </p:custDataLst>
            </p:nvPr>
          </p:nvSpPr>
          <p:spPr>
            <a:xfrm>
              <a:off x="12954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454A92B7-5C91-4F97-B30A-98F2CAA3B4A0}"/>
                </a:ext>
              </a:extLst>
            </p:cNvPr>
            <p:cNvSpPr/>
            <p:nvPr>
              <p:custDataLst>
                <p:tags r:id="rId10"/>
              </p:custDataLst>
            </p:nvPr>
          </p:nvSpPr>
          <p:spPr>
            <a:xfrm>
              <a:off x="13716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365DA114-F05B-48B8-A769-038536994741}"/>
                </a:ext>
              </a:extLst>
            </p:cNvPr>
            <p:cNvSpPr/>
            <p:nvPr>
              <p:custDataLst>
                <p:tags r:id="rId11"/>
              </p:custDataLst>
            </p:nvPr>
          </p:nvSpPr>
          <p:spPr>
            <a:xfrm>
              <a:off x="143256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48655FA1-603D-49BF-914E-36DF57DC60E1}"/>
                </a:ext>
              </a:extLst>
            </p:cNvPr>
            <p:cNvSpPr/>
            <p:nvPr>
              <p:custDataLst>
                <p:tags r:id="rId12"/>
              </p:custDataLst>
            </p:nvPr>
          </p:nvSpPr>
          <p:spPr>
            <a:xfrm>
              <a:off x="15240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55205639-F83B-49B4-A0BD-B74E1AAC5B0A}"/>
                </a:ext>
              </a:extLst>
            </p:cNvPr>
            <p:cNvSpPr/>
            <p:nvPr>
              <p:custDataLst>
                <p:tags r:id="rId13"/>
              </p:custDataLst>
            </p:nvPr>
          </p:nvSpPr>
          <p:spPr>
            <a:xfrm>
              <a:off x="16002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76CC1A6E-A16E-4FE8-A30F-46C9EC0DD409}"/>
                </a:ext>
              </a:extLst>
            </p:cNvPr>
            <p:cNvSpPr/>
            <p:nvPr>
              <p:custDataLst>
                <p:tags r:id="rId14"/>
              </p:custDataLst>
            </p:nvPr>
          </p:nvSpPr>
          <p:spPr>
            <a:xfrm>
              <a:off x="16764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8A5DD325-A2E5-458B-9E77-56204DBC460F}"/>
                </a:ext>
              </a:extLst>
            </p:cNvPr>
            <p:cNvSpPr/>
            <p:nvPr>
              <p:custDataLst>
                <p:tags r:id="rId15"/>
              </p:custDataLst>
            </p:nvPr>
          </p:nvSpPr>
          <p:spPr>
            <a:xfrm>
              <a:off x="173736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0B5AC967-CFBC-4CC5-8538-A110955C3578}"/>
                </a:ext>
              </a:extLst>
            </p:cNvPr>
            <p:cNvSpPr/>
            <p:nvPr>
              <p:custDataLst>
                <p:tags r:id="rId16"/>
              </p:custDataLst>
            </p:nvPr>
          </p:nvSpPr>
          <p:spPr>
            <a:xfrm>
              <a:off x="18288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536E048D-10ED-4571-9194-312B818A3031}"/>
                </a:ext>
              </a:extLst>
            </p:cNvPr>
            <p:cNvSpPr/>
            <p:nvPr>
              <p:custDataLst>
                <p:tags r:id="rId17"/>
              </p:custDataLst>
            </p:nvPr>
          </p:nvSpPr>
          <p:spPr>
            <a:xfrm>
              <a:off x="19050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13D946AC-8149-4E5B-BCA9-31907F1A2DC3}"/>
                </a:ext>
              </a:extLst>
            </p:cNvPr>
            <p:cNvSpPr/>
            <p:nvPr>
              <p:custDataLst>
                <p:tags r:id="rId18"/>
              </p:custDataLst>
            </p:nvPr>
          </p:nvSpPr>
          <p:spPr>
            <a:xfrm>
              <a:off x="19812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462CEFEC-2A75-4378-85FD-B4097B31EC26}"/>
                </a:ext>
              </a:extLst>
            </p:cNvPr>
            <p:cNvSpPr/>
            <p:nvPr>
              <p:custDataLst>
                <p:tags r:id="rId19"/>
              </p:custDataLst>
            </p:nvPr>
          </p:nvSpPr>
          <p:spPr>
            <a:xfrm>
              <a:off x="204216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DBEAA78F-EF1C-4E86-A8F7-90BE0BC55014}"/>
                </a:ext>
              </a:extLst>
            </p:cNvPr>
            <p:cNvSpPr/>
            <p:nvPr>
              <p:custDataLst>
                <p:tags r:id="rId20"/>
              </p:custDataLst>
            </p:nvPr>
          </p:nvSpPr>
          <p:spPr>
            <a:xfrm>
              <a:off x="21336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A1EEF75B-701F-46F3-8725-84BE45BDDDA0}"/>
                </a:ext>
              </a:extLst>
            </p:cNvPr>
            <p:cNvSpPr/>
            <p:nvPr>
              <p:custDataLst>
                <p:tags r:id="rId21"/>
              </p:custDataLst>
            </p:nvPr>
          </p:nvSpPr>
          <p:spPr>
            <a:xfrm>
              <a:off x="22098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83A49BE3-63AA-4EF3-A9D3-6C9C25E88552}"/>
                </a:ext>
              </a:extLst>
            </p:cNvPr>
            <p:cNvSpPr/>
            <p:nvPr>
              <p:custDataLst>
                <p:tags r:id="rId22"/>
              </p:custDataLst>
            </p:nvPr>
          </p:nvSpPr>
          <p:spPr>
            <a:xfrm>
              <a:off x="22860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03E5BFBC-70E9-4285-ADA0-733331B462F0}"/>
                </a:ext>
              </a:extLst>
            </p:cNvPr>
            <p:cNvSpPr/>
            <p:nvPr>
              <p:custDataLst>
                <p:tags r:id="rId23"/>
              </p:custDataLst>
            </p:nvPr>
          </p:nvSpPr>
          <p:spPr>
            <a:xfrm>
              <a:off x="234696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836543EC-A9A2-4B16-A87C-F15CFFE1A86C}"/>
                </a:ext>
              </a:extLst>
            </p:cNvPr>
            <p:cNvSpPr/>
            <p:nvPr>
              <p:custDataLst>
                <p:tags r:id="rId24"/>
              </p:custDataLst>
            </p:nvPr>
          </p:nvSpPr>
          <p:spPr>
            <a:xfrm>
              <a:off x="24384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9716995F-C8FE-4CAB-A199-B3E5ADC979E3}"/>
                </a:ext>
              </a:extLst>
            </p:cNvPr>
            <p:cNvSpPr/>
            <p:nvPr>
              <p:custDataLst>
                <p:tags r:id="rId25"/>
              </p:custDataLst>
            </p:nvPr>
          </p:nvSpPr>
          <p:spPr>
            <a:xfrm>
              <a:off x="25146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BF5F34ED-E9E3-4B43-8E7D-888FB219AB40}"/>
                </a:ext>
              </a:extLst>
            </p:cNvPr>
            <p:cNvSpPr/>
            <p:nvPr>
              <p:custDataLst>
                <p:tags r:id="rId26"/>
              </p:custDataLst>
            </p:nvPr>
          </p:nvSpPr>
          <p:spPr>
            <a:xfrm>
              <a:off x="25908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7CEDF53C-0F4A-4807-9547-2FF9E04A4CEF}"/>
                </a:ext>
              </a:extLst>
            </p:cNvPr>
            <p:cNvSpPr/>
            <p:nvPr>
              <p:custDataLst>
                <p:tags r:id="rId27"/>
              </p:custDataLst>
            </p:nvPr>
          </p:nvSpPr>
          <p:spPr>
            <a:xfrm>
              <a:off x="265176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B581BAEF-BC7F-47E8-ADA8-A7CFF1405435}"/>
                </a:ext>
              </a:extLst>
            </p:cNvPr>
            <p:cNvSpPr/>
            <p:nvPr>
              <p:custDataLst>
                <p:tags r:id="rId28"/>
              </p:custDataLst>
            </p:nvPr>
          </p:nvSpPr>
          <p:spPr>
            <a:xfrm>
              <a:off x="27432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C53FDF5F-85B5-405D-BC79-242BEA73CE7B}"/>
                </a:ext>
              </a:extLst>
            </p:cNvPr>
            <p:cNvSpPr/>
            <p:nvPr>
              <p:custDataLst>
                <p:tags r:id="rId29"/>
              </p:custDataLst>
            </p:nvPr>
          </p:nvSpPr>
          <p:spPr>
            <a:xfrm>
              <a:off x="28194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B9DB3181-5E48-456F-81CD-35E4AD51BA5C}"/>
                </a:ext>
              </a:extLst>
            </p:cNvPr>
            <p:cNvSpPr/>
            <p:nvPr>
              <p:custDataLst>
                <p:tags r:id="rId30"/>
              </p:custDataLst>
            </p:nvPr>
          </p:nvSpPr>
          <p:spPr>
            <a:xfrm>
              <a:off x="28956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6C3B45DF-CE52-4530-ACDB-3A5CEA71353E}"/>
                </a:ext>
              </a:extLst>
            </p:cNvPr>
            <p:cNvSpPr/>
            <p:nvPr>
              <p:custDataLst>
                <p:tags r:id="rId31"/>
              </p:custDataLst>
            </p:nvPr>
          </p:nvSpPr>
          <p:spPr>
            <a:xfrm>
              <a:off x="295656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9632A4DB-DDDE-455D-92C3-88EE111271BA}"/>
                </a:ext>
              </a:extLst>
            </p:cNvPr>
            <p:cNvSpPr/>
            <p:nvPr>
              <p:custDataLst>
                <p:tags r:id="rId32"/>
              </p:custDataLst>
            </p:nvPr>
          </p:nvSpPr>
          <p:spPr>
            <a:xfrm>
              <a:off x="30480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28F035B2-E65D-450D-B763-1E62BCB7E2BA}"/>
                </a:ext>
              </a:extLst>
            </p:cNvPr>
            <p:cNvSpPr/>
            <p:nvPr>
              <p:custDataLst>
                <p:tags r:id="rId33"/>
              </p:custDataLst>
            </p:nvPr>
          </p:nvSpPr>
          <p:spPr>
            <a:xfrm>
              <a:off x="31242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3545E6BE-69E8-46DF-96B1-7C582DCA7CA9}"/>
                </a:ext>
              </a:extLst>
            </p:cNvPr>
            <p:cNvSpPr/>
            <p:nvPr>
              <p:custDataLst>
                <p:tags r:id="rId34"/>
              </p:custDataLst>
            </p:nvPr>
          </p:nvSpPr>
          <p:spPr>
            <a:xfrm>
              <a:off x="320040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10210139-E030-411A-A756-CA42659EDE5A}"/>
                </a:ext>
              </a:extLst>
            </p:cNvPr>
            <p:cNvSpPr/>
            <p:nvPr>
              <p:custDataLst>
                <p:tags r:id="rId35"/>
              </p:custDataLst>
            </p:nvPr>
          </p:nvSpPr>
          <p:spPr>
            <a:xfrm>
              <a:off x="3261360" y="1477735"/>
              <a:ext cx="91440" cy="182880"/>
            </a:xfrm>
            <a:prstGeom prst="rect">
              <a:avLst/>
            </a:prstGeom>
            <a:solidFill>
              <a:schemeClr val="bg1"/>
            </a:solid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402010330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484066"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a:t>Course Teaser</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21</a:t>
            </a:fld>
            <a:endParaRPr lang="en-US" altLang="en-US" sz="1400"/>
          </a:p>
        </p:txBody>
      </p:sp>
      <p:sp>
        <p:nvSpPr>
          <p:cNvPr id="19" name="Rectangle 18">
            <a:extLst>
              <a:ext uri="{FF2B5EF4-FFF2-40B4-BE49-F238E27FC236}">
                <a16:creationId xmlns:a16="http://schemas.microsoft.com/office/drawing/2014/main" id="{5C4F596C-7CDC-40AA-AC7D-C5FB7C554EFF}"/>
              </a:ext>
            </a:extLst>
          </p:cNvPr>
          <p:cNvSpPr/>
          <p:nvPr>
            <p:custDataLst>
              <p:tags r:id="rId4"/>
            </p:custDataLst>
          </p:nvPr>
        </p:nvSpPr>
        <p:spPr>
          <a:xfrm>
            <a:off x="1752600" y="58674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main memory</a:t>
            </a:r>
          </a:p>
        </p:txBody>
      </p:sp>
      <p:cxnSp>
        <p:nvCxnSpPr>
          <p:cNvPr id="38" name="Straight Connector 37">
            <a:extLst>
              <a:ext uri="{FF2B5EF4-FFF2-40B4-BE49-F238E27FC236}">
                <a16:creationId xmlns:a16="http://schemas.microsoft.com/office/drawing/2014/main" id="{B2FD9910-8E55-4084-B868-0268CF7645EE}"/>
              </a:ext>
            </a:extLst>
          </p:cNvPr>
          <p:cNvCxnSpPr/>
          <p:nvPr/>
        </p:nvCxnSpPr>
        <p:spPr>
          <a:xfrm>
            <a:off x="3215640" y="5684520"/>
            <a:ext cx="27889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Rectangle 107">
            <a:extLst>
              <a:ext uri="{FF2B5EF4-FFF2-40B4-BE49-F238E27FC236}">
                <a16:creationId xmlns:a16="http://schemas.microsoft.com/office/drawing/2014/main" id="{20B06E8D-6474-4310-BA13-A497506E702A}"/>
              </a:ext>
            </a:extLst>
          </p:cNvPr>
          <p:cNvSpPr/>
          <p:nvPr>
            <p:custDataLst>
              <p:tags r:id="rId5"/>
            </p:custDataLst>
          </p:nvPr>
        </p:nvSpPr>
        <p:spPr>
          <a:xfrm>
            <a:off x="1795330" y="5943600"/>
            <a:ext cx="998016" cy="38035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program instructions</a:t>
            </a:r>
          </a:p>
        </p:txBody>
      </p:sp>
      <p:sp>
        <p:nvSpPr>
          <p:cNvPr id="109" name="Rectangle 3">
            <a:extLst>
              <a:ext uri="{FF2B5EF4-FFF2-40B4-BE49-F238E27FC236}">
                <a16:creationId xmlns:a16="http://schemas.microsoft.com/office/drawing/2014/main" id="{7E56CDB0-DD50-4A32-84EA-8455D10049AF}"/>
              </a:ext>
            </a:extLst>
          </p:cNvPr>
          <p:cNvSpPr>
            <a:spLocks noGrp="1" noChangeArrowheads="1"/>
          </p:cNvSpPr>
          <p:nvPr>
            <p:ph idx="1"/>
            <p:custDataLst>
              <p:tags r:id="rId6"/>
            </p:custDataLst>
          </p:nvPr>
        </p:nvSpPr>
        <p:spPr>
          <a:xfrm>
            <a:off x="2772230" y="2073279"/>
            <a:ext cx="4502199" cy="1218561"/>
          </a:xfrm>
        </p:spPr>
        <p:txBody>
          <a:bodyPr/>
          <a:lstStyle/>
          <a:p>
            <a:pPr marL="683895" lvl="1" indent="-683895">
              <a:lnSpc>
                <a:spcPct val="90000"/>
              </a:lnSpc>
              <a:buNone/>
            </a:pPr>
            <a:r>
              <a:rPr lang="en-US" altLang="en-US" sz="2000" dirty="0">
                <a:latin typeface="Consolas"/>
              </a:rPr>
              <a:t>add $t0, $t0, $s1</a:t>
            </a:r>
          </a:p>
          <a:p>
            <a:pPr marL="683895" lvl="1" indent="-683895">
              <a:lnSpc>
                <a:spcPct val="90000"/>
              </a:lnSpc>
              <a:buNone/>
            </a:pPr>
            <a:r>
              <a:rPr lang="en-US" altLang="en-US" sz="2000" dirty="0">
                <a:latin typeface="Consolas"/>
              </a:rPr>
              <a:t>    or  $t1, $t0, $s2</a:t>
            </a:r>
          </a:p>
          <a:p>
            <a:pPr marL="683895" lvl="1" indent="-683895">
              <a:lnSpc>
                <a:spcPct val="90000"/>
              </a:lnSpc>
              <a:buNone/>
            </a:pPr>
            <a:r>
              <a:rPr lang="en-US" altLang="en-US" sz="2000" dirty="0">
                <a:latin typeface="Consolas"/>
              </a:rPr>
              <a:t>        and  $t2, $t1, $s3</a:t>
            </a:r>
          </a:p>
        </p:txBody>
      </p:sp>
      <p:sp>
        <p:nvSpPr>
          <p:cNvPr id="111" name="Rectangle 3">
            <a:extLst>
              <a:ext uri="{FF2B5EF4-FFF2-40B4-BE49-F238E27FC236}">
                <a16:creationId xmlns:a16="http://schemas.microsoft.com/office/drawing/2014/main" id="{BD5223E1-B3B1-431A-AEF4-3F17E4C025C8}"/>
              </a:ext>
            </a:extLst>
          </p:cNvPr>
          <p:cNvSpPr txBox="1">
            <a:spLocks noChangeArrowheads="1"/>
          </p:cNvSpPr>
          <p:nvPr>
            <p:custDataLst>
              <p:tags r:id="rId7"/>
            </p:custDataLst>
          </p:nvPr>
        </p:nvSpPr>
        <p:spPr bwMode="auto">
          <a:xfrm>
            <a:off x="381000" y="1219200"/>
            <a:ext cx="8461375" cy="648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None/>
            </a:pPr>
            <a:r>
              <a:rPr lang="en-US" altLang="en-US" sz="2800"/>
              <a:t>How can we speed up memory loads and stores?</a:t>
            </a:r>
          </a:p>
          <a:p>
            <a:pPr>
              <a:lnSpc>
                <a:spcPct val="80000"/>
              </a:lnSpc>
            </a:pPr>
            <a:r>
              <a:rPr lang="en-US" altLang="en-US" sz="2400" b="1"/>
              <a:t>Caches</a:t>
            </a:r>
          </a:p>
        </p:txBody>
      </p:sp>
      <p:grpSp>
        <p:nvGrpSpPr>
          <p:cNvPr id="2" name="Group 1">
            <a:extLst>
              <a:ext uri="{FF2B5EF4-FFF2-40B4-BE49-F238E27FC236}">
                <a16:creationId xmlns:a16="http://schemas.microsoft.com/office/drawing/2014/main" id="{2288D603-CDA6-4C79-BC91-D5194BAC8E83}"/>
              </a:ext>
            </a:extLst>
          </p:cNvPr>
          <p:cNvGrpSpPr/>
          <p:nvPr>
            <p:custDataLst>
              <p:tags r:id="rId8"/>
            </p:custDataLst>
          </p:nvPr>
        </p:nvGrpSpPr>
        <p:grpSpPr>
          <a:xfrm>
            <a:off x="2595563" y="3137854"/>
            <a:ext cx="3957637" cy="2546666"/>
            <a:chOff x="304800" y="3137854"/>
            <a:chExt cx="3957637" cy="2546666"/>
          </a:xfrm>
        </p:grpSpPr>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304800" y="3139440"/>
              <a:ext cx="3957637" cy="1986618"/>
            </a:xfrm>
            <a:prstGeom prst="rect">
              <a:avLst/>
            </a:prstGeom>
            <a:noFill/>
            <a:ln/>
            <a:extLst>
              <a:ext uri="{909E8E84-426E-40DD-AFC4-6F175D3DCCD1}">
                <a14:hiddenFill xmlns:a14="http://schemas.microsoft.com/office/drawing/2010/main">
                  <a:solidFill>
                    <a:srgbClr val="FFFFFF"/>
                  </a:solidFill>
                </a14:hiddenFill>
              </a:ext>
            </a:extLst>
          </p:spPr>
        </p:pic>
        <p:cxnSp>
          <p:nvCxnSpPr>
            <p:cNvPr id="34" name="Straight Connector 33">
              <a:extLst>
                <a:ext uri="{FF2B5EF4-FFF2-40B4-BE49-F238E27FC236}">
                  <a16:creationId xmlns:a16="http://schemas.microsoft.com/office/drawing/2014/main" id="{42151963-6848-41DB-BAF8-9A363EC64527}"/>
                </a:ext>
              </a:extLst>
            </p:cNvPr>
            <p:cNvCxnSpPr>
              <a:cxnSpLocks/>
            </p:cNvCxnSpPr>
            <p:nvPr/>
          </p:nvCxnSpPr>
          <p:spPr>
            <a:xfrm flipV="1">
              <a:off x="477105" y="4427617"/>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37A6515-ADA9-441D-A996-DFF0A333FBA0}"/>
                </a:ext>
              </a:extLst>
            </p:cNvPr>
            <p:cNvCxnSpPr>
              <a:cxnSpLocks/>
            </p:cNvCxnSpPr>
            <p:nvPr/>
          </p:nvCxnSpPr>
          <p:spPr>
            <a:xfrm flipH="1" flipV="1">
              <a:off x="1050634" y="4428775"/>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866B52-1967-4E48-9017-66B111B55C20}"/>
                </a:ext>
              </a:extLst>
            </p:cNvPr>
            <p:cNvCxnSpPr>
              <a:cxnSpLocks/>
            </p:cNvCxnSpPr>
            <p:nvPr/>
          </p:nvCxnSpPr>
          <p:spPr>
            <a:xfrm flipV="1">
              <a:off x="3188221" y="4417910"/>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AD41A51-DD74-4CC0-AF1A-FBF3F09D0EC9}"/>
                </a:ext>
              </a:extLst>
            </p:cNvPr>
            <p:cNvCxnSpPr>
              <a:cxnSpLocks/>
            </p:cNvCxnSpPr>
            <p:nvPr/>
          </p:nvCxnSpPr>
          <p:spPr>
            <a:xfrm flipH="1" flipV="1">
              <a:off x="3761750" y="4419068"/>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844591"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3613048"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D009F42-8219-4094-9CC2-F2B7670971BF}"/>
                </a:ext>
              </a:extLst>
            </p:cNvPr>
            <p:cNvSpPr/>
            <p:nvPr>
              <p:custDataLst>
                <p:tags r:id="rId9"/>
              </p:custDataLst>
            </p:nvPr>
          </p:nvSpPr>
          <p:spPr>
            <a:xfrm>
              <a:off x="477105" y="5119706"/>
              <a:ext cx="901911" cy="429750"/>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10"/>
              </p:custDataLst>
            </p:nvPr>
          </p:nvSpPr>
          <p:spPr>
            <a:xfrm>
              <a:off x="3190913" y="5104009"/>
              <a:ext cx="901911" cy="429750"/>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L1-D cache</a:t>
              </a:r>
            </a:p>
          </p:txBody>
        </p:sp>
        <p:pic>
          <p:nvPicPr>
            <p:cNvPr id="53"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64AC13FC-FDCE-43EE-9322-BF31923E6643}"/>
                </a:ext>
              </a:extLst>
            </p:cNvPr>
            <p:cNvPicPr>
              <a:picLocks noChangeAspect="1" noChangeArrowheads="1"/>
            </p:cNvPicPr>
            <p:nvPr/>
          </p:nvPicPr>
          <p:blipFill rotWithShape="1">
            <a:blip r:embed="rId41">
              <a:extLst>
                <a:ext uri="{28A0092B-C50C-407E-A947-70E740481C1C}">
                  <a14:useLocalDpi xmlns:a14="http://schemas.microsoft.com/office/drawing/2010/main" val="0"/>
                </a:ext>
              </a:extLst>
            </a:blip>
            <a:srcRect l="51985" t="37048" r="28761" b="28687"/>
            <a:stretch/>
          </p:blipFill>
          <p:spPr bwMode="auto">
            <a:xfrm>
              <a:off x="2357437" y="43637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4"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23B9133B-FFAD-43E5-A4EE-897C26A41971}"/>
                </a:ext>
              </a:extLst>
            </p:cNvPr>
            <p:cNvPicPr>
              <a:picLocks noChangeAspect="1" noChangeArrowheads="1"/>
            </p:cNvPicPr>
            <p:nvPr/>
          </p:nvPicPr>
          <p:blipFill rotWithShape="1">
            <a:blip r:embed="rId41">
              <a:extLst>
                <a:ext uri="{28A0092B-C50C-407E-A947-70E740481C1C}">
                  <a14:useLocalDpi xmlns:a14="http://schemas.microsoft.com/office/drawing/2010/main" val="0"/>
                </a:ext>
              </a:extLst>
            </a:blip>
            <a:srcRect l="51985" t="37048" r="28761" b="28687"/>
            <a:stretch/>
          </p:blipFill>
          <p:spPr bwMode="auto">
            <a:xfrm>
              <a:off x="2357437" y="38303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5"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26C28EFB-A857-46B3-86F7-D0298F7F7F7E}"/>
                </a:ext>
              </a:extLst>
            </p:cNvPr>
            <p:cNvPicPr>
              <a:picLocks noChangeAspect="1" noChangeArrowheads="1"/>
            </p:cNvPicPr>
            <p:nvPr/>
          </p:nvPicPr>
          <p:blipFill rotWithShape="1">
            <a:blip r:embed="rId41">
              <a:extLst>
                <a:ext uri="{28A0092B-C50C-407E-A947-70E740481C1C}">
                  <a14:useLocalDpi xmlns:a14="http://schemas.microsoft.com/office/drawing/2010/main" val="0"/>
                </a:ext>
              </a:extLst>
            </a:blip>
            <a:srcRect l="51985" t="37048" r="28761" b="28687"/>
            <a:stretch/>
          </p:blipFill>
          <p:spPr bwMode="auto">
            <a:xfrm>
              <a:off x="2357436"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E82C0ED7-5271-463F-A09E-E652A44F2805}"/>
                </a:ext>
              </a:extLst>
            </p:cNvPr>
            <p:cNvPicPr>
              <a:picLocks noChangeAspect="1" noChangeArrowheads="1"/>
            </p:cNvPicPr>
            <p:nvPr/>
          </p:nvPicPr>
          <p:blipFill rotWithShape="1">
            <a:blip r:embed="rId41">
              <a:extLst>
                <a:ext uri="{28A0092B-C50C-407E-A947-70E740481C1C}">
                  <a14:useLocalDpi xmlns:a14="http://schemas.microsoft.com/office/drawing/2010/main" val="0"/>
                </a:ext>
              </a:extLst>
            </a:blip>
            <a:srcRect l="51985" t="37048" r="28761" b="28687"/>
            <a:stretch/>
          </p:blipFill>
          <p:spPr bwMode="auto">
            <a:xfrm>
              <a:off x="3043237"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DE8F4C0D-685F-4175-944B-C5DFCB1637AB}"/>
                </a:ext>
              </a:extLst>
            </p:cNvPr>
            <p:cNvGrpSpPr/>
            <p:nvPr/>
          </p:nvGrpSpPr>
          <p:grpSpPr>
            <a:xfrm>
              <a:off x="1981200" y="3137854"/>
              <a:ext cx="2133600" cy="182880"/>
              <a:chOff x="1219200" y="1477735"/>
              <a:chExt cx="2133600" cy="182880"/>
            </a:xfrm>
          </p:grpSpPr>
          <p:sp>
            <p:nvSpPr>
              <p:cNvPr id="8" name="Rectangle 7">
                <a:extLst>
                  <a:ext uri="{FF2B5EF4-FFF2-40B4-BE49-F238E27FC236}">
                    <a16:creationId xmlns:a16="http://schemas.microsoft.com/office/drawing/2014/main" id="{964A1825-2A13-446E-9A46-68902D1D9982}"/>
                  </a:ext>
                </a:extLst>
              </p:cNvPr>
              <p:cNvSpPr/>
              <p:nvPr>
                <p:custDataLst>
                  <p:tags r:id="rId11"/>
                </p:custDataLst>
              </p:nvPr>
            </p:nvSpPr>
            <p:spPr>
              <a:xfrm>
                <a:off x="1219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6EBBECE2-C1C8-4474-8614-D6B276321210}"/>
                  </a:ext>
                </a:extLst>
              </p:cNvPr>
              <p:cNvSpPr/>
              <p:nvPr>
                <p:custDataLst>
                  <p:tags r:id="rId12"/>
                </p:custDataLst>
              </p:nvPr>
            </p:nvSpPr>
            <p:spPr>
              <a:xfrm>
                <a:off x="1295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454A92B7-5C91-4F97-B30A-98F2CAA3B4A0}"/>
                  </a:ext>
                </a:extLst>
              </p:cNvPr>
              <p:cNvSpPr/>
              <p:nvPr>
                <p:custDataLst>
                  <p:tags r:id="rId13"/>
                </p:custDataLst>
              </p:nvPr>
            </p:nvSpPr>
            <p:spPr>
              <a:xfrm>
                <a:off x="1371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365DA114-F05B-48B8-A769-038536994741}"/>
                  </a:ext>
                </a:extLst>
              </p:cNvPr>
              <p:cNvSpPr/>
              <p:nvPr>
                <p:custDataLst>
                  <p:tags r:id="rId14"/>
                </p:custDataLst>
              </p:nvPr>
            </p:nvSpPr>
            <p:spPr>
              <a:xfrm>
                <a:off x="1432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48655FA1-603D-49BF-914E-36DF57DC60E1}"/>
                  </a:ext>
                </a:extLst>
              </p:cNvPr>
              <p:cNvSpPr/>
              <p:nvPr>
                <p:custDataLst>
                  <p:tags r:id="rId15"/>
                </p:custDataLst>
              </p:nvPr>
            </p:nvSpPr>
            <p:spPr>
              <a:xfrm>
                <a:off x="1524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55205639-F83B-49B4-A0BD-B74E1AAC5B0A}"/>
                  </a:ext>
                </a:extLst>
              </p:cNvPr>
              <p:cNvSpPr/>
              <p:nvPr>
                <p:custDataLst>
                  <p:tags r:id="rId16"/>
                </p:custDataLst>
              </p:nvPr>
            </p:nvSpPr>
            <p:spPr>
              <a:xfrm>
                <a:off x="1600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76CC1A6E-A16E-4FE8-A30F-46C9EC0DD409}"/>
                  </a:ext>
                </a:extLst>
              </p:cNvPr>
              <p:cNvSpPr/>
              <p:nvPr>
                <p:custDataLst>
                  <p:tags r:id="rId17"/>
                </p:custDataLst>
              </p:nvPr>
            </p:nvSpPr>
            <p:spPr>
              <a:xfrm>
                <a:off x="1676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8A5DD325-A2E5-458B-9E77-56204DBC460F}"/>
                  </a:ext>
                </a:extLst>
              </p:cNvPr>
              <p:cNvSpPr/>
              <p:nvPr>
                <p:custDataLst>
                  <p:tags r:id="rId18"/>
                </p:custDataLst>
              </p:nvPr>
            </p:nvSpPr>
            <p:spPr>
              <a:xfrm>
                <a:off x="1737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0B5AC967-CFBC-4CC5-8538-A110955C3578}"/>
                  </a:ext>
                </a:extLst>
              </p:cNvPr>
              <p:cNvSpPr/>
              <p:nvPr>
                <p:custDataLst>
                  <p:tags r:id="rId19"/>
                </p:custDataLst>
              </p:nvPr>
            </p:nvSpPr>
            <p:spPr>
              <a:xfrm>
                <a:off x="1828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536E048D-10ED-4571-9194-312B818A3031}"/>
                  </a:ext>
                </a:extLst>
              </p:cNvPr>
              <p:cNvSpPr/>
              <p:nvPr>
                <p:custDataLst>
                  <p:tags r:id="rId20"/>
                </p:custDataLst>
              </p:nvPr>
            </p:nvSpPr>
            <p:spPr>
              <a:xfrm>
                <a:off x="1905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13D946AC-8149-4E5B-BCA9-31907F1A2DC3}"/>
                  </a:ext>
                </a:extLst>
              </p:cNvPr>
              <p:cNvSpPr/>
              <p:nvPr>
                <p:custDataLst>
                  <p:tags r:id="rId21"/>
                </p:custDataLst>
              </p:nvPr>
            </p:nvSpPr>
            <p:spPr>
              <a:xfrm>
                <a:off x="1981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462CEFEC-2A75-4378-85FD-B4097B31EC26}"/>
                  </a:ext>
                </a:extLst>
              </p:cNvPr>
              <p:cNvSpPr/>
              <p:nvPr>
                <p:custDataLst>
                  <p:tags r:id="rId22"/>
                </p:custDataLst>
              </p:nvPr>
            </p:nvSpPr>
            <p:spPr>
              <a:xfrm>
                <a:off x="20421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DBEAA78F-EF1C-4E86-A8F7-90BE0BC55014}"/>
                  </a:ext>
                </a:extLst>
              </p:cNvPr>
              <p:cNvSpPr/>
              <p:nvPr>
                <p:custDataLst>
                  <p:tags r:id="rId23"/>
                </p:custDataLst>
              </p:nvPr>
            </p:nvSpPr>
            <p:spPr>
              <a:xfrm>
                <a:off x="2133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A1EEF75B-701F-46F3-8725-84BE45BDDDA0}"/>
                  </a:ext>
                </a:extLst>
              </p:cNvPr>
              <p:cNvSpPr/>
              <p:nvPr>
                <p:custDataLst>
                  <p:tags r:id="rId24"/>
                </p:custDataLst>
              </p:nvPr>
            </p:nvSpPr>
            <p:spPr>
              <a:xfrm>
                <a:off x="2209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83A49BE3-63AA-4EF3-A9D3-6C9C25E88552}"/>
                  </a:ext>
                </a:extLst>
              </p:cNvPr>
              <p:cNvSpPr/>
              <p:nvPr>
                <p:custDataLst>
                  <p:tags r:id="rId25"/>
                </p:custDataLst>
              </p:nvPr>
            </p:nvSpPr>
            <p:spPr>
              <a:xfrm>
                <a:off x="2286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03E5BFBC-70E9-4285-ADA0-733331B462F0}"/>
                  </a:ext>
                </a:extLst>
              </p:cNvPr>
              <p:cNvSpPr/>
              <p:nvPr>
                <p:custDataLst>
                  <p:tags r:id="rId26"/>
                </p:custDataLst>
              </p:nvPr>
            </p:nvSpPr>
            <p:spPr>
              <a:xfrm>
                <a:off x="23469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836543EC-A9A2-4B16-A87C-F15CFFE1A86C}"/>
                  </a:ext>
                </a:extLst>
              </p:cNvPr>
              <p:cNvSpPr/>
              <p:nvPr>
                <p:custDataLst>
                  <p:tags r:id="rId27"/>
                </p:custDataLst>
              </p:nvPr>
            </p:nvSpPr>
            <p:spPr>
              <a:xfrm>
                <a:off x="2438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9716995F-C8FE-4CAB-A199-B3E5ADC979E3}"/>
                  </a:ext>
                </a:extLst>
              </p:cNvPr>
              <p:cNvSpPr/>
              <p:nvPr>
                <p:custDataLst>
                  <p:tags r:id="rId28"/>
                </p:custDataLst>
              </p:nvPr>
            </p:nvSpPr>
            <p:spPr>
              <a:xfrm>
                <a:off x="2514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BF5F34ED-E9E3-4B43-8E7D-888FB219AB40}"/>
                  </a:ext>
                </a:extLst>
              </p:cNvPr>
              <p:cNvSpPr/>
              <p:nvPr>
                <p:custDataLst>
                  <p:tags r:id="rId29"/>
                </p:custDataLst>
              </p:nvPr>
            </p:nvSpPr>
            <p:spPr>
              <a:xfrm>
                <a:off x="2590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7CEDF53C-0F4A-4807-9547-2FF9E04A4CEF}"/>
                  </a:ext>
                </a:extLst>
              </p:cNvPr>
              <p:cNvSpPr/>
              <p:nvPr>
                <p:custDataLst>
                  <p:tags r:id="rId30"/>
                </p:custDataLst>
              </p:nvPr>
            </p:nvSpPr>
            <p:spPr>
              <a:xfrm>
                <a:off x="26517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B581BAEF-BC7F-47E8-ADA8-A7CFF1405435}"/>
                  </a:ext>
                </a:extLst>
              </p:cNvPr>
              <p:cNvSpPr/>
              <p:nvPr>
                <p:custDataLst>
                  <p:tags r:id="rId31"/>
                </p:custDataLst>
              </p:nvPr>
            </p:nvSpPr>
            <p:spPr>
              <a:xfrm>
                <a:off x="2743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C53FDF5F-85B5-405D-BC79-242BEA73CE7B}"/>
                  </a:ext>
                </a:extLst>
              </p:cNvPr>
              <p:cNvSpPr/>
              <p:nvPr>
                <p:custDataLst>
                  <p:tags r:id="rId32"/>
                </p:custDataLst>
              </p:nvPr>
            </p:nvSpPr>
            <p:spPr>
              <a:xfrm>
                <a:off x="2819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B9DB3181-5E48-456F-81CD-35E4AD51BA5C}"/>
                  </a:ext>
                </a:extLst>
              </p:cNvPr>
              <p:cNvSpPr/>
              <p:nvPr>
                <p:custDataLst>
                  <p:tags r:id="rId33"/>
                </p:custDataLst>
              </p:nvPr>
            </p:nvSpPr>
            <p:spPr>
              <a:xfrm>
                <a:off x="2895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6C3B45DF-CE52-4530-ACDB-3A5CEA71353E}"/>
                  </a:ext>
                </a:extLst>
              </p:cNvPr>
              <p:cNvSpPr/>
              <p:nvPr>
                <p:custDataLst>
                  <p:tags r:id="rId34"/>
                </p:custDataLst>
              </p:nvPr>
            </p:nvSpPr>
            <p:spPr>
              <a:xfrm>
                <a:off x="2956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9632A4DB-DDDE-455D-92C3-88EE111271BA}"/>
                  </a:ext>
                </a:extLst>
              </p:cNvPr>
              <p:cNvSpPr/>
              <p:nvPr>
                <p:custDataLst>
                  <p:tags r:id="rId35"/>
                </p:custDataLst>
              </p:nvPr>
            </p:nvSpPr>
            <p:spPr>
              <a:xfrm>
                <a:off x="3048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28F035B2-E65D-450D-B763-1E62BCB7E2BA}"/>
                  </a:ext>
                </a:extLst>
              </p:cNvPr>
              <p:cNvSpPr/>
              <p:nvPr>
                <p:custDataLst>
                  <p:tags r:id="rId36"/>
                </p:custDataLst>
              </p:nvPr>
            </p:nvSpPr>
            <p:spPr>
              <a:xfrm>
                <a:off x="3124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3545E6BE-69E8-46DF-96B1-7C582DCA7CA9}"/>
                  </a:ext>
                </a:extLst>
              </p:cNvPr>
              <p:cNvSpPr/>
              <p:nvPr>
                <p:custDataLst>
                  <p:tags r:id="rId37"/>
                </p:custDataLst>
              </p:nvPr>
            </p:nvSpPr>
            <p:spPr>
              <a:xfrm>
                <a:off x="3200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10210139-E030-411A-A756-CA42659EDE5A}"/>
                  </a:ext>
                </a:extLst>
              </p:cNvPr>
              <p:cNvSpPr/>
              <p:nvPr>
                <p:custDataLst>
                  <p:tags r:id="rId38"/>
                </p:custDataLst>
              </p:nvPr>
            </p:nvSpPr>
            <p:spPr>
              <a:xfrm>
                <a:off x="3261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custDataLst>
      <p:tags r:id="rId1"/>
    </p:custDataLst>
    <p:extLst>
      <p:ext uri="{BB962C8B-B14F-4D97-AF65-F5344CB8AC3E}">
        <p14:creationId xmlns:p14="http://schemas.microsoft.com/office/powerpoint/2010/main" val="51254664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484066"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a:t>Course Teaser</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22</a:t>
            </a:fld>
            <a:endParaRPr lang="en-US" altLang="en-US" sz="1400"/>
          </a:p>
        </p:txBody>
      </p:sp>
      <p:sp>
        <p:nvSpPr>
          <p:cNvPr id="19" name="Rectangle 18">
            <a:extLst>
              <a:ext uri="{FF2B5EF4-FFF2-40B4-BE49-F238E27FC236}">
                <a16:creationId xmlns:a16="http://schemas.microsoft.com/office/drawing/2014/main" id="{5C4F596C-7CDC-40AA-AC7D-C5FB7C554EFF}"/>
              </a:ext>
            </a:extLst>
          </p:cNvPr>
          <p:cNvSpPr/>
          <p:nvPr>
            <p:custDataLst>
              <p:tags r:id="rId4"/>
            </p:custDataLst>
          </p:nvPr>
        </p:nvSpPr>
        <p:spPr>
          <a:xfrm>
            <a:off x="1752600" y="58674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main memory</a:t>
            </a:r>
          </a:p>
        </p:txBody>
      </p:sp>
      <p:cxnSp>
        <p:nvCxnSpPr>
          <p:cNvPr id="38" name="Straight Connector 37">
            <a:extLst>
              <a:ext uri="{FF2B5EF4-FFF2-40B4-BE49-F238E27FC236}">
                <a16:creationId xmlns:a16="http://schemas.microsoft.com/office/drawing/2014/main" id="{B2FD9910-8E55-4084-B868-0268CF7645EE}"/>
              </a:ext>
            </a:extLst>
          </p:cNvPr>
          <p:cNvCxnSpPr/>
          <p:nvPr/>
        </p:nvCxnSpPr>
        <p:spPr>
          <a:xfrm>
            <a:off x="3215640" y="5684520"/>
            <a:ext cx="27889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Rectangle 107">
            <a:extLst>
              <a:ext uri="{FF2B5EF4-FFF2-40B4-BE49-F238E27FC236}">
                <a16:creationId xmlns:a16="http://schemas.microsoft.com/office/drawing/2014/main" id="{20B06E8D-6474-4310-BA13-A497506E702A}"/>
              </a:ext>
            </a:extLst>
          </p:cNvPr>
          <p:cNvSpPr/>
          <p:nvPr>
            <p:custDataLst>
              <p:tags r:id="rId5"/>
            </p:custDataLst>
          </p:nvPr>
        </p:nvSpPr>
        <p:spPr>
          <a:xfrm>
            <a:off x="1795330" y="5943600"/>
            <a:ext cx="998016" cy="38035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program instructions</a:t>
            </a:r>
          </a:p>
        </p:txBody>
      </p:sp>
      <p:sp>
        <p:nvSpPr>
          <p:cNvPr id="109" name="Rectangle 3">
            <a:extLst>
              <a:ext uri="{FF2B5EF4-FFF2-40B4-BE49-F238E27FC236}">
                <a16:creationId xmlns:a16="http://schemas.microsoft.com/office/drawing/2014/main" id="{7E56CDB0-DD50-4A32-84EA-8455D10049AF}"/>
              </a:ext>
            </a:extLst>
          </p:cNvPr>
          <p:cNvSpPr>
            <a:spLocks noGrp="1" noChangeArrowheads="1"/>
          </p:cNvSpPr>
          <p:nvPr>
            <p:ph idx="1"/>
            <p:custDataLst>
              <p:tags r:id="rId6"/>
            </p:custDataLst>
          </p:nvPr>
        </p:nvSpPr>
        <p:spPr>
          <a:xfrm>
            <a:off x="2597504" y="2082986"/>
            <a:ext cx="4308059" cy="1218561"/>
          </a:xfrm>
        </p:spPr>
        <p:txBody>
          <a:bodyPr/>
          <a:lstStyle/>
          <a:p>
            <a:pPr marL="683895" lvl="1" indent="-683895">
              <a:lnSpc>
                <a:spcPct val="90000"/>
              </a:lnSpc>
              <a:buNone/>
            </a:pPr>
            <a:r>
              <a:rPr lang="en-US" altLang="en-US" sz="2000" dirty="0">
                <a:latin typeface="Consolas"/>
              </a:rPr>
              <a:t>add $t0, $t0, $s1</a:t>
            </a:r>
          </a:p>
          <a:p>
            <a:pPr marL="683895" lvl="1" indent="-683895">
              <a:lnSpc>
                <a:spcPct val="90000"/>
              </a:lnSpc>
              <a:buNone/>
            </a:pPr>
            <a:r>
              <a:rPr lang="en-US" altLang="en-US" sz="2000" dirty="0">
                <a:latin typeface="Consolas"/>
              </a:rPr>
              <a:t>    or  $t1, $t0, $s2</a:t>
            </a:r>
          </a:p>
          <a:p>
            <a:pPr marL="683895" lvl="1" indent="-683895">
              <a:lnSpc>
                <a:spcPct val="90000"/>
              </a:lnSpc>
              <a:buNone/>
            </a:pPr>
            <a:r>
              <a:rPr lang="en-US" altLang="en-US" sz="2000" dirty="0">
                <a:latin typeface="Consolas"/>
              </a:rPr>
              <a:t>        and  $t2, $t1, $s3</a:t>
            </a:r>
          </a:p>
        </p:txBody>
      </p:sp>
      <p:sp>
        <p:nvSpPr>
          <p:cNvPr id="111" name="Rectangle 3">
            <a:extLst>
              <a:ext uri="{FF2B5EF4-FFF2-40B4-BE49-F238E27FC236}">
                <a16:creationId xmlns:a16="http://schemas.microsoft.com/office/drawing/2014/main" id="{BD5223E1-B3B1-431A-AEF4-3F17E4C025C8}"/>
              </a:ext>
            </a:extLst>
          </p:cNvPr>
          <p:cNvSpPr txBox="1">
            <a:spLocks noChangeArrowheads="1"/>
          </p:cNvSpPr>
          <p:nvPr>
            <p:custDataLst>
              <p:tags r:id="rId7"/>
            </p:custDataLst>
          </p:nvPr>
        </p:nvSpPr>
        <p:spPr bwMode="auto">
          <a:xfrm>
            <a:off x="381000" y="1219200"/>
            <a:ext cx="8461375" cy="648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None/>
            </a:pPr>
            <a:r>
              <a:rPr lang="en-US" altLang="en-US" sz="2800"/>
              <a:t>How can we run programs privately and in isolation?</a:t>
            </a:r>
          </a:p>
          <a:p>
            <a:pPr>
              <a:lnSpc>
                <a:spcPct val="80000"/>
              </a:lnSpc>
            </a:pPr>
            <a:r>
              <a:rPr lang="en-US" altLang="en-US" sz="2400" b="1"/>
              <a:t>Virtual Memory, TLBs</a:t>
            </a:r>
          </a:p>
        </p:txBody>
      </p:sp>
      <p:grpSp>
        <p:nvGrpSpPr>
          <p:cNvPr id="2" name="Group 1">
            <a:extLst>
              <a:ext uri="{FF2B5EF4-FFF2-40B4-BE49-F238E27FC236}">
                <a16:creationId xmlns:a16="http://schemas.microsoft.com/office/drawing/2014/main" id="{2288D603-CDA6-4C79-BC91-D5194BAC8E83}"/>
              </a:ext>
            </a:extLst>
          </p:cNvPr>
          <p:cNvGrpSpPr/>
          <p:nvPr>
            <p:custDataLst>
              <p:tags r:id="rId8"/>
            </p:custDataLst>
          </p:nvPr>
        </p:nvGrpSpPr>
        <p:grpSpPr>
          <a:xfrm>
            <a:off x="2595563" y="3137854"/>
            <a:ext cx="3957637" cy="2546666"/>
            <a:chOff x="304800" y="3137854"/>
            <a:chExt cx="3957637" cy="2546666"/>
          </a:xfrm>
        </p:grpSpPr>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304800" y="3139440"/>
              <a:ext cx="3957637" cy="1986618"/>
            </a:xfrm>
            <a:prstGeom prst="rect">
              <a:avLst/>
            </a:prstGeom>
            <a:noFill/>
            <a:ln/>
            <a:extLst>
              <a:ext uri="{909E8E84-426E-40DD-AFC4-6F175D3DCCD1}">
                <a14:hiddenFill xmlns:a14="http://schemas.microsoft.com/office/drawing/2010/main">
                  <a:solidFill>
                    <a:srgbClr val="FFFFFF"/>
                  </a:solidFill>
                </a14:hiddenFill>
              </a:ext>
            </a:extLst>
          </p:spPr>
        </p:pic>
        <p:cxnSp>
          <p:nvCxnSpPr>
            <p:cNvPr id="34" name="Straight Connector 33">
              <a:extLst>
                <a:ext uri="{FF2B5EF4-FFF2-40B4-BE49-F238E27FC236}">
                  <a16:creationId xmlns:a16="http://schemas.microsoft.com/office/drawing/2014/main" id="{42151963-6848-41DB-BAF8-9A363EC64527}"/>
                </a:ext>
              </a:extLst>
            </p:cNvPr>
            <p:cNvCxnSpPr>
              <a:cxnSpLocks/>
            </p:cNvCxnSpPr>
            <p:nvPr/>
          </p:nvCxnSpPr>
          <p:spPr>
            <a:xfrm flipV="1">
              <a:off x="477105" y="4427617"/>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37A6515-ADA9-441D-A996-DFF0A333FBA0}"/>
                </a:ext>
              </a:extLst>
            </p:cNvPr>
            <p:cNvCxnSpPr>
              <a:cxnSpLocks/>
            </p:cNvCxnSpPr>
            <p:nvPr/>
          </p:nvCxnSpPr>
          <p:spPr>
            <a:xfrm flipH="1" flipV="1">
              <a:off x="1050634" y="4428775"/>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866B52-1967-4E48-9017-66B111B55C20}"/>
                </a:ext>
              </a:extLst>
            </p:cNvPr>
            <p:cNvCxnSpPr>
              <a:cxnSpLocks/>
            </p:cNvCxnSpPr>
            <p:nvPr/>
          </p:nvCxnSpPr>
          <p:spPr>
            <a:xfrm flipV="1">
              <a:off x="3188221" y="4417910"/>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AD41A51-DD74-4CC0-AF1A-FBF3F09D0EC9}"/>
                </a:ext>
              </a:extLst>
            </p:cNvPr>
            <p:cNvCxnSpPr>
              <a:cxnSpLocks/>
            </p:cNvCxnSpPr>
            <p:nvPr/>
          </p:nvCxnSpPr>
          <p:spPr>
            <a:xfrm flipH="1" flipV="1">
              <a:off x="3761750" y="4419068"/>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844591"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3613048"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D009F42-8219-4094-9CC2-F2B7670971BF}"/>
                </a:ext>
              </a:extLst>
            </p:cNvPr>
            <p:cNvSpPr/>
            <p:nvPr>
              <p:custDataLst>
                <p:tags r:id="rId10"/>
              </p:custDataLst>
            </p:nvPr>
          </p:nvSpPr>
          <p:spPr>
            <a:xfrm>
              <a:off x="477105" y="5119706"/>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11"/>
              </p:custDataLst>
            </p:nvPr>
          </p:nvSpPr>
          <p:spPr>
            <a:xfrm>
              <a:off x="3190913" y="5104009"/>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L1-D cache</a:t>
              </a:r>
            </a:p>
          </p:txBody>
        </p:sp>
        <p:cxnSp>
          <p:nvCxnSpPr>
            <p:cNvPr id="30" name="Straight Connector 29">
              <a:extLst>
                <a:ext uri="{FF2B5EF4-FFF2-40B4-BE49-F238E27FC236}">
                  <a16:creationId xmlns:a16="http://schemas.microsoft.com/office/drawing/2014/main" id="{1101D632-2BB9-4387-95F1-E6529E85FA4B}"/>
                </a:ext>
              </a:extLst>
            </p:cNvPr>
            <p:cNvCxnSpPr>
              <a:cxnSpLocks/>
            </p:cNvCxnSpPr>
            <p:nvPr/>
          </p:nvCxnSpPr>
          <p:spPr>
            <a:xfrm rot="5400000">
              <a:off x="757833" y="496900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9BBE81F-9C19-4CF3-8FD8-F4A9D48F9E98}"/>
                </a:ext>
              </a:extLst>
            </p:cNvPr>
            <p:cNvCxnSpPr>
              <a:cxnSpLocks/>
            </p:cNvCxnSpPr>
            <p:nvPr/>
          </p:nvCxnSpPr>
          <p:spPr>
            <a:xfrm rot="5400000">
              <a:off x="3471641" y="495055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0599568-8419-41FC-BEE1-E4A87420EBC3}"/>
                </a:ext>
              </a:extLst>
            </p:cNvPr>
            <p:cNvSpPr/>
            <p:nvPr>
              <p:custDataLst>
                <p:tags r:id="rId12"/>
              </p:custDataLst>
            </p:nvPr>
          </p:nvSpPr>
          <p:spPr>
            <a:xfrm>
              <a:off x="3409135" y="4567171"/>
              <a:ext cx="415262" cy="329056"/>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sp>
          <p:nvSpPr>
            <p:cNvPr id="27" name="Rectangle 26">
              <a:extLst>
                <a:ext uri="{FF2B5EF4-FFF2-40B4-BE49-F238E27FC236}">
                  <a16:creationId xmlns:a16="http://schemas.microsoft.com/office/drawing/2014/main" id="{4E186134-61F3-4505-826F-7F8686DD71AD}"/>
                </a:ext>
              </a:extLst>
            </p:cNvPr>
            <p:cNvSpPr/>
            <p:nvPr>
              <p:custDataLst>
                <p:tags r:id="rId13"/>
              </p:custDataLst>
            </p:nvPr>
          </p:nvSpPr>
          <p:spPr>
            <a:xfrm>
              <a:off x="689794" y="4567171"/>
              <a:ext cx="415262" cy="329056"/>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pic>
          <p:nvPicPr>
            <p:cNvPr id="53"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64AC13FC-FDCE-43EE-9322-BF31923E6643}"/>
                </a:ext>
              </a:extLst>
            </p:cNvPr>
            <p:cNvPicPr>
              <a:picLocks noChangeAspect="1" noChangeArrowheads="1"/>
            </p:cNvPicPr>
            <p:nvPr/>
          </p:nvPicPr>
          <p:blipFill rotWithShape="1">
            <a:blip r:embed="rId44">
              <a:extLst>
                <a:ext uri="{28A0092B-C50C-407E-A947-70E740481C1C}">
                  <a14:useLocalDpi xmlns:a14="http://schemas.microsoft.com/office/drawing/2010/main" val="0"/>
                </a:ext>
              </a:extLst>
            </a:blip>
            <a:srcRect l="51985" t="37048" r="28761" b="28687"/>
            <a:stretch/>
          </p:blipFill>
          <p:spPr bwMode="auto">
            <a:xfrm>
              <a:off x="2357437" y="43637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4"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23B9133B-FFAD-43E5-A4EE-897C26A41971}"/>
                </a:ext>
              </a:extLst>
            </p:cNvPr>
            <p:cNvPicPr>
              <a:picLocks noChangeAspect="1" noChangeArrowheads="1"/>
            </p:cNvPicPr>
            <p:nvPr/>
          </p:nvPicPr>
          <p:blipFill rotWithShape="1">
            <a:blip r:embed="rId44">
              <a:extLst>
                <a:ext uri="{28A0092B-C50C-407E-A947-70E740481C1C}">
                  <a14:useLocalDpi xmlns:a14="http://schemas.microsoft.com/office/drawing/2010/main" val="0"/>
                </a:ext>
              </a:extLst>
            </a:blip>
            <a:srcRect l="51985" t="37048" r="28761" b="28687"/>
            <a:stretch/>
          </p:blipFill>
          <p:spPr bwMode="auto">
            <a:xfrm>
              <a:off x="2357437" y="38303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5"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26C28EFB-A857-46B3-86F7-D0298F7F7F7E}"/>
                </a:ext>
              </a:extLst>
            </p:cNvPr>
            <p:cNvPicPr>
              <a:picLocks noChangeAspect="1" noChangeArrowheads="1"/>
            </p:cNvPicPr>
            <p:nvPr/>
          </p:nvPicPr>
          <p:blipFill rotWithShape="1">
            <a:blip r:embed="rId44">
              <a:extLst>
                <a:ext uri="{28A0092B-C50C-407E-A947-70E740481C1C}">
                  <a14:useLocalDpi xmlns:a14="http://schemas.microsoft.com/office/drawing/2010/main" val="0"/>
                </a:ext>
              </a:extLst>
            </a:blip>
            <a:srcRect l="51985" t="37048" r="28761" b="28687"/>
            <a:stretch/>
          </p:blipFill>
          <p:spPr bwMode="auto">
            <a:xfrm>
              <a:off x="2357436"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E82C0ED7-5271-463F-A09E-E652A44F2805}"/>
                </a:ext>
              </a:extLst>
            </p:cNvPr>
            <p:cNvPicPr>
              <a:picLocks noChangeAspect="1" noChangeArrowheads="1"/>
            </p:cNvPicPr>
            <p:nvPr/>
          </p:nvPicPr>
          <p:blipFill rotWithShape="1">
            <a:blip r:embed="rId44">
              <a:extLst>
                <a:ext uri="{28A0092B-C50C-407E-A947-70E740481C1C}">
                  <a14:useLocalDpi xmlns:a14="http://schemas.microsoft.com/office/drawing/2010/main" val="0"/>
                </a:ext>
              </a:extLst>
            </a:blip>
            <a:srcRect l="51985" t="37048" r="28761" b="28687"/>
            <a:stretch/>
          </p:blipFill>
          <p:spPr bwMode="auto">
            <a:xfrm>
              <a:off x="3043237"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DE8F4C0D-685F-4175-944B-C5DFCB1637AB}"/>
                </a:ext>
              </a:extLst>
            </p:cNvPr>
            <p:cNvGrpSpPr/>
            <p:nvPr/>
          </p:nvGrpSpPr>
          <p:grpSpPr>
            <a:xfrm>
              <a:off x="1981200" y="3137854"/>
              <a:ext cx="2133600" cy="182880"/>
              <a:chOff x="1219200" y="1477735"/>
              <a:chExt cx="2133600" cy="182880"/>
            </a:xfrm>
          </p:grpSpPr>
          <p:sp>
            <p:nvSpPr>
              <p:cNvPr id="8" name="Rectangle 7">
                <a:extLst>
                  <a:ext uri="{FF2B5EF4-FFF2-40B4-BE49-F238E27FC236}">
                    <a16:creationId xmlns:a16="http://schemas.microsoft.com/office/drawing/2014/main" id="{964A1825-2A13-446E-9A46-68902D1D9982}"/>
                  </a:ext>
                </a:extLst>
              </p:cNvPr>
              <p:cNvSpPr/>
              <p:nvPr>
                <p:custDataLst>
                  <p:tags r:id="rId14"/>
                </p:custDataLst>
              </p:nvPr>
            </p:nvSpPr>
            <p:spPr>
              <a:xfrm>
                <a:off x="1219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6EBBECE2-C1C8-4474-8614-D6B276321210}"/>
                  </a:ext>
                </a:extLst>
              </p:cNvPr>
              <p:cNvSpPr/>
              <p:nvPr>
                <p:custDataLst>
                  <p:tags r:id="rId15"/>
                </p:custDataLst>
              </p:nvPr>
            </p:nvSpPr>
            <p:spPr>
              <a:xfrm>
                <a:off x="1295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454A92B7-5C91-4F97-B30A-98F2CAA3B4A0}"/>
                  </a:ext>
                </a:extLst>
              </p:cNvPr>
              <p:cNvSpPr/>
              <p:nvPr>
                <p:custDataLst>
                  <p:tags r:id="rId16"/>
                </p:custDataLst>
              </p:nvPr>
            </p:nvSpPr>
            <p:spPr>
              <a:xfrm>
                <a:off x="1371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365DA114-F05B-48B8-A769-038536994741}"/>
                  </a:ext>
                </a:extLst>
              </p:cNvPr>
              <p:cNvSpPr/>
              <p:nvPr>
                <p:custDataLst>
                  <p:tags r:id="rId17"/>
                </p:custDataLst>
              </p:nvPr>
            </p:nvSpPr>
            <p:spPr>
              <a:xfrm>
                <a:off x="1432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48655FA1-603D-49BF-914E-36DF57DC60E1}"/>
                  </a:ext>
                </a:extLst>
              </p:cNvPr>
              <p:cNvSpPr/>
              <p:nvPr>
                <p:custDataLst>
                  <p:tags r:id="rId18"/>
                </p:custDataLst>
              </p:nvPr>
            </p:nvSpPr>
            <p:spPr>
              <a:xfrm>
                <a:off x="1524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55205639-F83B-49B4-A0BD-B74E1AAC5B0A}"/>
                  </a:ext>
                </a:extLst>
              </p:cNvPr>
              <p:cNvSpPr/>
              <p:nvPr>
                <p:custDataLst>
                  <p:tags r:id="rId19"/>
                </p:custDataLst>
              </p:nvPr>
            </p:nvSpPr>
            <p:spPr>
              <a:xfrm>
                <a:off x="1600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76CC1A6E-A16E-4FE8-A30F-46C9EC0DD409}"/>
                  </a:ext>
                </a:extLst>
              </p:cNvPr>
              <p:cNvSpPr/>
              <p:nvPr>
                <p:custDataLst>
                  <p:tags r:id="rId20"/>
                </p:custDataLst>
              </p:nvPr>
            </p:nvSpPr>
            <p:spPr>
              <a:xfrm>
                <a:off x="1676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8A5DD325-A2E5-458B-9E77-56204DBC460F}"/>
                  </a:ext>
                </a:extLst>
              </p:cNvPr>
              <p:cNvSpPr/>
              <p:nvPr>
                <p:custDataLst>
                  <p:tags r:id="rId21"/>
                </p:custDataLst>
              </p:nvPr>
            </p:nvSpPr>
            <p:spPr>
              <a:xfrm>
                <a:off x="1737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0B5AC967-CFBC-4CC5-8538-A110955C3578}"/>
                  </a:ext>
                </a:extLst>
              </p:cNvPr>
              <p:cNvSpPr/>
              <p:nvPr>
                <p:custDataLst>
                  <p:tags r:id="rId22"/>
                </p:custDataLst>
              </p:nvPr>
            </p:nvSpPr>
            <p:spPr>
              <a:xfrm>
                <a:off x="1828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536E048D-10ED-4571-9194-312B818A3031}"/>
                  </a:ext>
                </a:extLst>
              </p:cNvPr>
              <p:cNvSpPr/>
              <p:nvPr>
                <p:custDataLst>
                  <p:tags r:id="rId23"/>
                </p:custDataLst>
              </p:nvPr>
            </p:nvSpPr>
            <p:spPr>
              <a:xfrm>
                <a:off x="1905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13D946AC-8149-4E5B-BCA9-31907F1A2DC3}"/>
                  </a:ext>
                </a:extLst>
              </p:cNvPr>
              <p:cNvSpPr/>
              <p:nvPr>
                <p:custDataLst>
                  <p:tags r:id="rId24"/>
                </p:custDataLst>
              </p:nvPr>
            </p:nvSpPr>
            <p:spPr>
              <a:xfrm>
                <a:off x="1981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462CEFEC-2A75-4378-85FD-B4097B31EC26}"/>
                  </a:ext>
                </a:extLst>
              </p:cNvPr>
              <p:cNvSpPr/>
              <p:nvPr>
                <p:custDataLst>
                  <p:tags r:id="rId25"/>
                </p:custDataLst>
              </p:nvPr>
            </p:nvSpPr>
            <p:spPr>
              <a:xfrm>
                <a:off x="20421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DBEAA78F-EF1C-4E86-A8F7-90BE0BC55014}"/>
                  </a:ext>
                </a:extLst>
              </p:cNvPr>
              <p:cNvSpPr/>
              <p:nvPr>
                <p:custDataLst>
                  <p:tags r:id="rId26"/>
                </p:custDataLst>
              </p:nvPr>
            </p:nvSpPr>
            <p:spPr>
              <a:xfrm>
                <a:off x="2133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A1EEF75B-701F-46F3-8725-84BE45BDDDA0}"/>
                  </a:ext>
                </a:extLst>
              </p:cNvPr>
              <p:cNvSpPr/>
              <p:nvPr>
                <p:custDataLst>
                  <p:tags r:id="rId27"/>
                </p:custDataLst>
              </p:nvPr>
            </p:nvSpPr>
            <p:spPr>
              <a:xfrm>
                <a:off x="2209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83A49BE3-63AA-4EF3-A9D3-6C9C25E88552}"/>
                  </a:ext>
                </a:extLst>
              </p:cNvPr>
              <p:cNvSpPr/>
              <p:nvPr>
                <p:custDataLst>
                  <p:tags r:id="rId28"/>
                </p:custDataLst>
              </p:nvPr>
            </p:nvSpPr>
            <p:spPr>
              <a:xfrm>
                <a:off x="2286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03E5BFBC-70E9-4285-ADA0-733331B462F0}"/>
                  </a:ext>
                </a:extLst>
              </p:cNvPr>
              <p:cNvSpPr/>
              <p:nvPr>
                <p:custDataLst>
                  <p:tags r:id="rId29"/>
                </p:custDataLst>
              </p:nvPr>
            </p:nvSpPr>
            <p:spPr>
              <a:xfrm>
                <a:off x="23469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836543EC-A9A2-4B16-A87C-F15CFFE1A86C}"/>
                  </a:ext>
                </a:extLst>
              </p:cNvPr>
              <p:cNvSpPr/>
              <p:nvPr>
                <p:custDataLst>
                  <p:tags r:id="rId30"/>
                </p:custDataLst>
              </p:nvPr>
            </p:nvSpPr>
            <p:spPr>
              <a:xfrm>
                <a:off x="2438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9716995F-C8FE-4CAB-A199-B3E5ADC979E3}"/>
                  </a:ext>
                </a:extLst>
              </p:cNvPr>
              <p:cNvSpPr/>
              <p:nvPr>
                <p:custDataLst>
                  <p:tags r:id="rId31"/>
                </p:custDataLst>
              </p:nvPr>
            </p:nvSpPr>
            <p:spPr>
              <a:xfrm>
                <a:off x="2514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BF5F34ED-E9E3-4B43-8E7D-888FB219AB40}"/>
                  </a:ext>
                </a:extLst>
              </p:cNvPr>
              <p:cNvSpPr/>
              <p:nvPr>
                <p:custDataLst>
                  <p:tags r:id="rId32"/>
                </p:custDataLst>
              </p:nvPr>
            </p:nvSpPr>
            <p:spPr>
              <a:xfrm>
                <a:off x="2590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7CEDF53C-0F4A-4807-9547-2FF9E04A4CEF}"/>
                  </a:ext>
                </a:extLst>
              </p:cNvPr>
              <p:cNvSpPr/>
              <p:nvPr>
                <p:custDataLst>
                  <p:tags r:id="rId33"/>
                </p:custDataLst>
              </p:nvPr>
            </p:nvSpPr>
            <p:spPr>
              <a:xfrm>
                <a:off x="26517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B581BAEF-BC7F-47E8-ADA8-A7CFF1405435}"/>
                  </a:ext>
                </a:extLst>
              </p:cNvPr>
              <p:cNvSpPr/>
              <p:nvPr>
                <p:custDataLst>
                  <p:tags r:id="rId34"/>
                </p:custDataLst>
              </p:nvPr>
            </p:nvSpPr>
            <p:spPr>
              <a:xfrm>
                <a:off x="2743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C53FDF5F-85B5-405D-BC79-242BEA73CE7B}"/>
                  </a:ext>
                </a:extLst>
              </p:cNvPr>
              <p:cNvSpPr/>
              <p:nvPr>
                <p:custDataLst>
                  <p:tags r:id="rId35"/>
                </p:custDataLst>
              </p:nvPr>
            </p:nvSpPr>
            <p:spPr>
              <a:xfrm>
                <a:off x="2819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B9DB3181-5E48-456F-81CD-35E4AD51BA5C}"/>
                  </a:ext>
                </a:extLst>
              </p:cNvPr>
              <p:cNvSpPr/>
              <p:nvPr>
                <p:custDataLst>
                  <p:tags r:id="rId36"/>
                </p:custDataLst>
              </p:nvPr>
            </p:nvSpPr>
            <p:spPr>
              <a:xfrm>
                <a:off x="2895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6C3B45DF-CE52-4530-ACDB-3A5CEA71353E}"/>
                  </a:ext>
                </a:extLst>
              </p:cNvPr>
              <p:cNvSpPr/>
              <p:nvPr>
                <p:custDataLst>
                  <p:tags r:id="rId37"/>
                </p:custDataLst>
              </p:nvPr>
            </p:nvSpPr>
            <p:spPr>
              <a:xfrm>
                <a:off x="2956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9632A4DB-DDDE-455D-92C3-88EE111271BA}"/>
                  </a:ext>
                </a:extLst>
              </p:cNvPr>
              <p:cNvSpPr/>
              <p:nvPr>
                <p:custDataLst>
                  <p:tags r:id="rId38"/>
                </p:custDataLst>
              </p:nvPr>
            </p:nvSpPr>
            <p:spPr>
              <a:xfrm>
                <a:off x="3048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28F035B2-E65D-450D-B763-1E62BCB7E2BA}"/>
                  </a:ext>
                </a:extLst>
              </p:cNvPr>
              <p:cNvSpPr/>
              <p:nvPr>
                <p:custDataLst>
                  <p:tags r:id="rId39"/>
                </p:custDataLst>
              </p:nvPr>
            </p:nvSpPr>
            <p:spPr>
              <a:xfrm>
                <a:off x="3124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3545E6BE-69E8-46DF-96B1-7C582DCA7CA9}"/>
                  </a:ext>
                </a:extLst>
              </p:cNvPr>
              <p:cNvSpPr/>
              <p:nvPr>
                <p:custDataLst>
                  <p:tags r:id="rId40"/>
                </p:custDataLst>
              </p:nvPr>
            </p:nvSpPr>
            <p:spPr>
              <a:xfrm>
                <a:off x="3200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10210139-E030-411A-A756-CA42659EDE5A}"/>
                  </a:ext>
                </a:extLst>
              </p:cNvPr>
              <p:cNvSpPr/>
              <p:nvPr>
                <p:custDataLst>
                  <p:tags r:id="rId41"/>
                </p:custDataLst>
              </p:nvPr>
            </p:nvSpPr>
            <p:spPr>
              <a:xfrm>
                <a:off x="3261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58" name="Rectangle 57">
            <a:extLst>
              <a:ext uri="{FF2B5EF4-FFF2-40B4-BE49-F238E27FC236}">
                <a16:creationId xmlns:a16="http://schemas.microsoft.com/office/drawing/2014/main" id="{21CE26BF-8024-4B04-A185-2A62E50EE2CF}"/>
              </a:ext>
            </a:extLst>
          </p:cNvPr>
          <p:cNvSpPr/>
          <p:nvPr>
            <p:custDataLst>
              <p:tags r:id="rId9"/>
            </p:custDataLst>
          </p:nvPr>
        </p:nvSpPr>
        <p:spPr>
          <a:xfrm>
            <a:off x="6295892" y="5943600"/>
            <a:ext cx="1083395" cy="380352"/>
          </a:xfrm>
          <a:prstGeom prst="rect">
            <a:avLst/>
          </a:prstGeom>
          <a:solidFill>
            <a:schemeClr val="accent6">
              <a:lumMod val="40000"/>
              <a:lumOff val="60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page table</a:t>
            </a:r>
          </a:p>
        </p:txBody>
      </p:sp>
    </p:spTree>
    <p:custDataLst>
      <p:tags r:id="rId1"/>
    </p:custDataLst>
    <p:extLst>
      <p:ext uri="{BB962C8B-B14F-4D97-AF65-F5344CB8AC3E}">
        <p14:creationId xmlns:p14="http://schemas.microsoft.com/office/powerpoint/2010/main" val="344401241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484066"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a:t>Course Teaser</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23</a:t>
            </a:fld>
            <a:endParaRPr lang="en-US" altLang="en-US" sz="1400"/>
          </a:p>
        </p:txBody>
      </p:sp>
      <p:sp>
        <p:nvSpPr>
          <p:cNvPr id="19" name="Rectangle 18">
            <a:extLst>
              <a:ext uri="{FF2B5EF4-FFF2-40B4-BE49-F238E27FC236}">
                <a16:creationId xmlns:a16="http://schemas.microsoft.com/office/drawing/2014/main" id="{5C4F596C-7CDC-40AA-AC7D-C5FB7C554EFF}"/>
              </a:ext>
            </a:extLst>
          </p:cNvPr>
          <p:cNvSpPr/>
          <p:nvPr>
            <p:custDataLst>
              <p:tags r:id="rId4"/>
            </p:custDataLst>
          </p:nvPr>
        </p:nvSpPr>
        <p:spPr>
          <a:xfrm>
            <a:off x="1752600" y="58674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main memory</a:t>
            </a:r>
          </a:p>
        </p:txBody>
      </p:sp>
      <p:sp>
        <p:nvSpPr>
          <p:cNvPr id="20" name="Rectangle 19">
            <a:extLst>
              <a:ext uri="{FF2B5EF4-FFF2-40B4-BE49-F238E27FC236}">
                <a16:creationId xmlns:a16="http://schemas.microsoft.com/office/drawing/2014/main" id="{F468064B-1E50-4180-A1A3-2C481C7060FE}"/>
              </a:ext>
            </a:extLst>
          </p:cNvPr>
          <p:cNvSpPr/>
          <p:nvPr>
            <p:custDataLst>
              <p:tags r:id="rId5"/>
            </p:custDataLst>
          </p:nvPr>
        </p:nvSpPr>
        <p:spPr>
          <a:xfrm>
            <a:off x="6295892" y="5943600"/>
            <a:ext cx="1083395" cy="38035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page table</a:t>
            </a:r>
          </a:p>
        </p:txBody>
      </p:sp>
      <p:cxnSp>
        <p:nvCxnSpPr>
          <p:cNvPr id="38" name="Straight Connector 37">
            <a:extLst>
              <a:ext uri="{FF2B5EF4-FFF2-40B4-BE49-F238E27FC236}">
                <a16:creationId xmlns:a16="http://schemas.microsoft.com/office/drawing/2014/main" id="{B2FD9910-8E55-4084-B868-0268CF7645EE}"/>
              </a:ext>
            </a:extLst>
          </p:cNvPr>
          <p:cNvCxnSpPr/>
          <p:nvPr/>
        </p:nvCxnSpPr>
        <p:spPr>
          <a:xfrm>
            <a:off x="954880" y="5684520"/>
            <a:ext cx="7315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Rectangle 107">
            <a:extLst>
              <a:ext uri="{FF2B5EF4-FFF2-40B4-BE49-F238E27FC236}">
                <a16:creationId xmlns:a16="http://schemas.microsoft.com/office/drawing/2014/main" id="{20B06E8D-6474-4310-BA13-A497506E702A}"/>
              </a:ext>
            </a:extLst>
          </p:cNvPr>
          <p:cNvSpPr/>
          <p:nvPr>
            <p:custDataLst>
              <p:tags r:id="rId6"/>
            </p:custDataLst>
          </p:nvPr>
        </p:nvSpPr>
        <p:spPr>
          <a:xfrm>
            <a:off x="1795330" y="5943600"/>
            <a:ext cx="998016" cy="38035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program instructions</a:t>
            </a:r>
          </a:p>
        </p:txBody>
      </p:sp>
      <p:sp>
        <p:nvSpPr>
          <p:cNvPr id="109" name="Rectangle 3">
            <a:extLst>
              <a:ext uri="{FF2B5EF4-FFF2-40B4-BE49-F238E27FC236}">
                <a16:creationId xmlns:a16="http://schemas.microsoft.com/office/drawing/2014/main" id="{7E56CDB0-DD50-4A32-84EA-8455D10049AF}"/>
              </a:ext>
            </a:extLst>
          </p:cNvPr>
          <p:cNvSpPr>
            <a:spLocks noGrp="1" noChangeArrowheads="1"/>
          </p:cNvSpPr>
          <p:nvPr>
            <p:ph idx="1"/>
            <p:custDataLst>
              <p:tags r:id="rId7"/>
            </p:custDataLst>
          </p:nvPr>
        </p:nvSpPr>
        <p:spPr>
          <a:xfrm>
            <a:off x="457200" y="2073279"/>
            <a:ext cx="4094504" cy="1218561"/>
          </a:xfrm>
        </p:spPr>
        <p:txBody>
          <a:bodyPr/>
          <a:lstStyle/>
          <a:p>
            <a:pPr marL="683895" lvl="1" indent="-683895">
              <a:lnSpc>
                <a:spcPct val="90000"/>
              </a:lnSpc>
              <a:buNone/>
            </a:pPr>
            <a:r>
              <a:rPr lang="en-US" altLang="en-US" sz="2000" dirty="0">
                <a:latin typeface="Consolas"/>
              </a:rPr>
              <a:t>add $t0, $t0, $s1</a:t>
            </a:r>
          </a:p>
          <a:p>
            <a:pPr marL="683895" lvl="1" indent="-683895">
              <a:lnSpc>
                <a:spcPct val="90000"/>
              </a:lnSpc>
              <a:buNone/>
            </a:pPr>
            <a:r>
              <a:rPr lang="en-US" altLang="en-US" sz="2000" dirty="0">
                <a:latin typeface="Consolas"/>
              </a:rPr>
              <a:t>    or $t1, $t0, $s2</a:t>
            </a:r>
          </a:p>
          <a:p>
            <a:pPr marL="683895" lvl="1" indent="-683895">
              <a:lnSpc>
                <a:spcPct val="90000"/>
              </a:lnSpc>
              <a:buNone/>
            </a:pPr>
            <a:r>
              <a:rPr lang="en-US" altLang="en-US" sz="2000" dirty="0">
                <a:latin typeface="Consolas"/>
              </a:rPr>
              <a:t>        and $t2, $t1, $s3</a:t>
            </a:r>
          </a:p>
        </p:txBody>
      </p:sp>
      <p:sp>
        <p:nvSpPr>
          <p:cNvPr id="110" name="Rectangle 3">
            <a:extLst>
              <a:ext uri="{FF2B5EF4-FFF2-40B4-BE49-F238E27FC236}">
                <a16:creationId xmlns:a16="http://schemas.microsoft.com/office/drawing/2014/main" id="{E6A4BA74-A3A7-41C4-816A-BCC4993D8102}"/>
              </a:ext>
            </a:extLst>
          </p:cNvPr>
          <p:cNvSpPr txBox="1">
            <a:spLocks noChangeArrowheads="1"/>
          </p:cNvSpPr>
          <p:nvPr>
            <p:custDataLst>
              <p:tags r:id="rId8"/>
            </p:custDataLst>
          </p:nvPr>
        </p:nvSpPr>
        <p:spPr bwMode="auto">
          <a:xfrm>
            <a:off x="5029200" y="2072640"/>
            <a:ext cx="3944046" cy="1218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83895" lvl="1" indent="-683895">
              <a:lnSpc>
                <a:spcPct val="90000"/>
              </a:lnSpc>
              <a:buFont typeface="Arial" charset="0"/>
              <a:buNone/>
            </a:pPr>
            <a:r>
              <a:rPr lang="en-US" altLang="en-US" sz="2000" b="1" dirty="0" err="1">
                <a:solidFill>
                  <a:schemeClr val="accent6">
                    <a:lumMod val="75000"/>
                  </a:schemeClr>
                </a:solidFill>
                <a:latin typeface="Consolas"/>
              </a:rPr>
              <a:t>lw</a:t>
            </a:r>
            <a:r>
              <a:rPr lang="en-US" altLang="en-US" sz="2000" b="1" dirty="0">
                <a:solidFill>
                  <a:schemeClr val="accent6">
                    <a:lumMod val="75000"/>
                  </a:schemeClr>
                </a:solidFill>
                <a:latin typeface="Consolas"/>
              </a:rPr>
              <a:t> $t0, ($s0)</a:t>
            </a:r>
          </a:p>
          <a:p>
            <a:pPr marL="683895" lvl="1" indent="-683895">
              <a:lnSpc>
                <a:spcPct val="90000"/>
              </a:lnSpc>
              <a:buFont typeface="Arial" charset="0"/>
              <a:buNone/>
            </a:pPr>
            <a:r>
              <a:rPr lang="en-US" altLang="en-US" sz="2000" b="1">
                <a:solidFill>
                  <a:schemeClr val="accent6">
                    <a:lumMod val="75000"/>
                  </a:schemeClr>
                </a:solidFill>
                <a:latin typeface="Consolas"/>
              </a:rPr>
              <a:t>    nor $t3, $t0, $s1</a:t>
            </a:r>
          </a:p>
          <a:p>
            <a:pPr marL="683895" lvl="1" indent="-683895">
              <a:lnSpc>
                <a:spcPct val="90000"/>
              </a:lnSpc>
              <a:buFont typeface="Arial" charset="0"/>
              <a:buNone/>
            </a:pPr>
            <a:r>
              <a:rPr lang="en-US" altLang="en-US" sz="2000" b="1" dirty="0">
                <a:solidFill>
                  <a:schemeClr val="accent6">
                    <a:lumMod val="75000"/>
                  </a:schemeClr>
                </a:solidFill>
                <a:latin typeface="Consolas"/>
              </a:rPr>
              <a:t>        sub $t2, $t3, $s2</a:t>
            </a:r>
          </a:p>
        </p:txBody>
      </p:sp>
      <p:sp>
        <p:nvSpPr>
          <p:cNvPr id="111" name="Rectangle 3">
            <a:extLst>
              <a:ext uri="{FF2B5EF4-FFF2-40B4-BE49-F238E27FC236}">
                <a16:creationId xmlns:a16="http://schemas.microsoft.com/office/drawing/2014/main" id="{BD5223E1-B3B1-431A-AEF4-3F17E4C025C8}"/>
              </a:ext>
            </a:extLst>
          </p:cNvPr>
          <p:cNvSpPr txBox="1">
            <a:spLocks noChangeArrowheads="1"/>
          </p:cNvSpPr>
          <p:nvPr>
            <p:custDataLst>
              <p:tags r:id="rId9"/>
            </p:custDataLst>
          </p:nvPr>
        </p:nvSpPr>
        <p:spPr bwMode="auto">
          <a:xfrm>
            <a:off x="381000" y="1219200"/>
            <a:ext cx="8461375" cy="648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None/>
            </a:pPr>
            <a:r>
              <a:rPr lang="en-US" altLang="en-US" sz="2800"/>
              <a:t>How can we speed up parallel parts of our program?</a:t>
            </a:r>
          </a:p>
          <a:p>
            <a:pPr>
              <a:lnSpc>
                <a:spcPct val="80000"/>
              </a:lnSpc>
            </a:pPr>
            <a:r>
              <a:rPr lang="en-US" altLang="en-US" sz="2400" b="1"/>
              <a:t>Multiprocessors</a:t>
            </a:r>
          </a:p>
        </p:txBody>
      </p:sp>
      <p:grpSp>
        <p:nvGrpSpPr>
          <p:cNvPr id="2" name="Group 1">
            <a:extLst>
              <a:ext uri="{FF2B5EF4-FFF2-40B4-BE49-F238E27FC236}">
                <a16:creationId xmlns:a16="http://schemas.microsoft.com/office/drawing/2014/main" id="{2288D603-CDA6-4C79-BC91-D5194BAC8E83}"/>
              </a:ext>
            </a:extLst>
          </p:cNvPr>
          <p:cNvGrpSpPr/>
          <p:nvPr>
            <p:custDataLst>
              <p:tags r:id="rId10"/>
            </p:custDataLst>
          </p:nvPr>
        </p:nvGrpSpPr>
        <p:grpSpPr>
          <a:xfrm>
            <a:off x="304800" y="3137854"/>
            <a:ext cx="3957637" cy="2546666"/>
            <a:chOff x="304800" y="3137854"/>
            <a:chExt cx="3957637" cy="2546666"/>
          </a:xfrm>
        </p:grpSpPr>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78">
              <a:extLst>
                <a:ext uri="{28A0092B-C50C-407E-A947-70E740481C1C}">
                  <a14:useLocalDpi xmlns:a14="http://schemas.microsoft.com/office/drawing/2010/main" val="0"/>
                </a:ext>
              </a:extLst>
            </a:blip>
            <a:srcRect/>
            <a:stretch>
              <a:fillRect/>
            </a:stretch>
          </p:blipFill>
          <p:spPr bwMode="auto">
            <a:xfrm>
              <a:off x="304800" y="3139440"/>
              <a:ext cx="3957637" cy="1986618"/>
            </a:xfrm>
            <a:prstGeom prst="rect">
              <a:avLst/>
            </a:prstGeom>
            <a:noFill/>
            <a:ln/>
            <a:extLst>
              <a:ext uri="{909E8E84-426E-40DD-AFC4-6F175D3DCCD1}">
                <a14:hiddenFill xmlns:a14="http://schemas.microsoft.com/office/drawing/2010/main">
                  <a:solidFill>
                    <a:srgbClr val="FFFFFF"/>
                  </a:solidFill>
                </a14:hiddenFill>
              </a:ext>
            </a:extLst>
          </p:spPr>
        </p:pic>
        <p:cxnSp>
          <p:nvCxnSpPr>
            <p:cNvPr id="34" name="Straight Connector 33">
              <a:extLst>
                <a:ext uri="{FF2B5EF4-FFF2-40B4-BE49-F238E27FC236}">
                  <a16:creationId xmlns:a16="http://schemas.microsoft.com/office/drawing/2014/main" id="{42151963-6848-41DB-BAF8-9A363EC64527}"/>
                </a:ext>
              </a:extLst>
            </p:cNvPr>
            <p:cNvCxnSpPr>
              <a:cxnSpLocks/>
            </p:cNvCxnSpPr>
            <p:nvPr/>
          </p:nvCxnSpPr>
          <p:spPr>
            <a:xfrm flipV="1">
              <a:off x="477105" y="4427617"/>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37A6515-ADA9-441D-A996-DFF0A333FBA0}"/>
                </a:ext>
              </a:extLst>
            </p:cNvPr>
            <p:cNvCxnSpPr>
              <a:cxnSpLocks/>
            </p:cNvCxnSpPr>
            <p:nvPr/>
          </p:nvCxnSpPr>
          <p:spPr>
            <a:xfrm flipH="1" flipV="1">
              <a:off x="1050634" y="4428775"/>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866B52-1967-4E48-9017-66B111B55C20}"/>
                </a:ext>
              </a:extLst>
            </p:cNvPr>
            <p:cNvCxnSpPr>
              <a:cxnSpLocks/>
            </p:cNvCxnSpPr>
            <p:nvPr/>
          </p:nvCxnSpPr>
          <p:spPr>
            <a:xfrm flipV="1">
              <a:off x="3188221" y="4417910"/>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AD41A51-DD74-4CC0-AF1A-FBF3F09D0EC9}"/>
                </a:ext>
              </a:extLst>
            </p:cNvPr>
            <p:cNvCxnSpPr>
              <a:cxnSpLocks/>
            </p:cNvCxnSpPr>
            <p:nvPr/>
          </p:nvCxnSpPr>
          <p:spPr>
            <a:xfrm flipH="1" flipV="1">
              <a:off x="3761750" y="4419068"/>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844591"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3613048"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D009F42-8219-4094-9CC2-F2B7670971BF}"/>
                </a:ext>
              </a:extLst>
            </p:cNvPr>
            <p:cNvSpPr/>
            <p:nvPr>
              <p:custDataLst>
                <p:tags r:id="rId44"/>
              </p:custDataLst>
            </p:nvPr>
          </p:nvSpPr>
          <p:spPr>
            <a:xfrm>
              <a:off x="477105" y="5119706"/>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45"/>
              </p:custDataLst>
            </p:nvPr>
          </p:nvSpPr>
          <p:spPr>
            <a:xfrm>
              <a:off x="3190913" y="5104009"/>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L1-D cache</a:t>
              </a:r>
            </a:p>
          </p:txBody>
        </p:sp>
        <p:cxnSp>
          <p:nvCxnSpPr>
            <p:cNvPr id="30" name="Straight Connector 29">
              <a:extLst>
                <a:ext uri="{FF2B5EF4-FFF2-40B4-BE49-F238E27FC236}">
                  <a16:creationId xmlns:a16="http://schemas.microsoft.com/office/drawing/2014/main" id="{1101D632-2BB9-4387-95F1-E6529E85FA4B}"/>
                </a:ext>
              </a:extLst>
            </p:cNvPr>
            <p:cNvCxnSpPr>
              <a:cxnSpLocks/>
            </p:cNvCxnSpPr>
            <p:nvPr/>
          </p:nvCxnSpPr>
          <p:spPr>
            <a:xfrm rot="5400000">
              <a:off x="757833" y="496900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9BBE81F-9C19-4CF3-8FD8-F4A9D48F9E98}"/>
                </a:ext>
              </a:extLst>
            </p:cNvPr>
            <p:cNvCxnSpPr>
              <a:cxnSpLocks/>
            </p:cNvCxnSpPr>
            <p:nvPr/>
          </p:nvCxnSpPr>
          <p:spPr>
            <a:xfrm rot="5400000">
              <a:off x="3471641" y="495055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0599568-8419-41FC-BEE1-E4A87420EBC3}"/>
                </a:ext>
              </a:extLst>
            </p:cNvPr>
            <p:cNvSpPr/>
            <p:nvPr>
              <p:custDataLst>
                <p:tags r:id="rId46"/>
              </p:custDataLst>
            </p:nvPr>
          </p:nvSpPr>
          <p:spPr>
            <a:xfrm>
              <a:off x="3409135" y="4567171"/>
              <a:ext cx="415262" cy="329056"/>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sp>
          <p:nvSpPr>
            <p:cNvPr id="27" name="Rectangle 26">
              <a:extLst>
                <a:ext uri="{FF2B5EF4-FFF2-40B4-BE49-F238E27FC236}">
                  <a16:creationId xmlns:a16="http://schemas.microsoft.com/office/drawing/2014/main" id="{4E186134-61F3-4505-826F-7F8686DD71AD}"/>
                </a:ext>
              </a:extLst>
            </p:cNvPr>
            <p:cNvSpPr/>
            <p:nvPr>
              <p:custDataLst>
                <p:tags r:id="rId47"/>
              </p:custDataLst>
            </p:nvPr>
          </p:nvSpPr>
          <p:spPr>
            <a:xfrm>
              <a:off x="689794" y="4567171"/>
              <a:ext cx="415262" cy="329056"/>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pic>
          <p:nvPicPr>
            <p:cNvPr id="53"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64AC13FC-FDCE-43EE-9322-BF31923E6643}"/>
                </a:ext>
              </a:extLst>
            </p:cNvPr>
            <p:cNvPicPr>
              <a:picLocks noChangeAspect="1" noChangeArrowheads="1"/>
            </p:cNvPicPr>
            <p:nvPr/>
          </p:nvPicPr>
          <p:blipFill rotWithShape="1">
            <a:blip r:embed="rId78">
              <a:extLst>
                <a:ext uri="{28A0092B-C50C-407E-A947-70E740481C1C}">
                  <a14:useLocalDpi xmlns:a14="http://schemas.microsoft.com/office/drawing/2010/main" val="0"/>
                </a:ext>
              </a:extLst>
            </a:blip>
            <a:srcRect l="51985" t="37048" r="28761" b="28687"/>
            <a:stretch/>
          </p:blipFill>
          <p:spPr bwMode="auto">
            <a:xfrm>
              <a:off x="2357437" y="43637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4"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23B9133B-FFAD-43E5-A4EE-897C26A41971}"/>
                </a:ext>
              </a:extLst>
            </p:cNvPr>
            <p:cNvPicPr>
              <a:picLocks noChangeAspect="1" noChangeArrowheads="1"/>
            </p:cNvPicPr>
            <p:nvPr/>
          </p:nvPicPr>
          <p:blipFill rotWithShape="1">
            <a:blip r:embed="rId78">
              <a:extLst>
                <a:ext uri="{28A0092B-C50C-407E-A947-70E740481C1C}">
                  <a14:useLocalDpi xmlns:a14="http://schemas.microsoft.com/office/drawing/2010/main" val="0"/>
                </a:ext>
              </a:extLst>
            </a:blip>
            <a:srcRect l="51985" t="37048" r="28761" b="28687"/>
            <a:stretch/>
          </p:blipFill>
          <p:spPr bwMode="auto">
            <a:xfrm>
              <a:off x="2357437" y="38303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5"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26C28EFB-A857-46B3-86F7-D0298F7F7F7E}"/>
                </a:ext>
              </a:extLst>
            </p:cNvPr>
            <p:cNvPicPr>
              <a:picLocks noChangeAspect="1" noChangeArrowheads="1"/>
            </p:cNvPicPr>
            <p:nvPr/>
          </p:nvPicPr>
          <p:blipFill rotWithShape="1">
            <a:blip r:embed="rId78">
              <a:extLst>
                <a:ext uri="{28A0092B-C50C-407E-A947-70E740481C1C}">
                  <a14:useLocalDpi xmlns:a14="http://schemas.microsoft.com/office/drawing/2010/main" val="0"/>
                </a:ext>
              </a:extLst>
            </a:blip>
            <a:srcRect l="51985" t="37048" r="28761" b="28687"/>
            <a:stretch/>
          </p:blipFill>
          <p:spPr bwMode="auto">
            <a:xfrm>
              <a:off x="2357436"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E82C0ED7-5271-463F-A09E-E652A44F2805}"/>
                </a:ext>
              </a:extLst>
            </p:cNvPr>
            <p:cNvPicPr>
              <a:picLocks noChangeAspect="1" noChangeArrowheads="1"/>
            </p:cNvPicPr>
            <p:nvPr/>
          </p:nvPicPr>
          <p:blipFill rotWithShape="1">
            <a:blip r:embed="rId78">
              <a:extLst>
                <a:ext uri="{28A0092B-C50C-407E-A947-70E740481C1C}">
                  <a14:useLocalDpi xmlns:a14="http://schemas.microsoft.com/office/drawing/2010/main" val="0"/>
                </a:ext>
              </a:extLst>
            </a:blip>
            <a:srcRect l="51985" t="37048" r="28761" b="28687"/>
            <a:stretch/>
          </p:blipFill>
          <p:spPr bwMode="auto">
            <a:xfrm>
              <a:off x="3043237"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DE8F4C0D-685F-4175-944B-C5DFCB1637AB}"/>
                </a:ext>
              </a:extLst>
            </p:cNvPr>
            <p:cNvGrpSpPr/>
            <p:nvPr/>
          </p:nvGrpSpPr>
          <p:grpSpPr>
            <a:xfrm>
              <a:off x="1981200" y="3137854"/>
              <a:ext cx="2133600" cy="182880"/>
              <a:chOff x="1219200" y="1477735"/>
              <a:chExt cx="2133600" cy="182880"/>
            </a:xfrm>
          </p:grpSpPr>
          <p:sp>
            <p:nvSpPr>
              <p:cNvPr id="8" name="Rectangle 7">
                <a:extLst>
                  <a:ext uri="{FF2B5EF4-FFF2-40B4-BE49-F238E27FC236}">
                    <a16:creationId xmlns:a16="http://schemas.microsoft.com/office/drawing/2014/main" id="{964A1825-2A13-446E-9A46-68902D1D9982}"/>
                  </a:ext>
                </a:extLst>
              </p:cNvPr>
              <p:cNvSpPr/>
              <p:nvPr>
                <p:custDataLst>
                  <p:tags r:id="rId48"/>
                </p:custDataLst>
              </p:nvPr>
            </p:nvSpPr>
            <p:spPr>
              <a:xfrm>
                <a:off x="1219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6EBBECE2-C1C8-4474-8614-D6B276321210}"/>
                  </a:ext>
                </a:extLst>
              </p:cNvPr>
              <p:cNvSpPr/>
              <p:nvPr>
                <p:custDataLst>
                  <p:tags r:id="rId49"/>
                </p:custDataLst>
              </p:nvPr>
            </p:nvSpPr>
            <p:spPr>
              <a:xfrm>
                <a:off x="1295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454A92B7-5C91-4F97-B30A-98F2CAA3B4A0}"/>
                  </a:ext>
                </a:extLst>
              </p:cNvPr>
              <p:cNvSpPr/>
              <p:nvPr>
                <p:custDataLst>
                  <p:tags r:id="rId50"/>
                </p:custDataLst>
              </p:nvPr>
            </p:nvSpPr>
            <p:spPr>
              <a:xfrm>
                <a:off x="1371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365DA114-F05B-48B8-A769-038536994741}"/>
                  </a:ext>
                </a:extLst>
              </p:cNvPr>
              <p:cNvSpPr/>
              <p:nvPr>
                <p:custDataLst>
                  <p:tags r:id="rId51"/>
                </p:custDataLst>
              </p:nvPr>
            </p:nvSpPr>
            <p:spPr>
              <a:xfrm>
                <a:off x="1432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48655FA1-603D-49BF-914E-36DF57DC60E1}"/>
                  </a:ext>
                </a:extLst>
              </p:cNvPr>
              <p:cNvSpPr/>
              <p:nvPr>
                <p:custDataLst>
                  <p:tags r:id="rId52"/>
                </p:custDataLst>
              </p:nvPr>
            </p:nvSpPr>
            <p:spPr>
              <a:xfrm>
                <a:off x="1524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55205639-F83B-49B4-A0BD-B74E1AAC5B0A}"/>
                  </a:ext>
                </a:extLst>
              </p:cNvPr>
              <p:cNvSpPr/>
              <p:nvPr>
                <p:custDataLst>
                  <p:tags r:id="rId53"/>
                </p:custDataLst>
              </p:nvPr>
            </p:nvSpPr>
            <p:spPr>
              <a:xfrm>
                <a:off x="1600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76CC1A6E-A16E-4FE8-A30F-46C9EC0DD409}"/>
                  </a:ext>
                </a:extLst>
              </p:cNvPr>
              <p:cNvSpPr/>
              <p:nvPr>
                <p:custDataLst>
                  <p:tags r:id="rId54"/>
                </p:custDataLst>
              </p:nvPr>
            </p:nvSpPr>
            <p:spPr>
              <a:xfrm>
                <a:off x="1676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8A5DD325-A2E5-458B-9E77-56204DBC460F}"/>
                  </a:ext>
                </a:extLst>
              </p:cNvPr>
              <p:cNvSpPr/>
              <p:nvPr>
                <p:custDataLst>
                  <p:tags r:id="rId55"/>
                </p:custDataLst>
              </p:nvPr>
            </p:nvSpPr>
            <p:spPr>
              <a:xfrm>
                <a:off x="1737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0B5AC967-CFBC-4CC5-8538-A110955C3578}"/>
                  </a:ext>
                </a:extLst>
              </p:cNvPr>
              <p:cNvSpPr/>
              <p:nvPr>
                <p:custDataLst>
                  <p:tags r:id="rId56"/>
                </p:custDataLst>
              </p:nvPr>
            </p:nvSpPr>
            <p:spPr>
              <a:xfrm>
                <a:off x="1828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536E048D-10ED-4571-9194-312B818A3031}"/>
                  </a:ext>
                </a:extLst>
              </p:cNvPr>
              <p:cNvSpPr/>
              <p:nvPr>
                <p:custDataLst>
                  <p:tags r:id="rId57"/>
                </p:custDataLst>
              </p:nvPr>
            </p:nvSpPr>
            <p:spPr>
              <a:xfrm>
                <a:off x="1905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13D946AC-8149-4E5B-BCA9-31907F1A2DC3}"/>
                  </a:ext>
                </a:extLst>
              </p:cNvPr>
              <p:cNvSpPr/>
              <p:nvPr>
                <p:custDataLst>
                  <p:tags r:id="rId58"/>
                </p:custDataLst>
              </p:nvPr>
            </p:nvSpPr>
            <p:spPr>
              <a:xfrm>
                <a:off x="1981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462CEFEC-2A75-4378-85FD-B4097B31EC26}"/>
                  </a:ext>
                </a:extLst>
              </p:cNvPr>
              <p:cNvSpPr/>
              <p:nvPr>
                <p:custDataLst>
                  <p:tags r:id="rId59"/>
                </p:custDataLst>
              </p:nvPr>
            </p:nvSpPr>
            <p:spPr>
              <a:xfrm>
                <a:off x="20421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DBEAA78F-EF1C-4E86-A8F7-90BE0BC55014}"/>
                  </a:ext>
                </a:extLst>
              </p:cNvPr>
              <p:cNvSpPr/>
              <p:nvPr>
                <p:custDataLst>
                  <p:tags r:id="rId60"/>
                </p:custDataLst>
              </p:nvPr>
            </p:nvSpPr>
            <p:spPr>
              <a:xfrm>
                <a:off x="2133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A1EEF75B-701F-46F3-8725-84BE45BDDDA0}"/>
                  </a:ext>
                </a:extLst>
              </p:cNvPr>
              <p:cNvSpPr/>
              <p:nvPr>
                <p:custDataLst>
                  <p:tags r:id="rId61"/>
                </p:custDataLst>
              </p:nvPr>
            </p:nvSpPr>
            <p:spPr>
              <a:xfrm>
                <a:off x="2209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83A49BE3-63AA-4EF3-A9D3-6C9C25E88552}"/>
                  </a:ext>
                </a:extLst>
              </p:cNvPr>
              <p:cNvSpPr/>
              <p:nvPr>
                <p:custDataLst>
                  <p:tags r:id="rId62"/>
                </p:custDataLst>
              </p:nvPr>
            </p:nvSpPr>
            <p:spPr>
              <a:xfrm>
                <a:off x="2286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03E5BFBC-70E9-4285-ADA0-733331B462F0}"/>
                  </a:ext>
                </a:extLst>
              </p:cNvPr>
              <p:cNvSpPr/>
              <p:nvPr>
                <p:custDataLst>
                  <p:tags r:id="rId63"/>
                </p:custDataLst>
              </p:nvPr>
            </p:nvSpPr>
            <p:spPr>
              <a:xfrm>
                <a:off x="23469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836543EC-A9A2-4B16-A87C-F15CFFE1A86C}"/>
                  </a:ext>
                </a:extLst>
              </p:cNvPr>
              <p:cNvSpPr/>
              <p:nvPr>
                <p:custDataLst>
                  <p:tags r:id="rId64"/>
                </p:custDataLst>
              </p:nvPr>
            </p:nvSpPr>
            <p:spPr>
              <a:xfrm>
                <a:off x="2438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9716995F-C8FE-4CAB-A199-B3E5ADC979E3}"/>
                  </a:ext>
                </a:extLst>
              </p:cNvPr>
              <p:cNvSpPr/>
              <p:nvPr>
                <p:custDataLst>
                  <p:tags r:id="rId65"/>
                </p:custDataLst>
              </p:nvPr>
            </p:nvSpPr>
            <p:spPr>
              <a:xfrm>
                <a:off x="2514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BF5F34ED-E9E3-4B43-8E7D-888FB219AB40}"/>
                  </a:ext>
                </a:extLst>
              </p:cNvPr>
              <p:cNvSpPr/>
              <p:nvPr>
                <p:custDataLst>
                  <p:tags r:id="rId66"/>
                </p:custDataLst>
              </p:nvPr>
            </p:nvSpPr>
            <p:spPr>
              <a:xfrm>
                <a:off x="2590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7CEDF53C-0F4A-4807-9547-2FF9E04A4CEF}"/>
                  </a:ext>
                </a:extLst>
              </p:cNvPr>
              <p:cNvSpPr/>
              <p:nvPr>
                <p:custDataLst>
                  <p:tags r:id="rId67"/>
                </p:custDataLst>
              </p:nvPr>
            </p:nvSpPr>
            <p:spPr>
              <a:xfrm>
                <a:off x="26517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B581BAEF-BC7F-47E8-ADA8-A7CFF1405435}"/>
                  </a:ext>
                </a:extLst>
              </p:cNvPr>
              <p:cNvSpPr/>
              <p:nvPr>
                <p:custDataLst>
                  <p:tags r:id="rId68"/>
                </p:custDataLst>
              </p:nvPr>
            </p:nvSpPr>
            <p:spPr>
              <a:xfrm>
                <a:off x="2743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C53FDF5F-85B5-405D-BC79-242BEA73CE7B}"/>
                  </a:ext>
                </a:extLst>
              </p:cNvPr>
              <p:cNvSpPr/>
              <p:nvPr>
                <p:custDataLst>
                  <p:tags r:id="rId69"/>
                </p:custDataLst>
              </p:nvPr>
            </p:nvSpPr>
            <p:spPr>
              <a:xfrm>
                <a:off x="2819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B9DB3181-5E48-456F-81CD-35E4AD51BA5C}"/>
                  </a:ext>
                </a:extLst>
              </p:cNvPr>
              <p:cNvSpPr/>
              <p:nvPr>
                <p:custDataLst>
                  <p:tags r:id="rId70"/>
                </p:custDataLst>
              </p:nvPr>
            </p:nvSpPr>
            <p:spPr>
              <a:xfrm>
                <a:off x="2895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6C3B45DF-CE52-4530-ACDB-3A5CEA71353E}"/>
                  </a:ext>
                </a:extLst>
              </p:cNvPr>
              <p:cNvSpPr/>
              <p:nvPr>
                <p:custDataLst>
                  <p:tags r:id="rId71"/>
                </p:custDataLst>
              </p:nvPr>
            </p:nvSpPr>
            <p:spPr>
              <a:xfrm>
                <a:off x="2956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9632A4DB-DDDE-455D-92C3-88EE111271BA}"/>
                  </a:ext>
                </a:extLst>
              </p:cNvPr>
              <p:cNvSpPr/>
              <p:nvPr>
                <p:custDataLst>
                  <p:tags r:id="rId72"/>
                </p:custDataLst>
              </p:nvPr>
            </p:nvSpPr>
            <p:spPr>
              <a:xfrm>
                <a:off x="3048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28F035B2-E65D-450D-B763-1E62BCB7E2BA}"/>
                  </a:ext>
                </a:extLst>
              </p:cNvPr>
              <p:cNvSpPr/>
              <p:nvPr>
                <p:custDataLst>
                  <p:tags r:id="rId73"/>
                </p:custDataLst>
              </p:nvPr>
            </p:nvSpPr>
            <p:spPr>
              <a:xfrm>
                <a:off x="3124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3545E6BE-69E8-46DF-96B1-7C582DCA7CA9}"/>
                  </a:ext>
                </a:extLst>
              </p:cNvPr>
              <p:cNvSpPr/>
              <p:nvPr>
                <p:custDataLst>
                  <p:tags r:id="rId74"/>
                </p:custDataLst>
              </p:nvPr>
            </p:nvSpPr>
            <p:spPr>
              <a:xfrm>
                <a:off x="3200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10210139-E030-411A-A756-CA42659EDE5A}"/>
                  </a:ext>
                </a:extLst>
              </p:cNvPr>
              <p:cNvSpPr/>
              <p:nvPr>
                <p:custDataLst>
                  <p:tags r:id="rId75"/>
                </p:custDataLst>
              </p:nvPr>
            </p:nvSpPr>
            <p:spPr>
              <a:xfrm>
                <a:off x="3261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19" name="Group 118">
            <a:extLst>
              <a:ext uri="{FF2B5EF4-FFF2-40B4-BE49-F238E27FC236}">
                <a16:creationId xmlns:a16="http://schemas.microsoft.com/office/drawing/2014/main" id="{BBDEBE23-3D90-4F4C-BD5D-743C49446BAF}"/>
              </a:ext>
            </a:extLst>
          </p:cNvPr>
          <p:cNvGrpSpPr/>
          <p:nvPr>
            <p:custDataLst>
              <p:tags r:id="rId11"/>
            </p:custDataLst>
          </p:nvPr>
        </p:nvGrpSpPr>
        <p:grpSpPr>
          <a:xfrm>
            <a:off x="4881563" y="3137854"/>
            <a:ext cx="3957637" cy="2546666"/>
            <a:chOff x="304800" y="3137854"/>
            <a:chExt cx="3957637" cy="2546666"/>
          </a:xfrm>
        </p:grpSpPr>
        <p:pic>
          <p:nvPicPr>
            <p:cNvPr id="120"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A47BDE6F-7A43-4CAB-BE7A-5CC10F4FED3D}"/>
                </a:ext>
              </a:extLst>
            </p:cNvPr>
            <p:cNvPicPr>
              <a:picLocks noChangeAspect="1" noChangeArrowheads="1"/>
            </p:cNvPicPr>
            <p:nvPr/>
          </p:nvPicPr>
          <p:blipFill>
            <a:blip r:embed="rId78">
              <a:extLst>
                <a:ext uri="{28A0092B-C50C-407E-A947-70E740481C1C}">
                  <a14:useLocalDpi xmlns:a14="http://schemas.microsoft.com/office/drawing/2010/main" val="0"/>
                </a:ext>
              </a:extLst>
            </a:blip>
            <a:srcRect/>
            <a:stretch>
              <a:fillRect/>
            </a:stretch>
          </p:blipFill>
          <p:spPr bwMode="auto">
            <a:xfrm>
              <a:off x="304800" y="3139440"/>
              <a:ext cx="3957637" cy="1986618"/>
            </a:xfrm>
            <a:prstGeom prst="rect">
              <a:avLst/>
            </a:prstGeom>
            <a:noFill/>
            <a:ln>
              <a:solidFill>
                <a:schemeClr val="accent6">
                  <a:lumMod val="75000"/>
                </a:schemeClr>
              </a:solidFill>
            </a:ln>
            <a:extLst>
              <a:ext uri="{909E8E84-426E-40DD-AFC4-6F175D3DCCD1}">
                <a14:hiddenFill xmlns:a14="http://schemas.microsoft.com/office/drawing/2010/main">
                  <a:solidFill>
                    <a:srgbClr val="FFFFFF"/>
                  </a:solidFill>
                </a14:hiddenFill>
              </a:ext>
            </a:extLst>
          </p:spPr>
        </p:pic>
        <p:cxnSp>
          <p:nvCxnSpPr>
            <p:cNvPr id="121" name="Straight Connector 120">
              <a:extLst>
                <a:ext uri="{FF2B5EF4-FFF2-40B4-BE49-F238E27FC236}">
                  <a16:creationId xmlns:a16="http://schemas.microsoft.com/office/drawing/2014/main" id="{61B369D2-38C2-448A-98C2-2CBA6B6AD394}"/>
                </a:ext>
              </a:extLst>
            </p:cNvPr>
            <p:cNvCxnSpPr>
              <a:cxnSpLocks/>
            </p:cNvCxnSpPr>
            <p:nvPr/>
          </p:nvCxnSpPr>
          <p:spPr>
            <a:xfrm flipV="1">
              <a:off x="477105" y="4427617"/>
              <a:ext cx="283561" cy="698440"/>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20C1036E-7040-47BD-9BC9-5C582B97A62A}"/>
                </a:ext>
              </a:extLst>
            </p:cNvPr>
            <p:cNvCxnSpPr>
              <a:cxnSpLocks/>
            </p:cNvCxnSpPr>
            <p:nvPr/>
          </p:nvCxnSpPr>
          <p:spPr>
            <a:xfrm flipH="1" flipV="1">
              <a:off x="1050634" y="4428775"/>
              <a:ext cx="328382" cy="690932"/>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F3090D8C-DA70-4CF6-B26A-C27CE0B8E539}"/>
                </a:ext>
              </a:extLst>
            </p:cNvPr>
            <p:cNvCxnSpPr>
              <a:cxnSpLocks/>
            </p:cNvCxnSpPr>
            <p:nvPr/>
          </p:nvCxnSpPr>
          <p:spPr>
            <a:xfrm flipV="1">
              <a:off x="3188221" y="4417910"/>
              <a:ext cx="283561" cy="698440"/>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75400202-05F6-43DC-B195-42EAFC30AFB5}"/>
                </a:ext>
              </a:extLst>
            </p:cNvPr>
            <p:cNvCxnSpPr>
              <a:cxnSpLocks/>
            </p:cNvCxnSpPr>
            <p:nvPr/>
          </p:nvCxnSpPr>
          <p:spPr>
            <a:xfrm flipH="1" flipV="1">
              <a:off x="3761750" y="4419068"/>
              <a:ext cx="328382" cy="690932"/>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00FA7DC1-0D7A-4430-9E35-0A703F8F331A}"/>
                </a:ext>
              </a:extLst>
            </p:cNvPr>
            <p:cNvCxnSpPr>
              <a:cxnSpLocks/>
            </p:cNvCxnSpPr>
            <p:nvPr/>
          </p:nvCxnSpPr>
          <p:spPr>
            <a:xfrm rot="5400000">
              <a:off x="844591" y="5592431"/>
              <a:ext cx="184178" cy="0"/>
            </a:xfrm>
            <a:prstGeom prst="line">
              <a:avLst/>
            </a:prstGeom>
            <a:noFill/>
            <a:ln w="25400" cap="flat" cmpd="sng" algn="ctr">
              <a:solidFill>
                <a:schemeClr val="accent6">
                  <a:lumMod val="75000"/>
                </a:schemeClr>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DD0DDC0-93B7-4CE9-BB51-01B70ABC0A71}"/>
                </a:ext>
              </a:extLst>
            </p:cNvPr>
            <p:cNvCxnSpPr>
              <a:cxnSpLocks/>
            </p:cNvCxnSpPr>
            <p:nvPr/>
          </p:nvCxnSpPr>
          <p:spPr>
            <a:xfrm rot="5400000">
              <a:off x="3613048" y="5592431"/>
              <a:ext cx="184178" cy="0"/>
            </a:xfrm>
            <a:prstGeom prst="line">
              <a:avLst/>
            </a:prstGeom>
            <a:noFill/>
            <a:ln w="25400" cap="flat" cmpd="sng" algn="ctr">
              <a:solidFill>
                <a:schemeClr val="accent6">
                  <a:lumMod val="75000"/>
                </a:schemeClr>
              </a:solidFill>
              <a:prstDash val="solid"/>
            </a:ln>
            <a:effectLst/>
          </p:spPr>
          <p:style>
            <a:lnRef idx="1">
              <a:schemeClr val="accent1"/>
            </a:lnRef>
            <a:fillRef idx="0">
              <a:schemeClr val="accent1"/>
            </a:fillRef>
            <a:effectRef idx="0">
              <a:schemeClr val="accent1"/>
            </a:effectRef>
            <a:fontRef idx="minor">
              <a:schemeClr val="tx1"/>
            </a:fontRef>
          </p:style>
        </p:cxnSp>
        <p:sp>
          <p:nvSpPr>
            <p:cNvPr id="127" name="Rectangle 126">
              <a:extLst>
                <a:ext uri="{FF2B5EF4-FFF2-40B4-BE49-F238E27FC236}">
                  <a16:creationId xmlns:a16="http://schemas.microsoft.com/office/drawing/2014/main" id="{4D110095-F3DF-44BA-92E3-4775CE92D2E9}"/>
                </a:ext>
              </a:extLst>
            </p:cNvPr>
            <p:cNvSpPr/>
            <p:nvPr>
              <p:custDataLst>
                <p:tags r:id="rId12"/>
              </p:custDataLst>
            </p:nvPr>
          </p:nvSpPr>
          <p:spPr>
            <a:xfrm>
              <a:off x="477105" y="5119706"/>
              <a:ext cx="901911" cy="429750"/>
            </a:xfrm>
            <a:prstGeom prst="rect">
              <a:avLst/>
            </a:prstGeom>
            <a:solidFill>
              <a:schemeClr val="bg1">
                <a:lumMod val="85000"/>
              </a:schemeClr>
            </a:solidFill>
            <a:ln w="25400"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L1-I cache</a:t>
              </a:r>
            </a:p>
          </p:txBody>
        </p:sp>
        <p:sp>
          <p:nvSpPr>
            <p:cNvPr id="128" name="Rectangle 127">
              <a:extLst>
                <a:ext uri="{FF2B5EF4-FFF2-40B4-BE49-F238E27FC236}">
                  <a16:creationId xmlns:a16="http://schemas.microsoft.com/office/drawing/2014/main" id="{1518D577-7978-4F27-903F-E336FC27D71B}"/>
                </a:ext>
              </a:extLst>
            </p:cNvPr>
            <p:cNvSpPr/>
            <p:nvPr>
              <p:custDataLst>
                <p:tags r:id="rId13"/>
              </p:custDataLst>
            </p:nvPr>
          </p:nvSpPr>
          <p:spPr>
            <a:xfrm>
              <a:off x="3190913" y="5104009"/>
              <a:ext cx="901911" cy="429750"/>
            </a:xfrm>
            <a:prstGeom prst="rect">
              <a:avLst/>
            </a:prstGeom>
            <a:solidFill>
              <a:schemeClr val="bg1">
                <a:lumMod val="85000"/>
              </a:schemeClr>
            </a:solidFill>
            <a:ln w="25400"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L1-D cache</a:t>
              </a:r>
            </a:p>
          </p:txBody>
        </p:sp>
        <p:cxnSp>
          <p:nvCxnSpPr>
            <p:cNvPr id="129" name="Straight Connector 128">
              <a:extLst>
                <a:ext uri="{FF2B5EF4-FFF2-40B4-BE49-F238E27FC236}">
                  <a16:creationId xmlns:a16="http://schemas.microsoft.com/office/drawing/2014/main" id="{D138BF15-6617-471C-8AAE-DAD66864F7F4}"/>
                </a:ext>
              </a:extLst>
            </p:cNvPr>
            <p:cNvCxnSpPr>
              <a:cxnSpLocks/>
            </p:cNvCxnSpPr>
            <p:nvPr/>
          </p:nvCxnSpPr>
          <p:spPr>
            <a:xfrm rot="5400000">
              <a:off x="757833" y="4969008"/>
              <a:ext cx="294685" cy="0"/>
            </a:xfrm>
            <a:prstGeom prst="line">
              <a:avLst/>
            </a:prstGeom>
            <a:noFill/>
            <a:ln w="25400" cap="flat" cmpd="sng" algn="ctr">
              <a:solidFill>
                <a:schemeClr val="accent6">
                  <a:lumMod val="75000"/>
                </a:schemeClr>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CEEBBDFB-DD57-47F8-8AD7-F0F49267F817}"/>
                </a:ext>
              </a:extLst>
            </p:cNvPr>
            <p:cNvCxnSpPr>
              <a:cxnSpLocks/>
            </p:cNvCxnSpPr>
            <p:nvPr/>
          </p:nvCxnSpPr>
          <p:spPr>
            <a:xfrm rot="5400000">
              <a:off x="3471641" y="4950558"/>
              <a:ext cx="294685" cy="0"/>
            </a:xfrm>
            <a:prstGeom prst="line">
              <a:avLst/>
            </a:prstGeom>
            <a:noFill/>
            <a:ln w="25400" cap="flat" cmpd="sng" algn="ctr">
              <a:solidFill>
                <a:schemeClr val="accent6">
                  <a:lumMod val="75000"/>
                </a:schemeClr>
              </a:solidFill>
              <a:prstDash val="solid"/>
            </a:ln>
            <a:effectLst/>
          </p:spPr>
          <p:style>
            <a:lnRef idx="1">
              <a:schemeClr val="accent1"/>
            </a:lnRef>
            <a:fillRef idx="0">
              <a:schemeClr val="accent1"/>
            </a:fillRef>
            <a:effectRef idx="0">
              <a:schemeClr val="accent1"/>
            </a:effectRef>
            <a:fontRef idx="minor">
              <a:schemeClr val="tx1"/>
            </a:fontRef>
          </p:style>
        </p:cxnSp>
        <p:sp>
          <p:nvSpPr>
            <p:cNvPr id="131" name="Rectangle 130">
              <a:extLst>
                <a:ext uri="{FF2B5EF4-FFF2-40B4-BE49-F238E27FC236}">
                  <a16:creationId xmlns:a16="http://schemas.microsoft.com/office/drawing/2014/main" id="{8DC57621-6E37-470B-B5AE-85C4DAD81427}"/>
                </a:ext>
              </a:extLst>
            </p:cNvPr>
            <p:cNvSpPr/>
            <p:nvPr>
              <p:custDataLst>
                <p:tags r:id="rId14"/>
              </p:custDataLst>
            </p:nvPr>
          </p:nvSpPr>
          <p:spPr>
            <a:xfrm>
              <a:off x="3409135" y="4567171"/>
              <a:ext cx="415262" cy="329056"/>
            </a:xfrm>
            <a:prstGeom prst="rect">
              <a:avLst/>
            </a:prstGeom>
            <a:solidFill>
              <a:schemeClr val="bg1">
                <a:lumMod val="85000"/>
              </a:schemeClr>
            </a:solidFill>
            <a:ln w="25400"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sp>
          <p:nvSpPr>
            <p:cNvPr id="132" name="Rectangle 131">
              <a:extLst>
                <a:ext uri="{FF2B5EF4-FFF2-40B4-BE49-F238E27FC236}">
                  <a16:creationId xmlns:a16="http://schemas.microsoft.com/office/drawing/2014/main" id="{1EEE14C0-0048-4C38-8130-7DB904B9D31C}"/>
                </a:ext>
              </a:extLst>
            </p:cNvPr>
            <p:cNvSpPr/>
            <p:nvPr>
              <p:custDataLst>
                <p:tags r:id="rId15"/>
              </p:custDataLst>
            </p:nvPr>
          </p:nvSpPr>
          <p:spPr>
            <a:xfrm>
              <a:off x="689794" y="4567171"/>
              <a:ext cx="415262" cy="329056"/>
            </a:xfrm>
            <a:prstGeom prst="rect">
              <a:avLst/>
            </a:prstGeom>
            <a:solidFill>
              <a:schemeClr val="bg1">
                <a:lumMod val="85000"/>
              </a:schemeClr>
            </a:solidFill>
            <a:ln w="25400"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pic>
          <p:nvPicPr>
            <p:cNvPr id="133"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D0C7D387-874E-45DC-8692-6F59045BCC08}"/>
                </a:ext>
              </a:extLst>
            </p:cNvPr>
            <p:cNvPicPr>
              <a:picLocks noChangeAspect="1" noChangeArrowheads="1"/>
            </p:cNvPicPr>
            <p:nvPr/>
          </p:nvPicPr>
          <p:blipFill rotWithShape="1">
            <a:blip r:embed="rId78">
              <a:extLst>
                <a:ext uri="{28A0092B-C50C-407E-A947-70E740481C1C}">
                  <a14:useLocalDpi xmlns:a14="http://schemas.microsoft.com/office/drawing/2010/main" val="0"/>
                </a:ext>
              </a:extLst>
            </a:blip>
            <a:srcRect l="51985" t="37048" r="28761" b="28687"/>
            <a:stretch/>
          </p:blipFill>
          <p:spPr bwMode="auto">
            <a:xfrm>
              <a:off x="2357437" y="4363739"/>
              <a:ext cx="762001" cy="680701"/>
            </a:xfrm>
            <a:prstGeom prst="rect">
              <a:avLst/>
            </a:prstGeom>
            <a:noFill/>
            <a:ln>
              <a:solidFill>
                <a:schemeClr val="accent6">
                  <a:lumMod val="75000"/>
                </a:schemeClr>
              </a:solidFill>
            </a:ln>
            <a:extLst>
              <a:ext uri="{909E8E84-426E-40DD-AFC4-6F175D3DCCD1}">
                <a14:hiddenFill xmlns:a14="http://schemas.microsoft.com/office/drawing/2010/main">
                  <a:solidFill>
                    <a:srgbClr val="FFFFFF"/>
                  </a:solidFill>
                </a14:hiddenFill>
              </a:ext>
            </a:extLst>
          </p:spPr>
        </p:pic>
        <p:pic>
          <p:nvPicPr>
            <p:cNvPr id="134"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6CA9ABC8-227E-4D28-960D-654B54ECC9DD}"/>
                </a:ext>
              </a:extLst>
            </p:cNvPr>
            <p:cNvPicPr>
              <a:picLocks noChangeAspect="1" noChangeArrowheads="1"/>
            </p:cNvPicPr>
            <p:nvPr/>
          </p:nvPicPr>
          <p:blipFill rotWithShape="1">
            <a:blip r:embed="rId78">
              <a:extLst>
                <a:ext uri="{28A0092B-C50C-407E-A947-70E740481C1C}">
                  <a14:useLocalDpi xmlns:a14="http://schemas.microsoft.com/office/drawing/2010/main" val="0"/>
                </a:ext>
              </a:extLst>
            </a:blip>
            <a:srcRect l="51985" t="37048" r="28761" b="28687"/>
            <a:stretch/>
          </p:blipFill>
          <p:spPr bwMode="auto">
            <a:xfrm>
              <a:off x="2357437" y="3830339"/>
              <a:ext cx="762001" cy="680701"/>
            </a:xfrm>
            <a:prstGeom prst="rect">
              <a:avLst/>
            </a:prstGeom>
            <a:noFill/>
            <a:ln>
              <a:solidFill>
                <a:schemeClr val="accent6">
                  <a:lumMod val="75000"/>
                </a:schemeClr>
              </a:solidFill>
            </a:ln>
            <a:extLst>
              <a:ext uri="{909E8E84-426E-40DD-AFC4-6F175D3DCCD1}">
                <a14:hiddenFill xmlns:a14="http://schemas.microsoft.com/office/drawing/2010/main">
                  <a:solidFill>
                    <a:srgbClr val="FFFFFF"/>
                  </a:solidFill>
                </a14:hiddenFill>
              </a:ext>
            </a:extLst>
          </p:spPr>
        </p:pic>
        <p:pic>
          <p:nvPicPr>
            <p:cNvPr id="135"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4113DDC9-0D6D-43F0-A2FF-CC792324DBF6}"/>
                </a:ext>
              </a:extLst>
            </p:cNvPr>
            <p:cNvPicPr>
              <a:picLocks noChangeAspect="1" noChangeArrowheads="1"/>
            </p:cNvPicPr>
            <p:nvPr/>
          </p:nvPicPr>
          <p:blipFill rotWithShape="1">
            <a:blip r:embed="rId78">
              <a:extLst>
                <a:ext uri="{28A0092B-C50C-407E-A947-70E740481C1C}">
                  <a14:useLocalDpi xmlns:a14="http://schemas.microsoft.com/office/drawing/2010/main" val="0"/>
                </a:ext>
              </a:extLst>
            </a:blip>
            <a:srcRect l="51985" t="37048" r="28761" b="28687"/>
            <a:stretch/>
          </p:blipFill>
          <p:spPr bwMode="auto">
            <a:xfrm>
              <a:off x="2357436" y="3296939"/>
              <a:ext cx="762001" cy="680701"/>
            </a:xfrm>
            <a:prstGeom prst="rect">
              <a:avLst/>
            </a:prstGeom>
            <a:noFill/>
            <a:ln>
              <a:solidFill>
                <a:schemeClr val="accent6">
                  <a:lumMod val="75000"/>
                </a:schemeClr>
              </a:solidFill>
            </a:ln>
            <a:extLst>
              <a:ext uri="{909E8E84-426E-40DD-AFC4-6F175D3DCCD1}">
                <a14:hiddenFill xmlns:a14="http://schemas.microsoft.com/office/drawing/2010/main">
                  <a:solidFill>
                    <a:srgbClr val="FFFFFF"/>
                  </a:solidFill>
                </a14:hiddenFill>
              </a:ext>
            </a:extLst>
          </p:spPr>
        </p:pic>
        <p:pic>
          <p:nvPicPr>
            <p:cNvPr id="13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4256CB84-B280-4BA9-A595-AFF97EEF4895}"/>
                </a:ext>
              </a:extLst>
            </p:cNvPr>
            <p:cNvPicPr>
              <a:picLocks noChangeAspect="1" noChangeArrowheads="1"/>
            </p:cNvPicPr>
            <p:nvPr/>
          </p:nvPicPr>
          <p:blipFill rotWithShape="1">
            <a:blip r:embed="rId78">
              <a:extLst>
                <a:ext uri="{28A0092B-C50C-407E-A947-70E740481C1C}">
                  <a14:useLocalDpi xmlns:a14="http://schemas.microsoft.com/office/drawing/2010/main" val="0"/>
                </a:ext>
              </a:extLst>
            </a:blip>
            <a:srcRect l="51985" t="37048" r="28761" b="28687"/>
            <a:stretch/>
          </p:blipFill>
          <p:spPr bwMode="auto">
            <a:xfrm>
              <a:off x="3043237" y="3296939"/>
              <a:ext cx="762001" cy="680701"/>
            </a:xfrm>
            <a:prstGeom prst="rect">
              <a:avLst/>
            </a:prstGeom>
            <a:noFill/>
            <a:ln>
              <a:solidFill>
                <a:schemeClr val="accent6">
                  <a:lumMod val="75000"/>
                </a:schemeClr>
              </a:solidFill>
            </a:ln>
            <a:extLst>
              <a:ext uri="{909E8E84-426E-40DD-AFC4-6F175D3DCCD1}">
                <a14:hiddenFill xmlns:a14="http://schemas.microsoft.com/office/drawing/2010/main">
                  <a:solidFill>
                    <a:srgbClr val="FFFFFF"/>
                  </a:solidFill>
                </a14:hiddenFill>
              </a:ext>
            </a:extLst>
          </p:spPr>
        </p:pic>
        <p:grpSp>
          <p:nvGrpSpPr>
            <p:cNvPr id="137" name="Group 136">
              <a:extLst>
                <a:ext uri="{FF2B5EF4-FFF2-40B4-BE49-F238E27FC236}">
                  <a16:creationId xmlns:a16="http://schemas.microsoft.com/office/drawing/2014/main" id="{068968A7-FC72-481C-90CE-EF1BD40063DC}"/>
                </a:ext>
              </a:extLst>
            </p:cNvPr>
            <p:cNvGrpSpPr/>
            <p:nvPr/>
          </p:nvGrpSpPr>
          <p:grpSpPr>
            <a:xfrm>
              <a:off x="1981200" y="3137854"/>
              <a:ext cx="2133600" cy="182880"/>
              <a:chOff x="1219200" y="1477735"/>
              <a:chExt cx="2133600" cy="182880"/>
            </a:xfrm>
          </p:grpSpPr>
          <p:sp>
            <p:nvSpPr>
              <p:cNvPr id="140" name="Rectangle 139">
                <a:extLst>
                  <a:ext uri="{FF2B5EF4-FFF2-40B4-BE49-F238E27FC236}">
                    <a16:creationId xmlns:a16="http://schemas.microsoft.com/office/drawing/2014/main" id="{E947E6D3-EFA7-4D69-B6BE-7F1927B2FE57}"/>
                  </a:ext>
                </a:extLst>
              </p:cNvPr>
              <p:cNvSpPr/>
              <p:nvPr>
                <p:custDataLst>
                  <p:tags r:id="rId16"/>
                </p:custDataLst>
              </p:nvPr>
            </p:nvSpPr>
            <p:spPr>
              <a:xfrm>
                <a:off x="12192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CE68DB61-B0CE-4836-B07A-EFBC47C5BCC6}"/>
                  </a:ext>
                </a:extLst>
              </p:cNvPr>
              <p:cNvSpPr/>
              <p:nvPr>
                <p:custDataLst>
                  <p:tags r:id="rId17"/>
                </p:custDataLst>
              </p:nvPr>
            </p:nvSpPr>
            <p:spPr>
              <a:xfrm>
                <a:off x="12954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80A65588-81F6-474B-B0DA-D1F5B37085C2}"/>
                  </a:ext>
                </a:extLst>
              </p:cNvPr>
              <p:cNvSpPr/>
              <p:nvPr>
                <p:custDataLst>
                  <p:tags r:id="rId18"/>
                </p:custDataLst>
              </p:nvPr>
            </p:nvSpPr>
            <p:spPr>
              <a:xfrm>
                <a:off x="13716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F53F2D14-3AC2-4501-B309-08AA7DC8043B}"/>
                  </a:ext>
                </a:extLst>
              </p:cNvPr>
              <p:cNvSpPr/>
              <p:nvPr>
                <p:custDataLst>
                  <p:tags r:id="rId19"/>
                </p:custDataLst>
              </p:nvPr>
            </p:nvSpPr>
            <p:spPr>
              <a:xfrm>
                <a:off x="143256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F3613A87-8D33-4B54-A7A5-0BA12B8D9750}"/>
                  </a:ext>
                </a:extLst>
              </p:cNvPr>
              <p:cNvSpPr/>
              <p:nvPr>
                <p:custDataLst>
                  <p:tags r:id="rId20"/>
                </p:custDataLst>
              </p:nvPr>
            </p:nvSpPr>
            <p:spPr>
              <a:xfrm>
                <a:off x="15240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F8190C7E-5373-4091-BADD-BCB342BEFC6A}"/>
                  </a:ext>
                </a:extLst>
              </p:cNvPr>
              <p:cNvSpPr/>
              <p:nvPr>
                <p:custDataLst>
                  <p:tags r:id="rId21"/>
                </p:custDataLst>
              </p:nvPr>
            </p:nvSpPr>
            <p:spPr>
              <a:xfrm>
                <a:off x="16002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C8462349-9A65-4BCE-A10E-220808069CA9}"/>
                  </a:ext>
                </a:extLst>
              </p:cNvPr>
              <p:cNvSpPr/>
              <p:nvPr>
                <p:custDataLst>
                  <p:tags r:id="rId22"/>
                </p:custDataLst>
              </p:nvPr>
            </p:nvSpPr>
            <p:spPr>
              <a:xfrm>
                <a:off x="16764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ED0D1CE3-B191-4419-BDF0-C910A7D86EA1}"/>
                  </a:ext>
                </a:extLst>
              </p:cNvPr>
              <p:cNvSpPr/>
              <p:nvPr>
                <p:custDataLst>
                  <p:tags r:id="rId23"/>
                </p:custDataLst>
              </p:nvPr>
            </p:nvSpPr>
            <p:spPr>
              <a:xfrm>
                <a:off x="173736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393A4F02-48FC-4B4E-B5E1-7AC38E129248}"/>
                  </a:ext>
                </a:extLst>
              </p:cNvPr>
              <p:cNvSpPr/>
              <p:nvPr>
                <p:custDataLst>
                  <p:tags r:id="rId24"/>
                </p:custDataLst>
              </p:nvPr>
            </p:nvSpPr>
            <p:spPr>
              <a:xfrm>
                <a:off x="18288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0DAF6311-67BC-4442-B91E-A30F4BF8EE0A}"/>
                  </a:ext>
                </a:extLst>
              </p:cNvPr>
              <p:cNvSpPr/>
              <p:nvPr>
                <p:custDataLst>
                  <p:tags r:id="rId25"/>
                </p:custDataLst>
              </p:nvPr>
            </p:nvSpPr>
            <p:spPr>
              <a:xfrm>
                <a:off x="19050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DA97FE4B-E64E-4110-90B3-65D05C7989B8}"/>
                  </a:ext>
                </a:extLst>
              </p:cNvPr>
              <p:cNvSpPr/>
              <p:nvPr>
                <p:custDataLst>
                  <p:tags r:id="rId26"/>
                </p:custDataLst>
              </p:nvPr>
            </p:nvSpPr>
            <p:spPr>
              <a:xfrm>
                <a:off x="19812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CAB4AD2D-EB8E-4712-83B0-C6D6C86E4AC1}"/>
                  </a:ext>
                </a:extLst>
              </p:cNvPr>
              <p:cNvSpPr/>
              <p:nvPr>
                <p:custDataLst>
                  <p:tags r:id="rId27"/>
                </p:custDataLst>
              </p:nvPr>
            </p:nvSpPr>
            <p:spPr>
              <a:xfrm>
                <a:off x="204216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8A196952-4676-4A76-8129-DE129B6CEB75}"/>
                  </a:ext>
                </a:extLst>
              </p:cNvPr>
              <p:cNvSpPr/>
              <p:nvPr>
                <p:custDataLst>
                  <p:tags r:id="rId28"/>
                </p:custDataLst>
              </p:nvPr>
            </p:nvSpPr>
            <p:spPr>
              <a:xfrm>
                <a:off x="21336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08A32752-A630-4F6A-867E-13E6305D67D1}"/>
                  </a:ext>
                </a:extLst>
              </p:cNvPr>
              <p:cNvSpPr/>
              <p:nvPr>
                <p:custDataLst>
                  <p:tags r:id="rId29"/>
                </p:custDataLst>
              </p:nvPr>
            </p:nvSpPr>
            <p:spPr>
              <a:xfrm>
                <a:off x="22098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1FF0C6F6-1CA2-4DD0-8334-18E7A1A83194}"/>
                  </a:ext>
                </a:extLst>
              </p:cNvPr>
              <p:cNvSpPr/>
              <p:nvPr>
                <p:custDataLst>
                  <p:tags r:id="rId30"/>
                </p:custDataLst>
              </p:nvPr>
            </p:nvSpPr>
            <p:spPr>
              <a:xfrm>
                <a:off x="22860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179E8871-B11F-4E18-ABF3-221483A0711E}"/>
                  </a:ext>
                </a:extLst>
              </p:cNvPr>
              <p:cNvSpPr/>
              <p:nvPr>
                <p:custDataLst>
                  <p:tags r:id="rId31"/>
                </p:custDataLst>
              </p:nvPr>
            </p:nvSpPr>
            <p:spPr>
              <a:xfrm>
                <a:off x="234696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F4EC6F52-8DC6-4EC8-B969-D1E174F74F7E}"/>
                  </a:ext>
                </a:extLst>
              </p:cNvPr>
              <p:cNvSpPr/>
              <p:nvPr>
                <p:custDataLst>
                  <p:tags r:id="rId32"/>
                </p:custDataLst>
              </p:nvPr>
            </p:nvSpPr>
            <p:spPr>
              <a:xfrm>
                <a:off x="24384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ABDCFB9E-57FA-4234-A35A-419D8C9CA31E}"/>
                  </a:ext>
                </a:extLst>
              </p:cNvPr>
              <p:cNvSpPr/>
              <p:nvPr>
                <p:custDataLst>
                  <p:tags r:id="rId33"/>
                </p:custDataLst>
              </p:nvPr>
            </p:nvSpPr>
            <p:spPr>
              <a:xfrm>
                <a:off x="25146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A8D71B24-BBAD-40E0-BF60-81A4DC54C7F4}"/>
                  </a:ext>
                </a:extLst>
              </p:cNvPr>
              <p:cNvSpPr/>
              <p:nvPr>
                <p:custDataLst>
                  <p:tags r:id="rId34"/>
                </p:custDataLst>
              </p:nvPr>
            </p:nvSpPr>
            <p:spPr>
              <a:xfrm>
                <a:off x="25908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B9A52C26-7B9A-4914-9266-45F9572CFE04}"/>
                  </a:ext>
                </a:extLst>
              </p:cNvPr>
              <p:cNvSpPr/>
              <p:nvPr>
                <p:custDataLst>
                  <p:tags r:id="rId35"/>
                </p:custDataLst>
              </p:nvPr>
            </p:nvSpPr>
            <p:spPr>
              <a:xfrm>
                <a:off x="265176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39C1D1E5-3456-4697-A6E8-9412CC59B1F5}"/>
                  </a:ext>
                </a:extLst>
              </p:cNvPr>
              <p:cNvSpPr/>
              <p:nvPr>
                <p:custDataLst>
                  <p:tags r:id="rId36"/>
                </p:custDataLst>
              </p:nvPr>
            </p:nvSpPr>
            <p:spPr>
              <a:xfrm>
                <a:off x="27432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1968FA7B-080B-4AC6-A8FA-32FCDCBC098A}"/>
                  </a:ext>
                </a:extLst>
              </p:cNvPr>
              <p:cNvSpPr/>
              <p:nvPr>
                <p:custDataLst>
                  <p:tags r:id="rId37"/>
                </p:custDataLst>
              </p:nvPr>
            </p:nvSpPr>
            <p:spPr>
              <a:xfrm>
                <a:off x="28194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533509C0-9152-4229-8D58-F24172E8EDFF}"/>
                  </a:ext>
                </a:extLst>
              </p:cNvPr>
              <p:cNvSpPr/>
              <p:nvPr>
                <p:custDataLst>
                  <p:tags r:id="rId38"/>
                </p:custDataLst>
              </p:nvPr>
            </p:nvSpPr>
            <p:spPr>
              <a:xfrm>
                <a:off x="28956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51EA7FBF-BAE5-4EA9-B7D5-F637C1B5F7C6}"/>
                  </a:ext>
                </a:extLst>
              </p:cNvPr>
              <p:cNvSpPr/>
              <p:nvPr>
                <p:custDataLst>
                  <p:tags r:id="rId39"/>
                </p:custDataLst>
              </p:nvPr>
            </p:nvSpPr>
            <p:spPr>
              <a:xfrm>
                <a:off x="295656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C39F6B1A-7E8A-4142-B2F5-072C800E2D0D}"/>
                  </a:ext>
                </a:extLst>
              </p:cNvPr>
              <p:cNvSpPr/>
              <p:nvPr>
                <p:custDataLst>
                  <p:tags r:id="rId40"/>
                </p:custDataLst>
              </p:nvPr>
            </p:nvSpPr>
            <p:spPr>
              <a:xfrm>
                <a:off x="30480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09F9E7C9-33AC-4B22-9866-BBCF88C7CE9B}"/>
                  </a:ext>
                </a:extLst>
              </p:cNvPr>
              <p:cNvSpPr/>
              <p:nvPr>
                <p:custDataLst>
                  <p:tags r:id="rId41"/>
                </p:custDataLst>
              </p:nvPr>
            </p:nvSpPr>
            <p:spPr>
              <a:xfrm>
                <a:off x="31242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9CA96196-1C59-463E-BF9A-456D16C5DB6F}"/>
                  </a:ext>
                </a:extLst>
              </p:cNvPr>
              <p:cNvSpPr/>
              <p:nvPr>
                <p:custDataLst>
                  <p:tags r:id="rId42"/>
                </p:custDataLst>
              </p:nvPr>
            </p:nvSpPr>
            <p:spPr>
              <a:xfrm>
                <a:off x="320040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709CFE54-D4D5-425A-A5B2-75F6A16B2C4A}"/>
                  </a:ext>
                </a:extLst>
              </p:cNvPr>
              <p:cNvSpPr/>
              <p:nvPr>
                <p:custDataLst>
                  <p:tags r:id="rId43"/>
                </p:custDataLst>
              </p:nvPr>
            </p:nvSpPr>
            <p:spPr>
              <a:xfrm>
                <a:off x="3261360" y="1477735"/>
                <a:ext cx="91440" cy="182880"/>
              </a:xfrm>
              <a:prstGeom prst="rect">
                <a:avLst/>
              </a:prstGeom>
              <a:solidFill>
                <a:schemeClr val="bg1"/>
              </a:solidFill>
              <a:ln w="9525" cap="flat" cmpd="sng" algn="ctr">
                <a:solidFill>
                  <a:schemeClr val="accent6">
                    <a:lumMod val="75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custDataLst>
      <p:tags r:id="rId1"/>
    </p:custDataLst>
    <p:extLst>
      <p:ext uri="{BB962C8B-B14F-4D97-AF65-F5344CB8AC3E}">
        <p14:creationId xmlns:p14="http://schemas.microsoft.com/office/powerpoint/2010/main" val="52224247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484066"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a:t>Course Teaser</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24</a:t>
            </a:fld>
            <a:endParaRPr lang="en-US" altLang="en-US" sz="1400"/>
          </a:p>
        </p:txBody>
      </p:sp>
      <p:sp>
        <p:nvSpPr>
          <p:cNvPr id="19" name="Rectangle 18">
            <a:extLst>
              <a:ext uri="{FF2B5EF4-FFF2-40B4-BE49-F238E27FC236}">
                <a16:creationId xmlns:a16="http://schemas.microsoft.com/office/drawing/2014/main" id="{5C4F596C-7CDC-40AA-AC7D-C5FB7C554EFF}"/>
              </a:ext>
            </a:extLst>
          </p:cNvPr>
          <p:cNvSpPr/>
          <p:nvPr>
            <p:custDataLst>
              <p:tags r:id="rId4"/>
            </p:custDataLst>
          </p:nvPr>
        </p:nvSpPr>
        <p:spPr>
          <a:xfrm>
            <a:off x="1752600" y="58674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main memory</a:t>
            </a:r>
          </a:p>
        </p:txBody>
      </p:sp>
      <p:sp>
        <p:nvSpPr>
          <p:cNvPr id="20" name="Rectangle 19">
            <a:extLst>
              <a:ext uri="{FF2B5EF4-FFF2-40B4-BE49-F238E27FC236}">
                <a16:creationId xmlns:a16="http://schemas.microsoft.com/office/drawing/2014/main" id="{F468064B-1E50-4180-A1A3-2C481C7060FE}"/>
              </a:ext>
            </a:extLst>
          </p:cNvPr>
          <p:cNvSpPr/>
          <p:nvPr>
            <p:custDataLst>
              <p:tags r:id="rId5"/>
            </p:custDataLst>
          </p:nvPr>
        </p:nvSpPr>
        <p:spPr>
          <a:xfrm>
            <a:off x="6295892" y="5943600"/>
            <a:ext cx="1083395" cy="38035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page table</a:t>
            </a:r>
          </a:p>
        </p:txBody>
      </p:sp>
      <p:cxnSp>
        <p:nvCxnSpPr>
          <p:cNvPr id="38" name="Straight Connector 37">
            <a:extLst>
              <a:ext uri="{FF2B5EF4-FFF2-40B4-BE49-F238E27FC236}">
                <a16:creationId xmlns:a16="http://schemas.microsoft.com/office/drawing/2014/main" id="{B2FD9910-8E55-4084-B868-0268CF7645EE}"/>
              </a:ext>
            </a:extLst>
          </p:cNvPr>
          <p:cNvCxnSpPr/>
          <p:nvPr/>
        </p:nvCxnSpPr>
        <p:spPr>
          <a:xfrm>
            <a:off x="954880" y="5684520"/>
            <a:ext cx="7315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Rectangle 107">
            <a:extLst>
              <a:ext uri="{FF2B5EF4-FFF2-40B4-BE49-F238E27FC236}">
                <a16:creationId xmlns:a16="http://schemas.microsoft.com/office/drawing/2014/main" id="{20B06E8D-6474-4310-BA13-A497506E702A}"/>
              </a:ext>
            </a:extLst>
          </p:cNvPr>
          <p:cNvSpPr/>
          <p:nvPr>
            <p:custDataLst>
              <p:tags r:id="rId6"/>
            </p:custDataLst>
          </p:nvPr>
        </p:nvSpPr>
        <p:spPr>
          <a:xfrm>
            <a:off x="1795330" y="5943600"/>
            <a:ext cx="998016" cy="38035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program instructions</a:t>
            </a:r>
          </a:p>
        </p:txBody>
      </p:sp>
      <p:sp>
        <p:nvSpPr>
          <p:cNvPr id="109" name="Rectangle 3">
            <a:extLst>
              <a:ext uri="{FF2B5EF4-FFF2-40B4-BE49-F238E27FC236}">
                <a16:creationId xmlns:a16="http://schemas.microsoft.com/office/drawing/2014/main" id="{7E56CDB0-DD50-4A32-84EA-8455D10049AF}"/>
              </a:ext>
            </a:extLst>
          </p:cNvPr>
          <p:cNvSpPr>
            <a:spLocks noGrp="1" noChangeArrowheads="1"/>
          </p:cNvSpPr>
          <p:nvPr>
            <p:ph idx="1"/>
            <p:custDataLst>
              <p:tags r:id="rId7"/>
            </p:custDataLst>
          </p:nvPr>
        </p:nvSpPr>
        <p:spPr>
          <a:xfrm>
            <a:off x="457200" y="2073279"/>
            <a:ext cx="3924632" cy="1218561"/>
          </a:xfrm>
        </p:spPr>
        <p:txBody>
          <a:bodyPr/>
          <a:lstStyle/>
          <a:p>
            <a:pPr marL="683895" lvl="1" indent="-683895">
              <a:lnSpc>
                <a:spcPct val="90000"/>
              </a:lnSpc>
              <a:buNone/>
            </a:pPr>
            <a:r>
              <a:rPr lang="en-US" altLang="en-US" sz="2000">
                <a:latin typeface="Consolas"/>
              </a:rPr>
              <a:t>add $t0, $t0, $s1</a:t>
            </a:r>
          </a:p>
          <a:p>
            <a:pPr marL="683895" lvl="1" indent="-683895">
              <a:lnSpc>
                <a:spcPct val="90000"/>
              </a:lnSpc>
              <a:buNone/>
            </a:pPr>
            <a:r>
              <a:rPr lang="en-US" altLang="en-US" sz="2000">
                <a:latin typeface="Consolas"/>
              </a:rPr>
              <a:t>    or $t1, $t0, $s2</a:t>
            </a:r>
          </a:p>
          <a:p>
            <a:pPr marL="683895" lvl="1" indent="-683895">
              <a:lnSpc>
                <a:spcPct val="90000"/>
              </a:lnSpc>
              <a:buNone/>
            </a:pPr>
            <a:r>
              <a:rPr lang="en-US" altLang="en-US" sz="2000">
                <a:latin typeface="Consolas"/>
              </a:rPr>
              <a:t>        and $t2, $t1, $s3</a:t>
            </a:r>
          </a:p>
        </p:txBody>
      </p:sp>
      <p:sp>
        <p:nvSpPr>
          <p:cNvPr id="110" name="Rectangle 3">
            <a:extLst>
              <a:ext uri="{FF2B5EF4-FFF2-40B4-BE49-F238E27FC236}">
                <a16:creationId xmlns:a16="http://schemas.microsoft.com/office/drawing/2014/main" id="{E6A4BA74-A3A7-41C4-816A-BCC4993D8102}"/>
              </a:ext>
            </a:extLst>
          </p:cNvPr>
          <p:cNvSpPr txBox="1">
            <a:spLocks noChangeArrowheads="1"/>
          </p:cNvSpPr>
          <p:nvPr>
            <p:custDataLst>
              <p:tags r:id="rId8"/>
            </p:custDataLst>
          </p:nvPr>
        </p:nvSpPr>
        <p:spPr bwMode="auto">
          <a:xfrm>
            <a:off x="5029200" y="2072640"/>
            <a:ext cx="3813001" cy="1218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83895" lvl="1" indent="-683895">
              <a:lnSpc>
                <a:spcPct val="90000"/>
              </a:lnSpc>
              <a:buFont typeface="Arial" charset="0"/>
              <a:buNone/>
            </a:pPr>
            <a:r>
              <a:rPr lang="en-US" altLang="en-US" sz="2000" dirty="0" err="1">
                <a:latin typeface="Consolas"/>
              </a:rPr>
              <a:t>lw</a:t>
            </a:r>
            <a:r>
              <a:rPr lang="en-US" altLang="en-US" sz="2000" dirty="0">
                <a:latin typeface="Consolas"/>
              </a:rPr>
              <a:t> $t0, ($s0)</a:t>
            </a:r>
          </a:p>
          <a:p>
            <a:pPr marL="683895" lvl="1" indent="-683895">
              <a:lnSpc>
                <a:spcPct val="90000"/>
              </a:lnSpc>
              <a:buFont typeface="Arial" charset="0"/>
              <a:buNone/>
            </a:pPr>
            <a:r>
              <a:rPr lang="en-US" altLang="en-US" sz="2000">
                <a:latin typeface="Consolas"/>
              </a:rPr>
              <a:t>    nor $t3, $t0, $s1</a:t>
            </a:r>
          </a:p>
          <a:p>
            <a:pPr marL="683895" lvl="1" indent="-683895">
              <a:lnSpc>
                <a:spcPct val="90000"/>
              </a:lnSpc>
              <a:buFont typeface="Arial" charset="0"/>
              <a:buNone/>
            </a:pPr>
            <a:r>
              <a:rPr lang="en-US" altLang="en-US" sz="2000">
                <a:latin typeface="Consolas"/>
              </a:rPr>
              <a:t>        sub $t2, $t3, $s2</a:t>
            </a:r>
          </a:p>
        </p:txBody>
      </p:sp>
      <p:sp>
        <p:nvSpPr>
          <p:cNvPr id="111" name="Rectangle 3">
            <a:extLst>
              <a:ext uri="{FF2B5EF4-FFF2-40B4-BE49-F238E27FC236}">
                <a16:creationId xmlns:a16="http://schemas.microsoft.com/office/drawing/2014/main" id="{BD5223E1-B3B1-431A-AEF4-3F17E4C025C8}"/>
              </a:ext>
            </a:extLst>
          </p:cNvPr>
          <p:cNvSpPr txBox="1">
            <a:spLocks noChangeArrowheads="1"/>
          </p:cNvSpPr>
          <p:nvPr>
            <p:custDataLst>
              <p:tags r:id="rId9"/>
            </p:custDataLst>
          </p:nvPr>
        </p:nvSpPr>
        <p:spPr bwMode="auto">
          <a:xfrm>
            <a:off x="381000" y="1219200"/>
            <a:ext cx="8915395" cy="648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None/>
            </a:pPr>
            <a:r>
              <a:rPr lang="en-US" altLang="en-US" sz="2800"/>
              <a:t>How can we allow threads to safely share data? </a:t>
            </a:r>
          </a:p>
          <a:p>
            <a:pPr>
              <a:lnSpc>
                <a:spcPct val="80000"/>
              </a:lnSpc>
            </a:pPr>
            <a:r>
              <a:rPr lang="en-US" altLang="en-US" sz="2400" b="1"/>
              <a:t>Coherence, Consistency</a:t>
            </a:r>
          </a:p>
        </p:txBody>
      </p:sp>
      <p:grpSp>
        <p:nvGrpSpPr>
          <p:cNvPr id="2" name="Group 1">
            <a:extLst>
              <a:ext uri="{FF2B5EF4-FFF2-40B4-BE49-F238E27FC236}">
                <a16:creationId xmlns:a16="http://schemas.microsoft.com/office/drawing/2014/main" id="{2288D603-CDA6-4C79-BC91-D5194BAC8E83}"/>
              </a:ext>
            </a:extLst>
          </p:cNvPr>
          <p:cNvGrpSpPr/>
          <p:nvPr>
            <p:custDataLst>
              <p:tags r:id="rId10"/>
            </p:custDataLst>
          </p:nvPr>
        </p:nvGrpSpPr>
        <p:grpSpPr>
          <a:xfrm>
            <a:off x="304800" y="3137854"/>
            <a:ext cx="3957637" cy="2546666"/>
            <a:chOff x="304800" y="3137854"/>
            <a:chExt cx="3957637" cy="2546666"/>
          </a:xfrm>
        </p:grpSpPr>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82">
              <a:extLst>
                <a:ext uri="{28A0092B-C50C-407E-A947-70E740481C1C}">
                  <a14:useLocalDpi xmlns:a14="http://schemas.microsoft.com/office/drawing/2010/main" val="0"/>
                </a:ext>
              </a:extLst>
            </a:blip>
            <a:srcRect/>
            <a:stretch>
              <a:fillRect/>
            </a:stretch>
          </p:blipFill>
          <p:spPr bwMode="auto">
            <a:xfrm>
              <a:off x="304800" y="3139440"/>
              <a:ext cx="3957637" cy="1986618"/>
            </a:xfrm>
            <a:prstGeom prst="rect">
              <a:avLst/>
            </a:prstGeom>
            <a:noFill/>
            <a:ln/>
            <a:extLst>
              <a:ext uri="{909E8E84-426E-40DD-AFC4-6F175D3DCCD1}">
                <a14:hiddenFill xmlns:a14="http://schemas.microsoft.com/office/drawing/2010/main">
                  <a:solidFill>
                    <a:srgbClr val="FFFFFF"/>
                  </a:solidFill>
                </a14:hiddenFill>
              </a:ext>
            </a:extLst>
          </p:spPr>
        </p:pic>
        <p:cxnSp>
          <p:nvCxnSpPr>
            <p:cNvPr id="34" name="Straight Connector 33">
              <a:extLst>
                <a:ext uri="{FF2B5EF4-FFF2-40B4-BE49-F238E27FC236}">
                  <a16:creationId xmlns:a16="http://schemas.microsoft.com/office/drawing/2014/main" id="{42151963-6848-41DB-BAF8-9A363EC64527}"/>
                </a:ext>
              </a:extLst>
            </p:cNvPr>
            <p:cNvCxnSpPr>
              <a:cxnSpLocks/>
            </p:cNvCxnSpPr>
            <p:nvPr/>
          </p:nvCxnSpPr>
          <p:spPr>
            <a:xfrm flipV="1">
              <a:off x="477105" y="4427617"/>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37A6515-ADA9-441D-A996-DFF0A333FBA0}"/>
                </a:ext>
              </a:extLst>
            </p:cNvPr>
            <p:cNvCxnSpPr>
              <a:cxnSpLocks/>
            </p:cNvCxnSpPr>
            <p:nvPr/>
          </p:nvCxnSpPr>
          <p:spPr>
            <a:xfrm flipH="1" flipV="1">
              <a:off x="1050634" y="4428775"/>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866B52-1967-4E48-9017-66B111B55C20}"/>
                </a:ext>
              </a:extLst>
            </p:cNvPr>
            <p:cNvCxnSpPr>
              <a:cxnSpLocks/>
            </p:cNvCxnSpPr>
            <p:nvPr/>
          </p:nvCxnSpPr>
          <p:spPr>
            <a:xfrm flipV="1">
              <a:off x="3188221" y="4417910"/>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AD41A51-DD74-4CC0-AF1A-FBF3F09D0EC9}"/>
                </a:ext>
              </a:extLst>
            </p:cNvPr>
            <p:cNvCxnSpPr>
              <a:cxnSpLocks/>
            </p:cNvCxnSpPr>
            <p:nvPr/>
          </p:nvCxnSpPr>
          <p:spPr>
            <a:xfrm flipH="1" flipV="1">
              <a:off x="3761750" y="4419068"/>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844591"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3613048"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D009F42-8219-4094-9CC2-F2B7670971BF}"/>
                </a:ext>
              </a:extLst>
            </p:cNvPr>
            <p:cNvSpPr/>
            <p:nvPr>
              <p:custDataLst>
                <p:tags r:id="rId46"/>
              </p:custDataLst>
            </p:nvPr>
          </p:nvSpPr>
          <p:spPr>
            <a:xfrm>
              <a:off x="477105" y="5119706"/>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47"/>
              </p:custDataLst>
            </p:nvPr>
          </p:nvSpPr>
          <p:spPr>
            <a:xfrm>
              <a:off x="3190913" y="5104009"/>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solidFill>
                    <a:schemeClr val="tx1"/>
                  </a:solidFill>
                </a:rPr>
                <a:t>L1-D cache</a:t>
              </a:r>
            </a:p>
          </p:txBody>
        </p:sp>
        <p:cxnSp>
          <p:nvCxnSpPr>
            <p:cNvPr id="30" name="Straight Connector 29">
              <a:extLst>
                <a:ext uri="{FF2B5EF4-FFF2-40B4-BE49-F238E27FC236}">
                  <a16:creationId xmlns:a16="http://schemas.microsoft.com/office/drawing/2014/main" id="{1101D632-2BB9-4387-95F1-E6529E85FA4B}"/>
                </a:ext>
              </a:extLst>
            </p:cNvPr>
            <p:cNvCxnSpPr>
              <a:cxnSpLocks/>
            </p:cNvCxnSpPr>
            <p:nvPr/>
          </p:nvCxnSpPr>
          <p:spPr>
            <a:xfrm rot="5400000">
              <a:off x="757833" y="496900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9BBE81F-9C19-4CF3-8FD8-F4A9D48F9E98}"/>
                </a:ext>
              </a:extLst>
            </p:cNvPr>
            <p:cNvCxnSpPr>
              <a:cxnSpLocks/>
            </p:cNvCxnSpPr>
            <p:nvPr/>
          </p:nvCxnSpPr>
          <p:spPr>
            <a:xfrm rot="5400000">
              <a:off x="3471641" y="495055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0599568-8419-41FC-BEE1-E4A87420EBC3}"/>
                </a:ext>
              </a:extLst>
            </p:cNvPr>
            <p:cNvSpPr/>
            <p:nvPr>
              <p:custDataLst>
                <p:tags r:id="rId48"/>
              </p:custDataLst>
            </p:nvPr>
          </p:nvSpPr>
          <p:spPr>
            <a:xfrm>
              <a:off x="3409135" y="4567171"/>
              <a:ext cx="415262" cy="329056"/>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sp>
          <p:nvSpPr>
            <p:cNvPr id="27" name="Rectangle 26">
              <a:extLst>
                <a:ext uri="{FF2B5EF4-FFF2-40B4-BE49-F238E27FC236}">
                  <a16:creationId xmlns:a16="http://schemas.microsoft.com/office/drawing/2014/main" id="{4E186134-61F3-4505-826F-7F8686DD71AD}"/>
                </a:ext>
              </a:extLst>
            </p:cNvPr>
            <p:cNvSpPr/>
            <p:nvPr>
              <p:custDataLst>
                <p:tags r:id="rId49"/>
              </p:custDataLst>
            </p:nvPr>
          </p:nvSpPr>
          <p:spPr>
            <a:xfrm>
              <a:off x="689794" y="4567171"/>
              <a:ext cx="415262" cy="329056"/>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pic>
          <p:nvPicPr>
            <p:cNvPr id="53"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64AC13FC-FDCE-43EE-9322-BF31923E6643}"/>
                </a:ext>
              </a:extLst>
            </p:cNvPr>
            <p:cNvPicPr>
              <a:picLocks noChangeAspect="1" noChangeArrowheads="1"/>
            </p:cNvPicPr>
            <p:nvPr/>
          </p:nvPicPr>
          <p:blipFill rotWithShape="1">
            <a:blip r:embed="rId82">
              <a:extLst>
                <a:ext uri="{28A0092B-C50C-407E-A947-70E740481C1C}">
                  <a14:useLocalDpi xmlns:a14="http://schemas.microsoft.com/office/drawing/2010/main" val="0"/>
                </a:ext>
              </a:extLst>
            </a:blip>
            <a:srcRect l="51985" t="37048" r="28761" b="28687"/>
            <a:stretch/>
          </p:blipFill>
          <p:spPr bwMode="auto">
            <a:xfrm>
              <a:off x="2357437" y="43637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4"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23B9133B-FFAD-43E5-A4EE-897C26A41971}"/>
                </a:ext>
              </a:extLst>
            </p:cNvPr>
            <p:cNvPicPr>
              <a:picLocks noChangeAspect="1" noChangeArrowheads="1"/>
            </p:cNvPicPr>
            <p:nvPr/>
          </p:nvPicPr>
          <p:blipFill rotWithShape="1">
            <a:blip r:embed="rId82">
              <a:extLst>
                <a:ext uri="{28A0092B-C50C-407E-A947-70E740481C1C}">
                  <a14:useLocalDpi xmlns:a14="http://schemas.microsoft.com/office/drawing/2010/main" val="0"/>
                </a:ext>
              </a:extLst>
            </a:blip>
            <a:srcRect l="51985" t="37048" r="28761" b="28687"/>
            <a:stretch/>
          </p:blipFill>
          <p:spPr bwMode="auto">
            <a:xfrm>
              <a:off x="2357437" y="38303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5"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26C28EFB-A857-46B3-86F7-D0298F7F7F7E}"/>
                </a:ext>
              </a:extLst>
            </p:cNvPr>
            <p:cNvPicPr>
              <a:picLocks noChangeAspect="1" noChangeArrowheads="1"/>
            </p:cNvPicPr>
            <p:nvPr/>
          </p:nvPicPr>
          <p:blipFill rotWithShape="1">
            <a:blip r:embed="rId82">
              <a:extLst>
                <a:ext uri="{28A0092B-C50C-407E-A947-70E740481C1C}">
                  <a14:useLocalDpi xmlns:a14="http://schemas.microsoft.com/office/drawing/2010/main" val="0"/>
                </a:ext>
              </a:extLst>
            </a:blip>
            <a:srcRect l="51985" t="37048" r="28761" b="28687"/>
            <a:stretch/>
          </p:blipFill>
          <p:spPr bwMode="auto">
            <a:xfrm>
              <a:off x="2357436"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E82C0ED7-5271-463F-A09E-E652A44F2805}"/>
                </a:ext>
              </a:extLst>
            </p:cNvPr>
            <p:cNvPicPr>
              <a:picLocks noChangeAspect="1" noChangeArrowheads="1"/>
            </p:cNvPicPr>
            <p:nvPr/>
          </p:nvPicPr>
          <p:blipFill rotWithShape="1">
            <a:blip r:embed="rId82">
              <a:extLst>
                <a:ext uri="{28A0092B-C50C-407E-A947-70E740481C1C}">
                  <a14:useLocalDpi xmlns:a14="http://schemas.microsoft.com/office/drawing/2010/main" val="0"/>
                </a:ext>
              </a:extLst>
            </a:blip>
            <a:srcRect l="51985" t="37048" r="28761" b="28687"/>
            <a:stretch/>
          </p:blipFill>
          <p:spPr bwMode="auto">
            <a:xfrm>
              <a:off x="3043237"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DE8F4C0D-685F-4175-944B-C5DFCB1637AB}"/>
                </a:ext>
              </a:extLst>
            </p:cNvPr>
            <p:cNvGrpSpPr/>
            <p:nvPr/>
          </p:nvGrpSpPr>
          <p:grpSpPr>
            <a:xfrm>
              <a:off x="1981200" y="3137854"/>
              <a:ext cx="2133600" cy="182880"/>
              <a:chOff x="1219200" y="1477735"/>
              <a:chExt cx="2133600" cy="182880"/>
            </a:xfrm>
          </p:grpSpPr>
          <p:sp>
            <p:nvSpPr>
              <p:cNvPr id="8" name="Rectangle 7">
                <a:extLst>
                  <a:ext uri="{FF2B5EF4-FFF2-40B4-BE49-F238E27FC236}">
                    <a16:creationId xmlns:a16="http://schemas.microsoft.com/office/drawing/2014/main" id="{964A1825-2A13-446E-9A46-68902D1D9982}"/>
                  </a:ext>
                </a:extLst>
              </p:cNvPr>
              <p:cNvSpPr/>
              <p:nvPr>
                <p:custDataLst>
                  <p:tags r:id="rId52"/>
                </p:custDataLst>
              </p:nvPr>
            </p:nvSpPr>
            <p:spPr>
              <a:xfrm>
                <a:off x="1219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6EBBECE2-C1C8-4474-8614-D6B276321210}"/>
                  </a:ext>
                </a:extLst>
              </p:cNvPr>
              <p:cNvSpPr/>
              <p:nvPr>
                <p:custDataLst>
                  <p:tags r:id="rId53"/>
                </p:custDataLst>
              </p:nvPr>
            </p:nvSpPr>
            <p:spPr>
              <a:xfrm>
                <a:off x="1295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454A92B7-5C91-4F97-B30A-98F2CAA3B4A0}"/>
                  </a:ext>
                </a:extLst>
              </p:cNvPr>
              <p:cNvSpPr/>
              <p:nvPr>
                <p:custDataLst>
                  <p:tags r:id="rId54"/>
                </p:custDataLst>
              </p:nvPr>
            </p:nvSpPr>
            <p:spPr>
              <a:xfrm>
                <a:off x="1371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365DA114-F05B-48B8-A769-038536994741}"/>
                  </a:ext>
                </a:extLst>
              </p:cNvPr>
              <p:cNvSpPr/>
              <p:nvPr>
                <p:custDataLst>
                  <p:tags r:id="rId55"/>
                </p:custDataLst>
              </p:nvPr>
            </p:nvSpPr>
            <p:spPr>
              <a:xfrm>
                <a:off x="1432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48655FA1-603D-49BF-914E-36DF57DC60E1}"/>
                  </a:ext>
                </a:extLst>
              </p:cNvPr>
              <p:cNvSpPr/>
              <p:nvPr>
                <p:custDataLst>
                  <p:tags r:id="rId56"/>
                </p:custDataLst>
              </p:nvPr>
            </p:nvSpPr>
            <p:spPr>
              <a:xfrm>
                <a:off x="1524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55205639-F83B-49B4-A0BD-B74E1AAC5B0A}"/>
                  </a:ext>
                </a:extLst>
              </p:cNvPr>
              <p:cNvSpPr/>
              <p:nvPr>
                <p:custDataLst>
                  <p:tags r:id="rId57"/>
                </p:custDataLst>
              </p:nvPr>
            </p:nvSpPr>
            <p:spPr>
              <a:xfrm>
                <a:off x="1600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76CC1A6E-A16E-4FE8-A30F-46C9EC0DD409}"/>
                  </a:ext>
                </a:extLst>
              </p:cNvPr>
              <p:cNvSpPr/>
              <p:nvPr>
                <p:custDataLst>
                  <p:tags r:id="rId58"/>
                </p:custDataLst>
              </p:nvPr>
            </p:nvSpPr>
            <p:spPr>
              <a:xfrm>
                <a:off x="1676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8A5DD325-A2E5-458B-9E77-56204DBC460F}"/>
                  </a:ext>
                </a:extLst>
              </p:cNvPr>
              <p:cNvSpPr/>
              <p:nvPr>
                <p:custDataLst>
                  <p:tags r:id="rId59"/>
                </p:custDataLst>
              </p:nvPr>
            </p:nvSpPr>
            <p:spPr>
              <a:xfrm>
                <a:off x="1737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0B5AC967-CFBC-4CC5-8538-A110955C3578}"/>
                  </a:ext>
                </a:extLst>
              </p:cNvPr>
              <p:cNvSpPr/>
              <p:nvPr>
                <p:custDataLst>
                  <p:tags r:id="rId60"/>
                </p:custDataLst>
              </p:nvPr>
            </p:nvSpPr>
            <p:spPr>
              <a:xfrm>
                <a:off x="1828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536E048D-10ED-4571-9194-312B818A3031}"/>
                  </a:ext>
                </a:extLst>
              </p:cNvPr>
              <p:cNvSpPr/>
              <p:nvPr>
                <p:custDataLst>
                  <p:tags r:id="rId61"/>
                </p:custDataLst>
              </p:nvPr>
            </p:nvSpPr>
            <p:spPr>
              <a:xfrm>
                <a:off x="1905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13D946AC-8149-4E5B-BCA9-31907F1A2DC3}"/>
                  </a:ext>
                </a:extLst>
              </p:cNvPr>
              <p:cNvSpPr/>
              <p:nvPr>
                <p:custDataLst>
                  <p:tags r:id="rId62"/>
                </p:custDataLst>
              </p:nvPr>
            </p:nvSpPr>
            <p:spPr>
              <a:xfrm>
                <a:off x="1981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462CEFEC-2A75-4378-85FD-B4097B31EC26}"/>
                  </a:ext>
                </a:extLst>
              </p:cNvPr>
              <p:cNvSpPr/>
              <p:nvPr>
                <p:custDataLst>
                  <p:tags r:id="rId63"/>
                </p:custDataLst>
              </p:nvPr>
            </p:nvSpPr>
            <p:spPr>
              <a:xfrm>
                <a:off x="20421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DBEAA78F-EF1C-4E86-A8F7-90BE0BC55014}"/>
                  </a:ext>
                </a:extLst>
              </p:cNvPr>
              <p:cNvSpPr/>
              <p:nvPr>
                <p:custDataLst>
                  <p:tags r:id="rId64"/>
                </p:custDataLst>
              </p:nvPr>
            </p:nvSpPr>
            <p:spPr>
              <a:xfrm>
                <a:off x="2133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A1EEF75B-701F-46F3-8725-84BE45BDDDA0}"/>
                  </a:ext>
                </a:extLst>
              </p:cNvPr>
              <p:cNvSpPr/>
              <p:nvPr>
                <p:custDataLst>
                  <p:tags r:id="rId65"/>
                </p:custDataLst>
              </p:nvPr>
            </p:nvSpPr>
            <p:spPr>
              <a:xfrm>
                <a:off x="2209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83A49BE3-63AA-4EF3-A9D3-6C9C25E88552}"/>
                  </a:ext>
                </a:extLst>
              </p:cNvPr>
              <p:cNvSpPr/>
              <p:nvPr>
                <p:custDataLst>
                  <p:tags r:id="rId66"/>
                </p:custDataLst>
              </p:nvPr>
            </p:nvSpPr>
            <p:spPr>
              <a:xfrm>
                <a:off x="2286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03E5BFBC-70E9-4285-ADA0-733331B462F0}"/>
                  </a:ext>
                </a:extLst>
              </p:cNvPr>
              <p:cNvSpPr/>
              <p:nvPr>
                <p:custDataLst>
                  <p:tags r:id="rId67"/>
                </p:custDataLst>
              </p:nvPr>
            </p:nvSpPr>
            <p:spPr>
              <a:xfrm>
                <a:off x="23469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836543EC-A9A2-4B16-A87C-F15CFFE1A86C}"/>
                  </a:ext>
                </a:extLst>
              </p:cNvPr>
              <p:cNvSpPr/>
              <p:nvPr>
                <p:custDataLst>
                  <p:tags r:id="rId68"/>
                </p:custDataLst>
              </p:nvPr>
            </p:nvSpPr>
            <p:spPr>
              <a:xfrm>
                <a:off x="2438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9716995F-C8FE-4CAB-A199-B3E5ADC979E3}"/>
                  </a:ext>
                </a:extLst>
              </p:cNvPr>
              <p:cNvSpPr/>
              <p:nvPr>
                <p:custDataLst>
                  <p:tags r:id="rId69"/>
                </p:custDataLst>
              </p:nvPr>
            </p:nvSpPr>
            <p:spPr>
              <a:xfrm>
                <a:off x="2514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BF5F34ED-E9E3-4B43-8E7D-888FB219AB40}"/>
                  </a:ext>
                </a:extLst>
              </p:cNvPr>
              <p:cNvSpPr/>
              <p:nvPr>
                <p:custDataLst>
                  <p:tags r:id="rId70"/>
                </p:custDataLst>
              </p:nvPr>
            </p:nvSpPr>
            <p:spPr>
              <a:xfrm>
                <a:off x="2590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7CEDF53C-0F4A-4807-9547-2FF9E04A4CEF}"/>
                  </a:ext>
                </a:extLst>
              </p:cNvPr>
              <p:cNvSpPr/>
              <p:nvPr>
                <p:custDataLst>
                  <p:tags r:id="rId71"/>
                </p:custDataLst>
              </p:nvPr>
            </p:nvSpPr>
            <p:spPr>
              <a:xfrm>
                <a:off x="26517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B581BAEF-BC7F-47E8-ADA8-A7CFF1405435}"/>
                  </a:ext>
                </a:extLst>
              </p:cNvPr>
              <p:cNvSpPr/>
              <p:nvPr>
                <p:custDataLst>
                  <p:tags r:id="rId72"/>
                </p:custDataLst>
              </p:nvPr>
            </p:nvSpPr>
            <p:spPr>
              <a:xfrm>
                <a:off x="2743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C53FDF5F-85B5-405D-BC79-242BEA73CE7B}"/>
                  </a:ext>
                </a:extLst>
              </p:cNvPr>
              <p:cNvSpPr/>
              <p:nvPr>
                <p:custDataLst>
                  <p:tags r:id="rId73"/>
                </p:custDataLst>
              </p:nvPr>
            </p:nvSpPr>
            <p:spPr>
              <a:xfrm>
                <a:off x="2819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B9DB3181-5E48-456F-81CD-35E4AD51BA5C}"/>
                  </a:ext>
                </a:extLst>
              </p:cNvPr>
              <p:cNvSpPr/>
              <p:nvPr>
                <p:custDataLst>
                  <p:tags r:id="rId74"/>
                </p:custDataLst>
              </p:nvPr>
            </p:nvSpPr>
            <p:spPr>
              <a:xfrm>
                <a:off x="2895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6C3B45DF-CE52-4530-ACDB-3A5CEA71353E}"/>
                  </a:ext>
                </a:extLst>
              </p:cNvPr>
              <p:cNvSpPr/>
              <p:nvPr>
                <p:custDataLst>
                  <p:tags r:id="rId75"/>
                </p:custDataLst>
              </p:nvPr>
            </p:nvSpPr>
            <p:spPr>
              <a:xfrm>
                <a:off x="2956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9632A4DB-DDDE-455D-92C3-88EE111271BA}"/>
                  </a:ext>
                </a:extLst>
              </p:cNvPr>
              <p:cNvSpPr/>
              <p:nvPr>
                <p:custDataLst>
                  <p:tags r:id="rId76"/>
                </p:custDataLst>
              </p:nvPr>
            </p:nvSpPr>
            <p:spPr>
              <a:xfrm>
                <a:off x="3048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28F035B2-E65D-450D-B763-1E62BCB7E2BA}"/>
                  </a:ext>
                </a:extLst>
              </p:cNvPr>
              <p:cNvSpPr/>
              <p:nvPr>
                <p:custDataLst>
                  <p:tags r:id="rId77"/>
                </p:custDataLst>
              </p:nvPr>
            </p:nvSpPr>
            <p:spPr>
              <a:xfrm>
                <a:off x="3124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3545E6BE-69E8-46DF-96B1-7C582DCA7CA9}"/>
                  </a:ext>
                </a:extLst>
              </p:cNvPr>
              <p:cNvSpPr/>
              <p:nvPr>
                <p:custDataLst>
                  <p:tags r:id="rId78"/>
                </p:custDataLst>
              </p:nvPr>
            </p:nvSpPr>
            <p:spPr>
              <a:xfrm>
                <a:off x="3200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10210139-E030-411A-A756-CA42659EDE5A}"/>
                  </a:ext>
                </a:extLst>
              </p:cNvPr>
              <p:cNvSpPr/>
              <p:nvPr>
                <p:custDataLst>
                  <p:tags r:id="rId79"/>
                </p:custDataLst>
              </p:nvPr>
            </p:nvSpPr>
            <p:spPr>
              <a:xfrm>
                <a:off x="3261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7" name="Rectangle 116">
              <a:extLst>
                <a:ext uri="{FF2B5EF4-FFF2-40B4-BE49-F238E27FC236}">
                  <a16:creationId xmlns:a16="http://schemas.microsoft.com/office/drawing/2014/main" id="{ED4559B8-3CFA-4E3B-A951-48CE52495260}"/>
                </a:ext>
              </a:extLst>
            </p:cNvPr>
            <p:cNvSpPr/>
            <p:nvPr>
              <p:custDataLst>
                <p:tags r:id="rId50"/>
              </p:custDataLst>
            </p:nvPr>
          </p:nvSpPr>
          <p:spPr>
            <a:xfrm>
              <a:off x="3243072" y="5334000"/>
              <a:ext cx="795528" cy="180542"/>
            </a:xfrm>
            <a:prstGeom prst="rect">
              <a:avLst/>
            </a:prstGeom>
            <a:solidFill>
              <a:schemeClr val="accent6">
                <a:lumMod val="40000"/>
                <a:lumOff val="60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MSI, SC</a:t>
              </a:r>
            </a:p>
          </p:txBody>
        </p:sp>
        <p:sp>
          <p:nvSpPr>
            <p:cNvPr id="118" name="Rectangle 117">
              <a:extLst>
                <a:ext uri="{FF2B5EF4-FFF2-40B4-BE49-F238E27FC236}">
                  <a16:creationId xmlns:a16="http://schemas.microsoft.com/office/drawing/2014/main" id="{8151B412-17A4-43E7-966F-24302FB60030}"/>
                </a:ext>
              </a:extLst>
            </p:cNvPr>
            <p:cNvSpPr/>
            <p:nvPr>
              <p:custDataLst>
                <p:tags r:id="rId51"/>
              </p:custDataLst>
            </p:nvPr>
          </p:nvSpPr>
          <p:spPr>
            <a:xfrm>
              <a:off x="533400" y="5334000"/>
              <a:ext cx="795528" cy="180542"/>
            </a:xfrm>
            <a:prstGeom prst="rect">
              <a:avLst/>
            </a:prstGeom>
            <a:solidFill>
              <a:schemeClr val="accent6">
                <a:lumMod val="40000"/>
                <a:lumOff val="60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MSI, SC</a:t>
              </a:r>
            </a:p>
          </p:txBody>
        </p:sp>
      </p:grpSp>
      <p:grpSp>
        <p:nvGrpSpPr>
          <p:cNvPr id="119" name="Group 118">
            <a:extLst>
              <a:ext uri="{FF2B5EF4-FFF2-40B4-BE49-F238E27FC236}">
                <a16:creationId xmlns:a16="http://schemas.microsoft.com/office/drawing/2014/main" id="{BBDEBE23-3D90-4F4C-BD5D-743C49446BAF}"/>
              </a:ext>
            </a:extLst>
          </p:cNvPr>
          <p:cNvGrpSpPr/>
          <p:nvPr>
            <p:custDataLst>
              <p:tags r:id="rId11"/>
            </p:custDataLst>
          </p:nvPr>
        </p:nvGrpSpPr>
        <p:grpSpPr>
          <a:xfrm>
            <a:off x="4881563" y="3137854"/>
            <a:ext cx="3957637" cy="2546666"/>
            <a:chOff x="304800" y="3137854"/>
            <a:chExt cx="3957637" cy="2546666"/>
          </a:xfrm>
        </p:grpSpPr>
        <p:pic>
          <p:nvPicPr>
            <p:cNvPr id="120"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A47BDE6F-7A43-4CAB-BE7A-5CC10F4FED3D}"/>
                </a:ext>
              </a:extLst>
            </p:cNvPr>
            <p:cNvPicPr>
              <a:picLocks noChangeAspect="1" noChangeArrowheads="1"/>
            </p:cNvPicPr>
            <p:nvPr/>
          </p:nvPicPr>
          <p:blipFill>
            <a:blip r:embed="rId82">
              <a:extLst>
                <a:ext uri="{28A0092B-C50C-407E-A947-70E740481C1C}">
                  <a14:useLocalDpi xmlns:a14="http://schemas.microsoft.com/office/drawing/2010/main" val="0"/>
                </a:ext>
              </a:extLst>
            </a:blip>
            <a:srcRect/>
            <a:stretch>
              <a:fillRect/>
            </a:stretch>
          </p:blipFill>
          <p:spPr bwMode="auto">
            <a:xfrm>
              <a:off x="304800" y="3139440"/>
              <a:ext cx="3957637" cy="1986618"/>
            </a:xfrm>
            <a:prstGeom prst="rect">
              <a:avLst/>
            </a:prstGeom>
            <a:noFill/>
            <a:ln/>
            <a:extLst>
              <a:ext uri="{909E8E84-426E-40DD-AFC4-6F175D3DCCD1}">
                <a14:hiddenFill xmlns:a14="http://schemas.microsoft.com/office/drawing/2010/main">
                  <a:solidFill>
                    <a:srgbClr val="FFFFFF"/>
                  </a:solidFill>
                </a14:hiddenFill>
              </a:ext>
            </a:extLst>
          </p:spPr>
        </p:pic>
        <p:cxnSp>
          <p:nvCxnSpPr>
            <p:cNvPr id="121" name="Straight Connector 120">
              <a:extLst>
                <a:ext uri="{FF2B5EF4-FFF2-40B4-BE49-F238E27FC236}">
                  <a16:creationId xmlns:a16="http://schemas.microsoft.com/office/drawing/2014/main" id="{61B369D2-38C2-448A-98C2-2CBA6B6AD394}"/>
                </a:ext>
              </a:extLst>
            </p:cNvPr>
            <p:cNvCxnSpPr>
              <a:cxnSpLocks/>
            </p:cNvCxnSpPr>
            <p:nvPr/>
          </p:nvCxnSpPr>
          <p:spPr>
            <a:xfrm flipV="1">
              <a:off x="477105" y="4427617"/>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20C1036E-7040-47BD-9BC9-5C582B97A62A}"/>
                </a:ext>
              </a:extLst>
            </p:cNvPr>
            <p:cNvCxnSpPr>
              <a:cxnSpLocks/>
            </p:cNvCxnSpPr>
            <p:nvPr/>
          </p:nvCxnSpPr>
          <p:spPr>
            <a:xfrm flipH="1" flipV="1">
              <a:off x="1050634" y="4428775"/>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F3090D8C-DA70-4CF6-B26A-C27CE0B8E539}"/>
                </a:ext>
              </a:extLst>
            </p:cNvPr>
            <p:cNvCxnSpPr>
              <a:cxnSpLocks/>
            </p:cNvCxnSpPr>
            <p:nvPr/>
          </p:nvCxnSpPr>
          <p:spPr>
            <a:xfrm flipV="1">
              <a:off x="3188221" y="4417910"/>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75400202-05F6-43DC-B195-42EAFC30AFB5}"/>
                </a:ext>
              </a:extLst>
            </p:cNvPr>
            <p:cNvCxnSpPr>
              <a:cxnSpLocks/>
            </p:cNvCxnSpPr>
            <p:nvPr/>
          </p:nvCxnSpPr>
          <p:spPr>
            <a:xfrm flipH="1" flipV="1">
              <a:off x="3761750" y="4419068"/>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00FA7DC1-0D7A-4430-9E35-0A703F8F331A}"/>
                </a:ext>
              </a:extLst>
            </p:cNvPr>
            <p:cNvCxnSpPr>
              <a:cxnSpLocks/>
            </p:cNvCxnSpPr>
            <p:nvPr/>
          </p:nvCxnSpPr>
          <p:spPr>
            <a:xfrm rot="5400000">
              <a:off x="844591"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DD0DDC0-93B7-4CE9-BB51-01B70ABC0A71}"/>
                </a:ext>
              </a:extLst>
            </p:cNvPr>
            <p:cNvCxnSpPr>
              <a:cxnSpLocks/>
            </p:cNvCxnSpPr>
            <p:nvPr/>
          </p:nvCxnSpPr>
          <p:spPr>
            <a:xfrm rot="5400000">
              <a:off x="3613048"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127" name="Rectangle 126">
              <a:extLst>
                <a:ext uri="{FF2B5EF4-FFF2-40B4-BE49-F238E27FC236}">
                  <a16:creationId xmlns:a16="http://schemas.microsoft.com/office/drawing/2014/main" id="{4D110095-F3DF-44BA-92E3-4775CE92D2E9}"/>
                </a:ext>
              </a:extLst>
            </p:cNvPr>
            <p:cNvSpPr/>
            <p:nvPr>
              <p:custDataLst>
                <p:tags r:id="rId12"/>
              </p:custDataLst>
            </p:nvPr>
          </p:nvSpPr>
          <p:spPr>
            <a:xfrm>
              <a:off x="477105" y="5119706"/>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solidFill>
                    <a:schemeClr val="tx1"/>
                  </a:solidFill>
                </a:rPr>
                <a:t>L1-I cache</a:t>
              </a:r>
            </a:p>
          </p:txBody>
        </p:sp>
        <p:sp>
          <p:nvSpPr>
            <p:cNvPr id="128" name="Rectangle 127">
              <a:extLst>
                <a:ext uri="{FF2B5EF4-FFF2-40B4-BE49-F238E27FC236}">
                  <a16:creationId xmlns:a16="http://schemas.microsoft.com/office/drawing/2014/main" id="{1518D577-7978-4F27-903F-E336FC27D71B}"/>
                </a:ext>
              </a:extLst>
            </p:cNvPr>
            <p:cNvSpPr/>
            <p:nvPr>
              <p:custDataLst>
                <p:tags r:id="rId13"/>
              </p:custDataLst>
            </p:nvPr>
          </p:nvSpPr>
          <p:spPr>
            <a:xfrm>
              <a:off x="3190913" y="5104009"/>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solidFill>
                    <a:schemeClr val="tx1"/>
                  </a:solidFill>
                </a:rPr>
                <a:t>L1-D cache</a:t>
              </a:r>
            </a:p>
          </p:txBody>
        </p:sp>
        <p:cxnSp>
          <p:nvCxnSpPr>
            <p:cNvPr id="129" name="Straight Connector 128">
              <a:extLst>
                <a:ext uri="{FF2B5EF4-FFF2-40B4-BE49-F238E27FC236}">
                  <a16:creationId xmlns:a16="http://schemas.microsoft.com/office/drawing/2014/main" id="{D138BF15-6617-471C-8AAE-DAD66864F7F4}"/>
                </a:ext>
              </a:extLst>
            </p:cNvPr>
            <p:cNvCxnSpPr>
              <a:cxnSpLocks/>
            </p:cNvCxnSpPr>
            <p:nvPr/>
          </p:nvCxnSpPr>
          <p:spPr>
            <a:xfrm rot="5400000">
              <a:off x="757833" y="496900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CEEBBDFB-DD57-47F8-8AD7-F0F49267F817}"/>
                </a:ext>
              </a:extLst>
            </p:cNvPr>
            <p:cNvCxnSpPr>
              <a:cxnSpLocks/>
            </p:cNvCxnSpPr>
            <p:nvPr/>
          </p:nvCxnSpPr>
          <p:spPr>
            <a:xfrm rot="5400000">
              <a:off x="3471641" y="495055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131" name="Rectangle 130">
              <a:extLst>
                <a:ext uri="{FF2B5EF4-FFF2-40B4-BE49-F238E27FC236}">
                  <a16:creationId xmlns:a16="http://schemas.microsoft.com/office/drawing/2014/main" id="{8DC57621-6E37-470B-B5AE-85C4DAD81427}"/>
                </a:ext>
              </a:extLst>
            </p:cNvPr>
            <p:cNvSpPr/>
            <p:nvPr>
              <p:custDataLst>
                <p:tags r:id="rId14"/>
              </p:custDataLst>
            </p:nvPr>
          </p:nvSpPr>
          <p:spPr>
            <a:xfrm>
              <a:off x="3409135" y="4567171"/>
              <a:ext cx="415262" cy="329056"/>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sp>
          <p:nvSpPr>
            <p:cNvPr id="132" name="Rectangle 131">
              <a:extLst>
                <a:ext uri="{FF2B5EF4-FFF2-40B4-BE49-F238E27FC236}">
                  <a16:creationId xmlns:a16="http://schemas.microsoft.com/office/drawing/2014/main" id="{1EEE14C0-0048-4C38-8130-7DB904B9D31C}"/>
                </a:ext>
              </a:extLst>
            </p:cNvPr>
            <p:cNvSpPr/>
            <p:nvPr>
              <p:custDataLst>
                <p:tags r:id="rId15"/>
              </p:custDataLst>
            </p:nvPr>
          </p:nvSpPr>
          <p:spPr>
            <a:xfrm>
              <a:off x="689794" y="4567171"/>
              <a:ext cx="415262" cy="329056"/>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pic>
          <p:nvPicPr>
            <p:cNvPr id="133"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D0C7D387-874E-45DC-8692-6F59045BCC08}"/>
                </a:ext>
              </a:extLst>
            </p:cNvPr>
            <p:cNvPicPr>
              <a:picLocks noChangeAspect="1" noChangeArrowheads="1"/>
            </p:cNvPicPr>
            <p:nvPr/>
          </p:nvPicPr>
          <p:blipFill rotWithShape="1">
            <a:blip r:embed="rId82">
              <a:extLst>
                <a:ext uri="{28A0092B-C50C-407E-A947-70E740481C1C}">
                  <a14:useLocalDpi xmlns:a14="http://schemas.microsoft.com/office/drawing/2010/main" val="0"/>
                </a:ext>
              </a:extLst>
            </a:blip>
            <a:srcRect l="51985" t="37048" r="28761" b="28687"/>
            <a:stretch/>
          </p:blipFill>
          <p:spPr bwMode="auto">
            <a:xfrm>
              <a:off x="2357437" y="43637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134"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6CA9ABC8-227E-4D28-960D-654B54ECC9DD}"/>
                </a:ext>
              </a:extLst>
            </p:cNvPr>
            <p:cNvPicPr>
              <a:picLocks noChangeAspect="1" noChangeArrowheads="1"/>
            </p:cNvPicPr>
            <p:nvPr/>
          </p:nvPicPr>
          <p:blipFill rotWithShape="1">
            <a:blip r:embed="rId82">
              <a:extLst>
                <a:ext uri="{28A0092B-C50C-407E-A947-70E740481C1C}">
                  <a14:useLocalDpi xmlns:a14="http://schemas.microsoft.com/office/drawing/2010/main" val="0"/>
                </a:ext>
              </a:extLst>
            </a:blip>
            <a:srcRect l="51985" t="37048" r="28761" b="28687"/>
            <a:stretch/>
          </p:blipFill>
          <p:spPr bwMode="auto">
            <a:xfrm>
              <a:off x="2357437" y="38303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135"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4113DDC9-0D6D-43F0-A2FF-CC792324DBF6}"/>
                </a:ext>
              </a:extLst>
            </p:cNvPr>
            <p:cNvPicPr>
              <a:picLocks noChangeAspect="1" noChangeArrowheads="1"/>
            </p:cNvPicPr>
            <p:nvPr/>
          </p:nvPicPr>
          <p:blipFill rotWithShape="1">
            <a:blip r:embed="rId82">
              <a:extLst>
                <a:ext uri="{28A0092B-C50C-407E-A947-70E740481C1C}">
                  <a14:useLocalDpi xmlns:a14="http://schemas.microsoft.com/office/drawing/2010/main" val="0"/>
                </a:ext>
              </a:extLst>
            </a:blip>
            <a:srcRect l="51985" t="37048" r="28761" b="28687"/>
            <a:stretch/>
          </p:blipFill>
          <p:spPr bwMode="auto">
            <a:xfrm>
              <a:off x="2357436"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13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4256CB84-B280-4BA9-A595-AFF97EEF4895}"/>
                </a:ext>
              </a:extLst>
            </p:cNvPr>
            <p:cNvPicPr>
              <a:picLocks noChangeAspect="1" noChangeArrowheads="1"/>
            </p:cNvPicPr>
            <p:nvPr/>
          </p:nvPicPr>
          <p:blipFill rotWithShape="1">
            <a:blip r:embed="rId82">
              <a:extLst>
                <a:ext uri="{28A0092B-C50C-407E-A947-70E740481C1C}">
                  <a14:useLocalDpi xmlns:a14="http://schemas.microsoft.com/office/drawing/2010/main" val="0"/>
                </a:ext>
              </a:extLst>
            </a:blip>
            <a:srcRect l="51985" t="37048" r="28761" b="28687"/>
            <a:stretch/>
          </p:blipFill>
          <p:spPr bwMode="auto">
            <a:xfrm>
              <a:off x="3043237"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grpSp>
          <p:nvGrpSpPr>
            <p:cNvPr id="137" name="Group 136">
              <a:extLst>
                <a:ext uri="{FF2B5EF4-FFF2-40B4-BE49-F238E27FC236}">
                  <a16:creationId xmlns:a16="http://schemas.microsoft.com/office/drawing/2014/main" id="{068968A7-FC72-481C-90CE-EF1BD40063DC}"/>
                </a:ext>
              </a:extLst>
            </p:cNvPr>
            <p:cNvGrpSpPr/>
            <p:nvPr/>
          </p:nvGrpSpPr>
          <p:grpSpPr>
            <a:xfrm>
              <a:off x="1981200" y="3137854"/>
              <a:ext cx="2133600" cy="182880"/>
              <a:chOff x="1219200" y="1477735"/>
              <a:chExt cx="2133600" cy="182880"/>
            </a:xfrm>
          </p:grpSpPr>
          <p:sp>
            <p:nvSpPr>
              <p:cNvPr id="140" name="Rectangle 139">
                <a:extLst>
                  <a:ext uri="{FF2B5EF4-FFF2-40B4-BE49-F238E27FC236}">
                    <a16:creationId xmlns:a16="http://schemas.microsoft.com/office/drawing/2014/main" id="{E947E6D3-EFA7-4D69-B6BE-7F1927B2FE57}"/>
                  </a:ext>
                </a:extLst>
              </p:cNvPr>
              <p:cNvSpPr/>
              <p:nvPr>
                <p:custDataLst>
                  <p:tags r:id="rId18"/>
                </p:custDataLst>
              </p:nvPr>
            </p:nvSpPr>
            <p:spPr>
              <a:xfrm>
                <a:off x="1219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CE68DB61-B0CE-4836-B07A-EFBC47C5BCC6}"/>
                  </a:ext>
                </a:extLst>
              </p:cNvPr>
              <p:cNvSpPr/>
              <p:nvPr>
                <p:custDataLst>
                  <p:tags r:id="rId19"/>
                </p:custDataLst>
              </p:nvPr>
            </p:nvSpPr>
            <p:spPr>
              <a:xfrm>
                <a:off x="1295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80A65588-81F6-474B-B0DA-D1F5B37085C2}"/>
                  </a:ext>
                </a:extLst>
              </p:cNvPr>
              <p:cNvSpPr/>
              <p:nvPr>
                <p:custDataLst>
                  <p:tags r:id="rId20"/>
                </p:custDataLst>
              </p:nvPr>
            </p:nvSpPr>
            <p:spPr>
              <a:xfrm>
                <a:off x="1371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F53F2D14-3AC2-4501-B309-08AA7DC8043B}"/>
                  </a:ext>
                </a:extLst>
              </p:cNvPr>
              <p:cNvSpPr/>
              <p:nvPr>
                <p:custDataLst>
                  <p:tags r:id="rId21"/>
                </p:custDataLst>
              </p:nvPr>
            </p:nvSpPr>
            <p:spPr>
              <a:xfrm>
                <a:off x="1432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F3613A87-8D33-4B54-A7A5-0BA12B8D9750}"/>
                  </a:ext>
                </a:extLst>
              </p:cNvPr>
              <p:cNvSpPr/>
              <p:nvPr>
                <p:custDataLst>
                  <p:tags r:id="rId22"/>
                </p:custDataLst>
              </p:nvPr>
            </p:nvSpPr>
            <p:spPr>
              <a:xfrm>
                <a:off x="1524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F8190C7E-5373-4091-BADD-BCB342BEFC6A}"/>
                  </a:ext>
                </a:extLst>
              </p:cNvPr>
              <p:cNvSpPr/>
              <p:nvPr>
                <p:custDataLst>
                  <p:tags r:id="rId23"/>
                </p:custDataLst>
              </p:nvPr>
            </p:nvSpPr>
            <p:spPr>
              <a:xfrm>
                <a:off x="1600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C8462349-9A65-4BCE-A10E-220808069CA9}"/>
                  </a:ext>
                </a:extLst>
              </p:cNvPr>
              <p:cNvSpPr/>
              <p:nvPr>
                <p:custDataLst>
                  <p:tags r:id="rId24"/>
                </p:custDataLst>
              </p:nvPr>
            </p:nvSpPr>
            <p:spPr>
              <a:xfrm>
                <a:off x="1676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ED0D1CE3-B191-4419-BDF0-C910A7D86EA1}"/>
                  </a:ext>
                </a:extLst>
              </p:cNvPr>
              <p:cNvSpPr/>
              <p:nvPr>
                <p:custDataLst>
                  <p:tags r:id="rId25"/>
                </p:custDataLst>
              </p:nvPr>
            </p:nvSpPr>
            <p:spPr>
              <a:xfrm>
                <a:off x="1737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393A4F02-48FC-4B4E-B5E1-7AC38E129248}"/>
                  </a:ext>
                </a:extLst>
              </p:cNvPr>
              <p:cNvSpPr/>
              <p:nvPr>
                <p:custDataLst>
                  <p:tags r:id="rId26"/>
                </p:custDataLst>
              </p:nvPr>
            </p:nvSpPr>
            <p:spPr>
              <a:xfrm>
                <a:off x="1828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0DAF6311-67BC-4442-B91E-A30F4BF8EE0A}"/>
                  </a:ext>
                </a:extLst>
              </p:cNvPr>
              <p:cNvSpPr/>
              <p:nvPr>
                <p:custDataLst>
                  <p:tags r:id="rId27"/>
                </p:custDataLst>
              </p:nvPr>
            </p:nvSpPr>
            <p:spPr>
              <a:xfrm>
                <a:off x="1905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DA97FE4B-E64E-4110-90B3-65D05C7989B8}"/>
                  </a:ext>
                </a:extLst>
              </p:cNvPr>
              <p:cNvSpPr/>
              <p:nvPr>
                <p:custDataLst>
                  <p:tags r:id="rId28"/>
                </p:custDataLst>
              </p:nvPr>
            </p:nvSpPr>
            <p:spPr>
              <a:xfrm>
                <a:off x="1981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CAB4AD2D-EB8E-4712-83B0-C6D6C86E4AC1}"/>
                  </a:ext>
                </a:extLst>
              </p:cNvPr>
              <p:cNvSpPr/>
              <p:nvPr>
                <p:custDataLst>
                  <p:tags r:id="rId29"/>
                </p:custDataLst>
              </p:nvPr>
            </p:nvSpPr>
            <p:spPr>
              <a:xfrm>
                <a:off x="20421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8A196952-4676-4A76-8129-DE129B6CEB75}"/>
                  </a:ext>
                </a:extLst>
              </p:cNvPr>
              <p:cNvSpPr/>
              <p:nvPr>
                <p:custDataLst>
                  <p:tags r:id="rId30"/>
                </p:custDataLst>
              </p:nvPr>
            </p:nvSpPr>
            <p:spPr>
              <a:xfrm>
                <a:off x="2133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08A32752-A630-4F6A-867E-13E6305D67D1}"/>
                  </a:ext>
                </a:extLst>
              </p:cNvPr>
              <p:cNvSpPr/>
              <p:nvPr>
                <p:custDataLst>
                  <p:tags r:id="rId31"/>
                </p:custDataLst>
              </p:nvPr>
            </p:nvSpPr>
            <p:spPr>
              <a:xfrm>
                <a:off x="2209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1FF0C6F6-1CA2-4DD0-8334-18E7A1A83194}"/>
                  </a:ext>
                </a:extLst>
              </p:cNvPr>
              <p:cNvSpPr/>
              <p:nvPr>
                <p:custDataLst>
                  <p:tags r:id="rId32"/>
                </p:custDataLst>
              </p:nvPr>
            </p:nvSpPr>
            <p:spPr>
              <a:xfrm>
                <a:off x="2286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179E8871-B11F-4E18-ABF3-221483A0711E}"/>
                  </a:ext>
                </a:extLst>
              </p:cNvPr>
              <p:cNvSpPr/>
              <p:nvPr>
                <p:custDataLst>
                  <p:tags r:id="rId33"/>
                </p:custDataLst>
              </p:nvPr>
            </p:nvSpPr>
            <p:spPr>
              <a:xfrm>
                <a:off x="23469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F4EC6F52-8DC6-4EC8-B969-D1E174F74F7E}"/>
                  </a:ext>
                </a:extLst>
              </p:cNvPr>
              <p:cNvSpPr/>
              <p:nvPr>
                <p:custDataLst>
                  <p:tags r:id="rId34"/>
                </p:custDataLst>
              </p:nvPr>
            </p:nvSpPr>
            <p:spPr>
              <a:xfrm>
                <a:off x="2438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ABDCFB9E-57FA-4234-A35A-419D8C9CA31E}"/>
                  </a:ext>
                </a:extLst>
              </p:cNvPr>
              <p:cNvSpPr/>
              <p:nvPr>
                <p:custDataLst>
                  <p:tags r:id="rId35"/>
                </p:custDataLst>
              </p:nvPr>
            </p:nvSpPr>
            <p:spPr>
              <a:xfrm>
                <a:off x="2514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A8D71B24-BBAD-40E0-BF60-81A4DC54C7F4}"/>
                  </a:ext>
                </a:extLst>
              </p:cNvPr>
              <p:cNvSpPr/>
              <p:nvPr>
                <p:custDataLst>
                  <p:tags r:id="rId36"/>
                </p:custDataLst>
              </p:nvPr>
            </p:nvSpPr>
            <p:spPr>
              <a:xfrm>
                <a:off x="2590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B9A52C26-7B9A-4914-9266-45F9572CFE04}"/>
                  </a:ext>
                </a:extLst>
              </p:cNvPr>
              <p:cNvSpPr/>
              <p:nvPr>
                <p:custDataLst>
                  <p:tags r:id="rId37"/>
                </p:custDataLst>
              </p:nvPr>
            </p:nvSpPr>
            <p:spPr>
              <a:xfrm>
                <a:off x="26517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39C1D1E5-3456-4697-A6E8-9412CC59B1F5}"/>
                  </a:ext>
                </a:extLst>
              </p:cNvPr>
              <p:cNvSpPr/>
              <p:nvPr>
                <p:custDataLst>
                  <p:tags r:id="rId38"/>
                </p:custDataLst>
              </p:nvPr>
            </p:nvSpPr>
            <p:spPr>
              <a:xfrm>
                <a:off x="2743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1968FA7B-080B-4AC6-A8FA-32FCDCBC098A}"/>
                  </a:ext>
                </a:extLst>
              </p:cNvPr>
              <p:cNvSpPr/>
              <p:nvPr>
                <p:custDataLst>
                  <p:tags r:id="rId39"/>
                </p:custDataLst>
              </p:nvPr>
            </p:nvSpPr>
            <p:spPr>
              <a:xfrm>
                <a:off x="2819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533509C0-9152-4229-8D58-F24172E8EDFF}"/>
                  </a:ext>
                </a:extLst>
              </p:cNvPr>
              <p:cNvSpPr/>
              <p:nvPr>
                <p:custDataLst>
                  <p:tags r:id="rId40"/>
                </p:custDataLst>
              </p:nvPr>
            </p:nvSpPr>
            <p:spPr>
              <a:xfrm>
                <a:off x="2895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51EA7FBF-BAE5-4EA9-B7D5-F637C1B5F7C6}"/>
                  </a:ext>
                </a:extLst>
              </p:cNvPr>
              <p:cNvSpPr/>
              <p:nvPr>
                <p:custDataLst>
                  <p:tags r:id="rId41"/>
                </p:custDataLst>
              </p:nvPr>
            </p:nvSpPr>
            <p:spPr>
              <a:xfrm>
                <a:off x="2956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C39F6B1A-7E8A-4142-B2F5-072C800E2D0D}"/>
                  </a:ext>
                </a:extLst>
              </p:cNvPr>
              <p:cNvSpPr/>
              <p:nvPr>
                <p:custDataLst>
                  <p:tags r:id="rId42"/>
                </p:custDataLst>
              </p:nvPr>
            </p:nvSpPr>
            <p:spPr>
              <a:xfrm>
                <a:off x="3048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09F9E7C9-33AC-4B22-9866-BBCF88C7CE9B}"/>
                  </a:ext>
                </a:extLst>
              </p:cNvPr>
              <p:cNvSpPr/>
              <p:nvPr>
                <p:custDataLst>
                  <p:tags r:id="rId43"/>
                </p:custDataLst>
              </p:nvPr>
            </p:nvSpPr>
            <p:spPr>
              <a:xfrm>
                <a:off x="3124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9CA96196-1C59-463E-BF9A-456D16C5DB6F}"/>
                  </a:ext>
                </a:extLst>
              </p:cNvPr>
              <p:cNvSpPr/>
              <p:nvPr>
                <p:custDataLst>
                  <p:tags r:id="rId44"/>
                </p:custDataLst>
              </p:nvPr>
            </p:nvSpPr>
            <p:spPr>
              <a:xfrm>
                <a:off x="3200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709CFE54-D4D5-425A-A5B2-75F6A16B2C4A}"/>
                  </a:ext>
                </a:extLst>
              </p:cNvPr>
              <p:cNvSpPr/>
              <p:nvPr>
                <p:custDataLst>
                  <p:tags r:id="rId45"/>
                </p:custDataLst>
              </p:nvPr>
            </p:nvSpPr>
            <p:spPr>
              <a:xfrm>
                <a:off x="3261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8" name="Rectangle 137">
              <a:extLst>
                <a:ext uri="{FF2B5EF4-FFF2-40B4-BE49-F238E27FC236}">
                  <a16:creationId xmlns:a16="http://schemas.microsoft.com/office/drawing/2014/main" id="{7829EE59-2949-4572-A98D-BAE8BB4D21DD}"/>
                </a:ext>
              </a:extLst>
            </p:cNvPr>
            <p:cNvSpPr/>
            <p:nvPr>
              <p:custDataLst>
                <p:tags r:id="rId16"/>
              </p:custDataLst>
            </p:nvPr>
          </p:nvSpPr>
          <p:spPr>
            <a:xfrm>
              <a:off x="3243072" y="5334000"/>
              <a:ext cx="795528" cy="180542"/>
            </a:xfrm>
            <a:prstGeom prst="rect">
              <a:avLst/>
            </a:prstGeom>
            <a:solidFill>
              <a:schemeClr val="accent6">
                <a:lumMod val="40000"/>
                <a:lumOff val="60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MSI, SC</a:t>
              </a:r>
            </a:p>
          </p:txBody>
        </p:sp>
        <p:sp>
          <p:nvSpPr>
            <p:cNvPr id="139" name="Rectangle 138">
              <a:extLst>
                <a:ext uri="{FF2B5EF4-FFF2-40B4-BE49-F238E27FC236}">
                  <a16:creationId xmlns:a16="http://schemas.microsoft.com/office/drawing/2014/main" id="{AD5526C1-0FB1-4EE8-A730-CF6D129668FF}"/>
                </a:ext>
              </a:extLst>
            </p:cNvPr>
            <p:cNvSpPr/>
            <p:nvPr>
              <p:custDataLst>
                <p:tags r:id="rId17"/>
              </p:custDataLst>
            </p:nvPr>
          </p:nvSpPr>
          <p:spPr>
            <a:xfrm>
              <a:off x="533400" y="5334000"/>
              <a:ext cx="795528" cy="180542"/>
            </a:xfrm>
            <a:prstGeom prst="rect">
              <a:avLst/>
            </a:prstGeom>
            <a:solidFill>
              <a:schemeClr val="accent6">
                <a:lumMod val="40000"/>
                <a:lumOff val="60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MSI, SC</a:t>
              </a:r>
            </a:p>
          </p:txBody>
        </p:sp>
      </p:grpSp>
    </p:spTree>
    <p:custDataLst>
      <p:tags r:id="rId1"/>
    </p:custDataLst>
    <p:extLst>
      <p:ext uri="{BB962C8B-B14F-4D97-AF65-F5344CB8AC3E}">
        <p14:creationId xmlns:p14="http://schemas.microsoft.com/office/powerpoint/2010/main" val="265486566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3679336"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a:t>Course Teaser</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25</a:t>
            </a:fld>
            <a:endParaRPr lang="en-US" altLang="en-US" sz="1400"/>
          </a:p>
        </p:txBody>
      </p:sp>
      <p:sp>
        <p:nvSpPr>
          <p:cNvPr id="19" name="Rectangle 18">
            <a:extLst>
              <a:ext uri="{FF2B5EF4-FFF2-40B4-BE49-F238E27FC236}">
                <a16:creationId xmlns:a16="http://schemas.microsoft.com/office/drawing/2014/main" id="{5C4F596C-7CDC-40AA-AC7D-C5FB7C554EFF}"/>
              </a:ext>
            </a:extLst>
          </p:cNvPr>
          <p:cNvSpPr/>
          <p:nvPr>
            <p:custDataLst>
              <p:tags r:id="rId4"/>
            </p:custDataLst>
          </p:nvPr>
        </p:nvSpPr>
        <p:spPr>
          <a:xfrm>
            <a:off x="947870" y="58674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main memory</a:t>
            </a:r>
          </a:p>
        </p:txBody>
      </p:sp>
      <p:sp>
        <p:nvSpPr>
          <p:cNvPr id="20" name="Rectangle 19">
            <a:extLst>
              <a:ext uri="{FF2B5EF4-FFF2-40B4-BE49-F238E27FC236}">
                <a16:creationId xmlns:a16="http://schemas.microsoft.com/office/drawing/2014/main" id="{F468064B-1E50-4180-A1A3-2C481C7060FE}"/>
              </a:ext>
            </a:extLst>
          </p:cNvPr>
          <p:cNvSpPr/>
          <p:nvPr>
            <p:custDataLst>
              <p:tags r:id="rId5"/>
            </p:custDataLst>
          </p:nvPr>
        </p:nvSpPr>
        <p:spPr>
          <a:xfrm>
            <a:off x="5491162" y="5943600"/>
            <a:ext cx="1083395" cy="38035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page table</a:t>
            </a:r>
          </a:p>
        </p:txBody>
      </p:sp>
      <p:cxnSp>
        <p:nvCxnSpPr>
          <p:cNvPr id="38" name="Straight Connector 37">
            <a:extLst>
              <a:ext uri="{FF2B5EF4-FFF2-40B4-BE49-F238E27FC236}">
                <a16:creationId xmlns:a16="http://schemas.microsoft.com/office/drawing/2014/main" id="{B2FD9910-8E55-4084-B868-0268CF7645EE}"/>
              </a:ext>
            </a:extLst>
          </p:cNvPr>
          <p:cNvCxnSpPr/>
          <p:nvPr/>
        </p:nvCxnSpPr>
        <p:spPr>
          <a:xfrm>
            <a:off x="954880" y="5684520"/>
            <a:ext cx="7315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58" name="Rectangle 257">
            <a:extLst>
              <a:ext uri="{FF2B5EF4-FFF2-40B4-BE49-F238E27FC236}">
                <a16:creationId xmlns:a16="http://schemas.microsoft.com/office/drawing/2014/main" id="{2D9FD60A-179B-4723-B153-7A4B43A90479}"/>
              </a:ext>
            </a:extLst>
          </p:cNvPr>
          <p:cNvSpPr/>
          <p:nvPr>
            <p:custDataLst>
              <p:tags r:id="rId6"/>
            </p:custDataLst>
          </p:nvPr>
        </p:nvSpPr>
        <p:spPr>
          <a:xfrm>
            <a:off x="7010400" y="5867400"/>
            <a:ext cx="1184360" cy="533400"/>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accelerator</a:t>
            </a:r>
          </a:p>
        </p:txBody>
      </p:sp>
      <p:cxnSp>
        <p:nvCxnSpPr>
          <p:cNvPr id="262" name="Straight Connector 261">
            <a:extLst>
              <a:ext uri="{FF2B5EF4-FFF2-40B4-BE49-F238E27FC236}">
                <a16:creationId xmlns:a16="http://schemas.microsoft.com/office/drawing/2014/main" id="{38E44EDD-F7A6-4508-A631-9E1E2050201A}"/>
              </a:ext>
            </a:extLst>
          </p:cNvPr>
          <p:cNvCxnSpPr>
            <a:cxnSpLocks/>
          </p:cNvCxnSpPr>
          <p:nvPr/>
        </p:nvCxnSpPr>
        <p:spPr>
          <a:xfrm rot="5400000">
            <a:off x="7528560"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Rectangle 107">
            <a:extLst>
              <a:ext uri="{FF2B5EF4-FFF2-40B4-BE49-F238E27FC236}">
                <a16:creationId xmlns:a16="http://schemas.microsoft.com/office/drawing/2014/main" id="{20B06E8D-6474-4310-BA13-A497506E702A}"/>
              </a:ext>
            </a:extLst>
          </p:cNvPr>
          <p:cNvSpPr/>
          <p:nvPr>
            <p:custDataLst>
              <p:tags r:id="rId7"/>
            </p:custDataLst>
          </p:nvPr>
        </p:nvSpPr>
        <p:spPr>
          <a:xfrm>
            <a:off x="990600" y="5943600"/>
            <a:ext cx="998016" cy="38035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program instructions</a:t>
            </a:r>
          </a:p>
        </p:txBody>
      </p:sp>
      <p:sp>
        <p:nvSpPr>
          <p:cNvPr id="109" name="Rectangle 3">
            <a:extLst>
              <a:ext uri="{FF2B5EF4-FFF2-40B4-BE49-F238E27FC236}">
                <a16:creationId xmlns:a16="http://schemas.microsoft.com/office/drawing/2014/main" id="{7E56CDB0-DD50-4A32-84EA-8455D10049AF}"/>
              </a:ext>
            </a:extLst>
          </p:cNvPr>
          <p:cNvSpPr>
            <a:spLocks noGrp="1" noChangeArrowheads="1"/>
          </p:cNvSpPr>
          <p:nvPr>
            <p:ph idx="1"/>
            <p:custDataLst>
              <p:tags r:id="rId8"/>
            </p:custDataLst>
          </p:nvPr>
        </p:nvSpPr>
        <p:spPr>
          <a:xfrm>
            <a:off x="457200" y="2073279"/>
            <a:ext cx="4041116" cy="1218561"/>
          </a:xfrm>
        </p:spPr>
        <p:txBody>
          <a:bodyPr/>
          <a:lstStyle/>
          <a:p>
            <a:pPr marL="683895" lvl="1" indent="-683895">
              <a:lnSpc>
                <a:spcPct val="90000"/>
              </a:lnSpc>
              <a:buNone/>
            </a:pPr>
            <a:r>
              <a:rPr lang="en-US" altLang="en-US" sz="2000" dirty="0">
                <a:latin typeface="Consolas"/>
              </a:rPr>
              <a:t>add $t0, $t0, $s1</a:t>
            </a:r>
          </a:p>
          <a:p>
            <a:pPr marL="683895" lvl="1" indent="-683895">
              <a:lnSpc>
                <a:spcPct val="90000"/>
              </a:lnSpc>
              <a:buNone/>
            </a:pPr>
            <a:r>
              <a:rPr lang="en-US" altLang="en-US" sz="2000" dirty="0">
                <a:latin typeface="Consolas"/>
              </a:rPr>
              <a:t>    or $t1, $t0, $s2</a:t>
            </a:r>
          </a:p>
          <a:p>
            <a:pPr marL="683895" lvl="1" indent="-683895">
              <a:lnSpc>
                <a:spcPct val="90000"/>
              </a:lnSpc>
              <a:buNone/>
            </a:pPr>
            <a:r>
              <a:rPr lang="en-US" altLang="en-US" sz="2000" dirty="0">
                <a:latin typeface="Consolas"/>
              </a:rPr>
              <a:t>        and $t2, $t1, $s3</a:t>
            </a:r>
          </a:p>
        </p:txBody>
      </p:sp>
      <p:sp>
        <p:nvSpPr>
          <p:cNvPr id="110" name="Rectangle 3">
            <a:extLst>
              <a:ext uri="{FF2B5EF4-FFF2-40B4-BE49-F238E27FC236}">
                <a16:creationId xmlns:a16="http://schemas.microsoft.com/office/drawing/2014/main" id="{E6A4BA74-A3A7-41C4-816A-BCC4993D8102}"/>
              </a:ext>
            </a:extLst>
          </p:cNvPr>
          <p:cNvSpPr txBox="1">
            <a:spLocks noChangeArrowheads="1"/>
          </p:cNvSpPr>
          <p:nvPr>
            <p:custDataLst>
              <p:tags r:id="rId9"/>
            </p:custDataLst>
          </p:nvPr>
        </p:nvSpPr>
        <p:spPr bwMode="auto">
          <a:xfrm>
            <a:off x="5029200" y="2072640"/>
            <a:ext cx="3822708" cy="1218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83895" lvl="1" indent="-683895">
              <a:lnSpc>
                <a:spcPct val="90000"/>
              </a:lnSpc>
              <a:buFont typeface="Arial" charset="0"/>
              <a:buNone/>
            </a:pPr>
            <a:r>
              <a:rPr lang="en-US" altLang="en-US" sz="2000" err="1">
                <a:latin typeface="Consolas"/>
              </a:rPr>
              <a:t>lw</a:t>
            </a:r>
            <a:r>
              <a:rPr lang="en-US" altLang="en-US" sz="2000">
                <a:latin typeface="Consolas"/>
              </a:rPr>
              <a:t> $t0, ($s0)</a:t>
            </a:r>
          </a:p>
          <a:p>
            <a:pPr marL="683895" lvl="1" indent="-683895">
              <a:lnSpc>
                <a:spcPct val="90000"/>
              </a:lnSpc>
              <a:buFont typeface="Arial" charset="0"/>
              <a:buNone/>
            </a:pPr>
            <a:r>
              <a:rPr lang="en-US" altLang="en-US" sz="2000">
                <a:latin typeface="Consolas"/>
              </a:rPr>
              <a:t>    nor $t3, $t0, $s1</a:t>
            </a:r>
          </a:p>
          <a:p>
            <a:pPr marL="683895" lvl="1" indent="-683895">
              <a:lnSpc>
                <a:spcPct val="90000"/>
              </a:lnSpc>
              <a:buFont typeface="Arial" charset="0"/>
              <a:buNone/>
            </a:pPr>
            <a:r>
              <a:rPr lang="en-US" altLang="en-US" sz="2000">
                <a:latin typeface="Consolas"/>
              </a:rPr>
              <a:t>        sub $t2, $t3, $s2</a:t>
            </a:r>
          </a:p>
        </p:txBody>
      </p:sp>
      <p:sp>
        <p:nvSpPr>
          <p:cNvPr id="111" name="Rectangle 3">
            <a:extLst>
              <a:ext uri="{FF2B5EF4-FFF2-40B4-BE49-F238E27FC236}">
                <a16:creationId xmlns:a16="http://schemas.microsoft.com/office/drawing/2014/main" id="{BD5223E1-B3B1-431A-AEF4-3F17E4C025C8}"/>
              </a:ext>
            </a:extLst>
          </p:cNvPr>
          <p:cNvSpPr txBox="1">
            <a:spLocks noChangeArrowheads="1"/>
          </p:cNvSpPr>
          <p:nvPr>
            <p:custDataLst>
              <p:tags r:id="rId10"/>
            </p:custDataLst>
          </p:nvPr>
        </p:nvSpPr>
        <p:spPr bwMode="auto">
          <a:xfrm>
            <a:off x="381000" y="1219200"/>
            <a:ext cx="8461375" cy="648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None/>
            </a:pPr>
            <a:r>
              <a:rPr lang="en-US" altLang="en-US" sz="2800"/>
              <a:t>How can we speed up non-parallel parts of our program?</a:t>
            </a:r>
          </a:p>
          <a:p>
            <a:pPr>
              <a:lnSpc>
                <a:spcPct val="80000"/>
              </a:lnSpc>
            </a:pPr>
            <a:r>
              <a:rPr lang="en-US" altLang="en-US" sz="2400" b="1"/>
              <a:t>Accelerators</a:t>
            </a:r>
          </a:p>
        </p:txBody>
      </p:sp>
      <p:grpSp>
        <p:nvGrpSpPr>
          <p:cNvPr id="2" name="Group 1">
            <a:extLst>
              <a:ext uri="{FF2B5EF4-FFF2-40B4-BE49-F238E27FC236}">
                <a16:creationId xmlns:a16="http://schemas.microsoft.com/office/drawing/2014/main" id="{2288D603-CDA6-4C79-BC91-D5194BAC8E83}"/>
              </a:ext>
            </a:extLst>
          </p:cNvPr>
          <p:cNvGrpSpPr/>
          <p:nvPr>
            <p:custDataLst>
              <p:tags r:id="rId11"/>
            </p:custDataLst>
          </p:nvPr>
        </p:nvGrpSpPr>
        <p:grpSpPr>
          <a:xfrm>
            <a:off x="304800" y="3137854"/>
            <a:ext cx="3957637" cy="2546666"/>
            <a:chOff x="304800" y="3137854"/>
            <a:chExt cx="3957637" cy="2546666"/>
          </a:xfrm>
        </p:grpSpPr>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83">
              <a:extLst>
                <a:ext uri="{28A0092B-C50C-407E-A947-70E740481C1C}">
                  <a14:useLocalDpi xmlns:a14="http://schemas.microsoft.com/office/drawing/2010/main" val="0"/>
                </a:ext>
              </a:extLst>
            </a:blip>
            <a:srcRect/>
            <a:stretch>
              <a:fillRect/>
            </a:stretch>
          </p:blipFill>
          <p:spPr bwMode="auto">
            <a:xfrm>
              <a:off x="304800" y="3139440"/>
              <a:ext cx="3957637" cy="1986618"/>
            </a:xfrm>
            <a:prstGeom prst="rect">
              <a:avLst/>
            </a:prstGeom>
            <a:noFill/>
            <a:ln/>
            <a:extLst>
              <a:ext uri="{909E8E84-426E-40DD-AFC4-6F175D3DCCD1}">
                <a14:hiddenFill xmlns:a14="http://schemas.microsoft.com/office/drawing/2010/main">
                  <a:solidFill>
                    <a:srgbClr val="FFFFFF"/>
                  </a:solidFill>
                </a14:hiddenFill>
              </a:ext>
            </a:extLst>
          </p:spPr>
        </p:pic>
        <p:cxnSp>
          <p:nvCxnSpPr>
            <p:cNvPr id="34" name="Straight Connector 33">
              <a:extLst>
                <a:ext uri="{FF2B5EF4-FFF2-40B4-BE49-F238E27FC236}">
                  <a16:creationId xmlns:a16="http://schemas.microsoft.com/office/drawing/2014/main" id="{42151963-6848-41DB-BAF8-9A363EC64527}"/>
                </a:ext>
              </a:extLst>
            </p:cNvPr>
            <p:cNvCxnSpPr>
              <a:cxnSpLocks/>
            </p:cNvCxnSpPr>
            <p:nvPr/>
          </p:nvCxnSpPr>
          <p:spPr>
            <a:xfrm flipV="1">
              <a:off x="477105" y="4427617"/>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37A6515-ADA9-441D-A996-DFF0A333FBA0}"/>
                </a:ext>
              </a:extLst>
            </p:cNvPr>
            <p:cNvCxnSpPr>
              <a:cxnSpLocks/>
            </p:cNvCxnSpPr>
            <p:nvPr/>
          </p:nvCxnSpPr>
          <p:spPr>
            <a:xfrm flipH="1" flipV="1">
              <a:off x="1050634" y="4428775"/>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866B52-1967-4E48-9017-66B111B55C20}"/>
                </a:ext>
              </a:extLst>
            </p:cNvPr>
            <p:cNvCxnSpPr>
              <a:cxnSpLocks/>
            </p:cNvCxnSpPr>
            <p:nvPr/>
          </p:nvCxnSpPr>
          <p:spPr>
            <a:xfrm flipV="1">
              <a:off x="3188221" y="4417910"/>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AD41A51-DD74-4CC0-AF1A-FBF3F09D0EC9}"/>
                </a:ext>
              </a:extLst>
            </p:cNvPr>
            <p:cNvCxnSpPr>
              <a:cxnSpLocks/>
            </p:cNvCxnSpPr>
            <p:nvPr/>
          </p:nvCxnSpPr>
          <p:spPr>
            <a:xfrm flipH="1" flipV="1">
              <a:off x="3761750" y="4419068"/>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844591"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3613048"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D009F42-8219-4094-9CC2-F2B7670971BF}"/>
                </a:ext>
              </a:extLst>
            </p:cNvPr>
            <p:cNvSpPr/>
            <p:nvPr>
              <p:custDataLst>
                <p:tags r:id="rId47"/>
              </p:custDataLst>
            </p:nvPr>
          </p:nvSpPr>
          <p:spPr>
            <a:xfrm>
              <a:off x="477105" y="5119706"/>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48"/>
              </p:custDataLst>
            </p:nvPr>
          </p:nvSpPr>
          <p:spPr>
            <a:xfrm>
              <a:off x="3190913" y="5104009"/>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solidFill>
                    <a:schemeClr val="tx1"/>
                  </a:solidFill>
                </a:rPr>
                <a:t>L1-D cache</a:t>
              </a:r>
            </a:p>
          </p:txBody>
        </p:sp>
        <p:cxnSp>
          <p:nvCxnSpPr>
            <p:cNvPr id="30" name="Straight Connector 29">
              <a:extLst>
                <a:ext uri="{FF2B5EF4-FFF2-40B4-BE49-F238E27FC236}">
                  <a16:creationId xmlns:a16="http://schemas.microsoft.com/office/drawing/2014/main" id="{1101D632-2BB9-4387-95F1-E6529E85FA4B}"/>
                </a:ext>
              </a:extLst>
            </p:cNvPr>
            <p:cNvCxnSpPr>
              <a:cxnSpLocks/>
            </p:cNvCxnSpPr>
            <p:nvPr/>
          </p:nvCxnSpPr>
          <p:spPr>
            <a:xfrm rot="5400000">
              <a:off x="757833" y="496900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9BBE81F-9C19-4CF3-8FD8-F4A9D48F9E98}"/>
                </a:ext>
              </a:extLst>
            </p:cNvPr>
            <p:cNvCxnSpPr>
              <a:cxnSpLocks/>
            </p:cNvCxnSpPr>
            <p:nvPr/>
          </p:nvCxnSpPr>
          <p:spPr>
            <a:xfrm rot="5400000">
              <a:off x="3471641" y="495055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0599568-8419-41FC-BEE1-E4A87420EBC3}"/>
                </a:ext>
              </a:extLst>
            </p:cNvPr>
            <p:cNvSpPr/>
            <p:nvPr>
              <p:custDataLst>
                <p:tags r:id="rId49"/>
              </p:custDataLst>
            </p:nvPr>
          </p:nvSpPr>
          <p:spPr>
            <a:xfrm>
              <a:off x="3409135" y="4567171"/>
              <a:ext cx="415262" cy="329056"/>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sp>
          <p:nvSpPr>
            <p:cNvPr id="27" name="Rectangle 26">
              <a:extLst>
                <a:ext uri="{FF2B5EF4-FFF2-40B4-BE49-F238E27FC236}">
                  <a16:creationId xmlns:a16="http://schemas.microsoft.com/office/drawing/2014/main" id="{4E186134-61F3-4505-826F-7F8686DD71AD}"/>
                </a:ext>
              </a:extLst>
            </p:cNvPr>
            <p:cNvSpPr/>
            <p:nvPr>
              <p:custDataLst>
                <p:tags r:id="rId50"/>
              </p:custDataLst>
            </p:nvPr>
          </p:nvSpPr>
          <p:spPr>
            <a:xfrm>
              <a:off x="689794" y="4567171"/>
              <a:ext cx="415262" cy="329056"/>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pic>
          <p:nvPicPr>
            <p:cNvPr id="53"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64AC13FC-FDCE-43EE-9322-BF31923E6643}"/>
                </a:ext>
              </a:extLst>
            </p:cNvPr>
            <p:cNvPicPr>
              <a:picLocks noChangeAspect="1" noChangeArrowheads="1"/>
            </p:cNvPicPr>
            <p:nvPr/>
          </p:nvPicPr>
          <p:blipFill rotWithShape="1">
            <a:blip r:embed="rId83">
              <a:extLst>
                <a:ext uri="{28A0092B-C50C-407E-A947-70E740481C1C}">
                  <a14:useLocalDpi xmlns:a14="http://schemas.microsoft.com/office/drawing/2010/main" val="0"/>
                </a:ext>
              </a:extLst>
            </a:blip>
            <a:srcRect l="51985" t="37048" r="28761" b="28687"/>
            <a:stretch/>
          </p:blipFill>
          <p:spPr bwMode="auto">
            <a:xfrm>
              <a:off x="2357437" y="43637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4"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23B9133B-FFAD-43E5-A4EE-897C26A41971}"/>
                </a:ext>
              </a:extLst>
            </p:cNvPr>
            <p:cNvPicPr>
              <a:picLocks noChangeAspect="1" noChangeArrowheads="1"/>
            </p:cNvPicPr>
            <p:nvPr/>
          </p:nvPicPr>
          <p:blipFill rotWithShape="1">
            <a:blip r:embed="rId83">
              <a:extLst>
                <a:ext uri="{28A0092B-C50C-407E-A947-70E740481C1C}">
                  <a14:useLocalDpi xmlns:a14="http://schemas.microsoft.com/office/drawing/2010/main" val="0"/>
                </a:ext>
              </a:extLst>
            </a:blip>
            <a:srcRect l="51985" t="37048" r="28761" b="28687"/>
            <a:stretch/>
          </p:blipFill>
          <p:spPr bwMode="auto">
            <a:xfrm>
              <a:off x="2357437" y="38303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5"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26C28EFB-A857-46B3-86F7-D0298F7F7F7E}"/>
                </a:ext>
              </a:extLst>
            </p:cNvPr>
            <p:cNvPicPr>
              <a:picLocks noChangeAspect="1" noChangeArrowheads="1"/>
            </p:cNvPicPr>
            <p:nvPr/>
          </p:nvPicPr>
          <p:blipFill rotWithShape="1">
            <a:blip r:embed="rId83">
              <a:extLst>
                <a:ext uri="{28A0092B-C50C-407E-A947-70E740481C1C}">
                  <a14:useLocalDpi xmlns:a14="http://schemas.microsoft.com/office/drawing/2010/main" val="0"/>
                </a:ext>
              </a:extLst>
            </a:blip>
            <a:srcRect l="51985" t="37048" r="28761" b="28687"/>
            <a:stretch/>
          </p:blipFill>
          <p:spPr bwMode="auto">
            <a:xfrm>
              <a:off x="2357436"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E82C0ED7-5271-463F-A09E-E652A44F2805}"/>
                </a:ext>
              </a:extLst>
            </p:cNvPr>
            <p:cNvPicPr>
              <a:picLocks noChangeAspect="1" noChangeArrowheads="1"/>
            </p:cNvPicPr>
            <p:nvPr/>
          </p:nvPicPr>
          <p:blipFill rotWithShape="1">
            <a:blip r:embed="rId83">
              <a:extLst>
                <a:ext uri="{28A0092B-C50C-407E-A947-70E740481C1C}">
                  <a14:useLocalDpi xmlns:a14="http://schemas.microsoft.com/office/drawing/2010/main" val="0"/>
                </a:ext>
              </a:extLst>
            </a:blip>
            <a:srcRect l="51985" t="37048" r="28761" b="28687"/>
            <a:stretch/>
          </p:blipFill>
          <p:spPr bwMode="auto">
            <a:xfrm>
              <a:off x="3043237"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DE8F4C0D-685F-4175-944B-C5DFCB1637AB}"/>
                </a:ext>
              </a:extLst>
            </p:cNvPr>
            <p:cNvGrpSpPr/>
            <p:nvPr/>
          </p:nvGrpSpPr>
          <p:grpSpPr>
            <a:xfrm>
              <a:off x="1981200" y="3137854"/>
              <a:ext cx="2133600" cy="182880"/>
              <a:chOff x="1219200" y="1477735"/>
              <a:chExt cx="2133600" cy="182880"/>
            </a:xfrm>
          </p:grpSpPr>
          <p:sp>
            <p:nvSpPr>
              <p:cNvPr id="8" name="Rectangle 7">
                <a:extLst>
                  <a:ext uri="{FF2B5EF4-FFF2-40B4-BE49-F238E27FC236}">
                    <a16:creationId xmlns:a16="http://schemas.microsoft.com/office/drawing/2014/main" id="{964A1825-2A13-446E-9A46-68902D1D9982}"/>
                  </a:ext>
                </a:extLst>
              </p:cNvPr>
              <p:cNvSpPr/>
              <p:nvPr>
                <p:custDataLst>
                  <p:tags r:id="rId53"/>
                </p:custDataLst>
              </p:nvPr>
            </p:nvSpPr>
            <p:spPr>
              <a:xfrm>
                <a:off x="1219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6EBBECE2-C1C8-4474-8614-D6B276321210}"/>
                  </a:ext>
                </a:extLst>
              </p:cNvPr>
              <p:cNvSpPr/>
              <p:nvPr>
                <p:custDataLst>
                  <p:tags r:id="rId54"/>
                </p:custDataLst>
              </p:nvPr>
            </p:nvSpPr>
            <p:spPr>
              <a:xfrm>
                <a:off x="1295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454A92B7-5C91-4F97-B30A-98F2CAA3B4A0}"/>
                  </a:ext>
                </a:extLst>
              </p:cNvPr>
              <p:cNvSpPr/>
              <p:nvPr>
                <p:custDataLst>
                  <p:tags r:id="rId55"/>
                </p:custDataLst>
              </p:nvPr>
            </p:nvSpPr>
            <p:spPr>
              <a:xfrm>
                <a:off x="1371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365DA114-F05B-48B8-A769-038536994741}"/>
                  </a:ext>
                </a:extLst>
              </p:cNvPr>
              <p:cNvSpPr/>
              <p:nvPr>
                <p:custDataLst>
                  <p:tags r:id="rId56"/>
                </p:custDataLst>
              </p:nvPr>
            </p:nvSpPr>
            <p:spPr>
              <a:xfrm>
                <a:off x="1432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48655FA1-603D-49BF-914E-36DF57DC60E1}"/>
                  </a:ext>
                </a:extLst>
              </p:cNvPr>
              <p:cNvSpPr/>
              <p:nvPr>
                <p:custDataLst>
                  <p:tags r:id="rId57"/>
                </p:custDataLst>
              </p:nvPr>
            </p:nvSpPr>
            <p:spPr>
              <a:xfrm>
                <a:off x="1524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55205639-F83B-49B4-A0BD-B74E1AAC5B0A}"/>
                  </a:ext>
                </a:extLst>
              </p:cNvPr>
              <p:cNvSpPr/>
              <p:nvPr>
                <p:custDataLst>
                  <p:tags r:id="rId58"/>
                </p:custDataLst>
              </p:nvPr>
            </p:nvSpPr>
            <p:spPr>
              <a:xfrm>
                <a:off x="1600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76CC1A6E-A16E-4FE8-A30F-46C9EC0DD409}"/>
                  </a:ext>
                </a:extLst>
              </p:cNvPr>
              <p:cNvSpPr/>
              <p:nvPr>
                <p:custDataLst>
                  <p:tags r:id="rId59"/>
                </p:custDataLst>
              </p:nvPr>
            </p:nvSpPr>
            <p:spPr>
              <a:xfrm>
                <a:off x="1676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8A5DD325-A2E5-458B-9E77-56204DBC460F}"/>
                  </a:ext>
                </a:extLst>
              </p:cNvPr>
              <p:cNvSpPr/>
              <p:nvPr>
                <p:custDataLst>
                  <p:tags r:id="rId60"/>
                </p:custDataLst>
              </p:nvPr>
            </p:nvSpPr>
            <p:spPr>
              <a:xfrm>
                <a:off x="1737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0B5AC967-CFBC-4CC5-8538-A110955C3578}"/>
                  </a:ext>
                </a:extLst>
              </p:cNvPr>
              <p:cNvSpPr/>
              <p:nvPr>
                <p:custDataLst>
                  <p:tags r:id="rId61"/>
                </p:custDataLst>
              </p:nvPr>
            </p:nvSpPr>
            <p:spPr>
              <a:xfrm>
                <a:off x="1828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536E048D-10ED-4571-9194-312B818A3031}"/>
                  </a:ext>
                </a:extLst>
              </p:cNvPr>
              <p:cNvSpPr/>
              <p:nvPr>
                <p:custDataLst>
                  <p:tags r:id="rId62"/>
                </p:custDataLst>
              </p:nvPr>
            </p:nvSpPr>
            <p:spPr>
              <a:xfrm>
                <a:off x="1905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13D946AC-8149-4E5B-BCA9-31907F1A2DC3}"/>
                  </a:ext>
                </a:extLst>
              </p:cNvPr>
              <p:cNvSpPr/>
              <p:nvPr>
                <p:custDataLst>
                  <p:tags r:id="rId63"/>
                </p:custDataLst>
              </p:nvPr>
            </p:nvSpPr>
            <p:spPr>
              <a:xfrm>
                <a:off x="1981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462CEFEC-2A75-4378-85FD-B4097B31EC26}"/>
                  </a:ext>
                </a:extLst>
              </p:cNvPr>
              <p:cNvSpPr/>
              <p:nvPr>
                <p:custDataLst>
                  <p:tags r:id="rId64"/>
                </p:custDataLst>
              </p:nvPr>
            </p:nvSpPr>
            <p:spPr>
              <a:xfrm>
                <a:off x="20421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DBEAA78F-EF1C-4E86-A8F7-90BE0BC55014}"/>
                  </a:ext>
                </a:extLst>
              </p:cNvPr>
              <p:cNvSpPr/>
              <p:nvPr>
                <p:custDataLst>
                  <p:tags r:id="rId65"/>
                </p:custDataLst>
              </p:nvPr>
            </p:nvSpPr>
            <p:spPr>
              <a:xfrm>
                <a:off x="2133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A1EEF75B-701F-46F3-8725-84BE45BDDDA0}"/>
                  </a:ext>
                </a:extLst>
              </p:cNvPr>
              <p:cNvSpPr/>
              <p:nvPr>
                <p:custDataLst>
                  <p:tags r:id="rId66"/>
                </p:custDataLst>
              </p:nvPr>
            </p:nvSpPr>
            <p:spPr>
              <a:xfrm>
                <a:off x="2209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83A49BE3-63AA-4EF3-A9D3-6C9C25E88552}"/>
                  </a:ext>
                </a:extLst>
              </p:cNvPr>
              <p:cNvSpPr/>
              <p:nvPr>
                <p:custDataLst>
                  <p:tags r:id="rId67"/>
                </p:custDataLst>
              </p:nvPr>
            </p:nvSpPr>
            <p:spPr>
              <a:xfrm>
                <a:off x="2286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03E5BFBC-70E9-4285-ADA0-733331B462F0}"/>
                  </a:ext>
                </a:extLst>
              </p:cNvPr>
              <p:cNvSpPr/>
              <p:nvPr>
                <p:custDataLst>
                  <p:tags r:id="rId68"/>
                </p:custDataLst>
              </p:nvPr>
            </p:nvSpPr>
            <p:spPr>
              <a:xfrm>
                <a:off x="23469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836543EC-A9A2-4B16-A87C-F15CFFE1A86C}"/>
                  </a:ext>
                </a:extLst>
              </p:cNvPr>
              <p:cNvSpPr/>
              <p:nvPr>
                <p:custDataLst>
                  <p:tags r:id="rId69"/>
                </p:custDataLst>
              </p:nvPr>
            </p:nvSpPr>
            <p:spPr>
              <a:xfrm>
                <a:off x="2438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9716995F-C8FE-4CAB-A199-B3E5ADC979E3}"/>
                  </a:ext>
                </a:extLst>
              </p:cNvPr>
              <p:cNvSpPr/>
              <p:nvPr>
                <p:custDataLst>
                  <p:tags r:id="rId70"/>
                </p:custDataLst>
              </p:nvPr>
            </p:nvSpPr>
            <p:spPr>
              <a:xfrm>
                <a:off x="2514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BF5F34ED-E9E3-4B43-8E7D-888FB219AB40}"/>
                  </a:ext>
                </a:extLst>
              </p:cNvPr>
              <p:cNvSpPr/>
              <p:nvPr>
                <p:custDataLst>
                  <p:tags r:id="rId71"/>
                </p:custDataLst>
              </p:nvPr>
            </p:nvSpPr>
            <p:spPr>
              <a:xfrm>
                <a:off x="2590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7CEDF53C-0F4A-4807-9547-2FF9E04A4CEF}"/>
                  </a:ext>
                </a:extLst>
              </p:cNvPr>
              <p:cNvSpPr/>
              <p:nvPr>
                <p:custDataLst>
                  <p:tags r:id="rId72"/>
                </p:custDataLst>
              </p:nvPr>
            </p:nvSpPr>
            <p:spPr>
              <a:xfrm>
                <a:off x="26517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B581BAEF-BC7F-47E8-ADA8-A7CFF1405435}"/>
                  </a:ext>
                </a:extLst>
              </p:cNvPr>
              <p:cNvSpPr/>
              <p:nvPr>
                <p:custDataLst>
                  <p:tags r:id="rId73"/>
                </p:custDataLst>
              </p:nvPr>
            </p:nvSpPr>
            <p:spPr>
              <a:xfrm>
                <a:off x="2743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C53FDF5F-85B5-405D-BC79-242BEA73CE7B}"/>
                  </a:ext>
                </a:extLst>
              </p:cNvPr>
              <p:cNvSpPr/>
              <p:nvPr>
                <p:custDataLst>
                  <p:tags r:id="rId74"/>
                </p:custDataLst>
              </p:nvPr>
            </p:nvSpPr>
            <p:spPr>
              <a:xfrm>
                <a:off x="2819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B9DB3181-5E48-456F-81CD-35E4AD51BA5C}"/>
                  </a:ext>
                </a:extLst>
              </p:cNvPr>
              <p:cNvSpPr/>
              <p:nvPr>
                <p:custDataLst>
                  <p:tags r:id="rId75"/>
                </p:custDataLst>
              </p:nvPr>
            </p:nvSpPr>
            <p:spPr>
              <a:xfrm>
                <a:off x="2895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6C3B45DF-CE52-4530-ACDB-3A5CEA71353E}"/>
                  </a:ext>
                </a:extLst>
              </p:cNvPr>
              <p:cNvSpPr/>
              <p:nvPr>
                <p:custDataLst>
                  <p:tags r:id="rId76"/>
                </p:custDataLst>
              </p:nvPr>
            </p:nvSpPr>
            <p:spPr>
              <a:xfrm>
                <a:off x="2956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9632A4DB-DDDE-455D-92C3-88EE111271BA}"/>
                  </a:ext>
                </a:extLst>
              </p:cNvPr>
              <p:cNvSpPr/>
              <p:nvPr>
                <p:custDataLst>
                  <p:tags r:id="rId77"/>
                </p:custDataLst>
              </p:nvPr>
            </p:nvSpPr>
            <p:spPr>
              <a:xfrm>
                <a:off x="3048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28F035B2-E65D-450D-B763-1E62BCB7E2BA}"/>
                  </a:ext>
                </a:extLst>
              </p:cNvPr>
              <p:cNvSpPr/>
              <p:nvPr>
                <p:custDataLst>
                  <p:tags r:id="rId78"/>
                </p:custDataLst>
              </p:nvPr>
            </p:nvSpPr>
            <p:spPr>
              <a:xfrm>
                <a:off x="3124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3545E6BE-69E8-46DF-96B1-7C582DCA7CA9}"/>
                  </a:ext>
                </a:extLst>
              </p:cNvPr>
              <p:cNvSpPr/>
              <p:nvPr>
                <p:custDataLst>
                  <p:tags r:id="rId79"/>
                </p:custDataLst>
              </p:nvPr>
            </p:nvSpPr>
            <p:spPr>
              <a:xfrm>
                <a:off x="3200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10210139-E030-411A-A756-CA42659EDE5A}"/>
                  </a:ext>
                </a:extLst>
              </p:cNvPr>
              <p:cNvSpPr/>
              <p:nvPr>
                <p:custDataLst>
                  <p:tags r:id="rId80"/>
                </p:custDataLst>
              </p:nvPr>
            </p:nvSpPr>
            <p:spPr>
              <a:xfrm>
                <a:off x="3261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7" name="Rectangle 116">
              <a:extLst>
                <a:ext uri="{FF2B5EF4-FFF2-40B4-BE49-F238E27FC236}">
                  <a16:creationId xmlns:a16="http://schemas.microsoft.com/office/drawing/2014/main" id="{ED4559B8-3CFA-4E3B-A951-48CE52495260}"/>
                </a:ext>
              </a:extLst>
            </p:cNvPr>
            <p:cNvSpPr/>
            <p:nvPr>
              <p:custDataLst>
                <p:tags r:id="rId51"/>
              </p:custDataLst>
            </p:nvPr>
          </p:nvSpPr>
          <p:spPr>
            <a:xfrm>
              <a:off x="3243072" y="5334000"/>
              <a:ext cx="795528" cy="18054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MSI, SC</a:t>
              </a:r>
            </a:p>
          </p:txBody>
        </p:sp>
        <p:sp>
          <p:nvSpPr>
            <p:cNvPr id="118" name="Rectangle 117">
              <a:extLst>
                <a:ext uri="{FF2B5EF4-FFF2-40B4-BE49-F238E27FC236}">
                  <a16:creationId xmlns:a16="http://schemas.microsoft.com/office/drawing/2014/main" id="{8151B412-17A4-43E7-966F-24302FB60030}"/>
                </a:ext>
              </a:extLst>
            </p:cNvPr>
            <p:cNvSpPr/>
            <p:nvPr>
              <p:custDataLst>
                <p:tags r:id="rId52"/>
              </p:custDataLst>
            </p:nvPr>
          </p:nvSpPr>
          <p:spPr>
            <a:xfrm>
              <a:off x="533400" y="5334000"/>
              <a:ext cx="795528" cy="18054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MSI, SC</a:t>
              </a:r>
            </a:p>
          </p:txBody>
        </p:sp>
      </p:grpSp>
      <p:grpSp>
        <p:nvGrpSpPr>
          <p:cNvPr id="119" name="Group 118">
            <a:extLst>
              <a:ext uri="{FF2B5EF4-FFF2-40B4-BE49-F238E27FC236}">
                <a16:creationId xmlns:a16="http://schemas.microsoft.com/office/drawing/2014/main" id="{BBDEBE23-3D90-4F4C-BD5D-743C49446BAF}"/>
              </a:ext>
            </a:extLst>
          </p:cNvPr>
          <p:cNvGrpSpPr/>
          <p:nvPr>
            <p:custDataLst>
              <p:tags r:id="rId12"/>
            </p:custDataLst>
          </p:nvPr>
        </p:nvGrpSpPr>
        <p:grpSpPr>
          <a:xfrm>
            <a:off x="4881563" y="3137854"/>
            <a:ext cx="3957637" cy="2546666"/>
            <a:chOff x="304800" y="3137854"/>
            <a:chExt cx="3957637" cy="2546666"/>
          </a:xfrm>
        </p:grpSpPr>
        <p:pic>
          <p:nvPicPr>
            <p:cNvPr id="120"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A47BDE6F-7A43-4CAB-BE7A-5CC10F4FED3D}"/>
                </a:ext>
              </a:extLst>
            </p:cNvPr>
            <p:cNvPicPr>
              <a:picLocks noChangeAspect="1" noChangeArrowheads="1"/>
            </p:cNvPicPr>
            <p:nvPr/>
          </p:nvPicPr>
          <p:blipFill>
            <a:blip r:embed="rId83">
              <a:extLst>
                <a:ext uri="{28A0092B-C50C-407E-A947-70E740481C1C}">
                  <a14:useLocalDpi xmlns:a14="http://schemas.microsoft.com/office/drawing/2010/main" val="0"/>
                </a:ext>
              </a:extLst>
            </a:blip>
            <a:srcRect/>
            <a:stretch>
              <a:fillRect/>
            </a:stretch>
          </p:blipFill>
          <p:spPr bwMode="auto">
            <a:xfrm>
              <a:off x="304800" y="3139440"/>
              <a:ext cx="3957637" cy="1986618"/>
            </a:xfrm>
            <a:prstGeom prst="rect">
              <a:avLst/>
            </a:prstGeom>
            <a:noFill/>
            <a:ln/>
            <a:extLst>
              <a:ext uri="{909E8E84-426E-40DD-AFC4-6F175D3DCCD1}">
                <a14:hiddenFill xmlns:a14="http://schemas.microsoft.com/office/drawing/2010/main">
                  <a:solidFill>
                    <a:srgbClr val="FFFFFF"/>
                  </a:solidFill>
                </a14:hiddenFill>
              </a:ext>
            </a:extLst>
          </p:spPr>
        </p:pic>
        <p:cxnSp>
          <p:nvCxnSpPr>
            <p:cNvPr id="121" name="Straight Connector 120">
              <a:extLst>
                <a:ext uri="{FF2B5EF4-FFF2-40B4-BE49-F238E27FC236}">
                  <a16:creationId xmlns:a16="http://schemas.microsoft.com/office/drawing/2014/main" id="{61B369D2-38C2-448A-98C2-2CBA6B6AD394}"/>
                </a:ext>
              </a:extLst>
            </p:cNvPr>
            <p:cNvCxnSpPr>
              <a:cxnSpLocks/>
            </p:cNvCxnSpPr>
            <p:nvPr/>
          </p:nvCxnSpPr>
          <p:spPr>
            <a:xfrm flipV="1">
              <a:off x="477105" y="4427617"/>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20C1036E-7040-47BD-9BC9-5C582B97A62A}"/>
                </a:ext>
              </a:extLst>
            </p:cNvPr>
            <p:cNvCxnSpPr>
              <a:cxnSpLocks/>
            </p:cNvCxnSpPr>
            <p:nvPr/>
          </p:nvCxnSpPr>
          <p:spPr>
            <a:xfrm flipH="1" flipV="1">
              <a:off x="1050634" y="4428775"/>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F3090D8C-DA70-4CF6-B26A-C27CE0B8E539}"/>
                </a:ext>
              </a:extLst>
            </p:cNvPr>
            <p:cNvCxnSpPr>
              <a:cxnSpLocks/>
            </p:cNvCxnSpPr>
            <p:nvPr/>
          </p:nvCxnSpPr>
          <p:spPr>
            <a:xfrm flipV="1">
              <a:off x="3188221" y="4417910"/>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75400202-05F6-43DC-B195-42EAFC30AFB5}"/>
                </a:ext>
              </a:extLst>
            </p:cNvPr>
            <p:cNvCxnSpPr>
              <a:cxnSpLocks/>
            </p:cNvCxnSpPr>
            <p:nvPr/>
          </p:nvCxnSpPr>
          <p:spPr>
            <a:xfrm flipH="1" flipV="1">
              <a:off x="3761750" y="4419068"/>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00FA7DC1-0D7A-4430-9E35-0A703F8F331A}"/>
                </a:ext>
              </a:extLst>
            </p:cNvPr>
            <p:cNvCxnSpPr>
              <a:cxnSpLocks/>
            </p:cNvCxnSpPr>
            <p:nvPr/>
          </p:nvCxnSpPr>
          <p:spPr>
            <a:xfrm rot="5400000">
              <a:off x="844591"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DD0DDC0-93B7-4CE9-BB51-01B70ABC0A71}"/>
                </a:ext>
              </a:extLst>
            </p:cNvPr>
            <p:cNvCxnSpPr>
              <a:cxnSpLocks/>
            </p:cNvCxnSpPr>
            <p:nvPr/>
          </p:nvCxnSpPr>
          <p:spPr>
            <a:xfrm rot="5400000">
              <a:off x="3613048"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127" name="Rectangle 126">
              <a:extLst>
                <a:ext uri="{FF2B5EF4-FFF2-40B4-BE49-F238E27FC236}">
                  <a16:creationId xmlns:a16="http://schemas.microsoft.com/office/drawing/2014/main" id="{4D110095-F3DF-44BA-92E3-4775CE92D2E9}"/>
                </a:ext>
              </a:extLst>
            </p:cNvPr>
            <p:cNvSpPr/>
            <p:nvPr>
              <p:custDataLst>
                <p:tags r:id="rId13"/>
              </p:custDataLst>
            </p:nvPr>
          </p:nvSpPr>
          <p:spPr>
            <a:xfrm>
              <a:off x="477105" y="5119706"/>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solidFill>
                    <a:schemeClr val="tx1"/>
                  </a:solidFill>
                </a:rPr>
                <a:t>L1-I cache</a:t>
              </a:r>
            </a:p>
          </p:txBody>
        </p:sp>
        <p:sp>
          <p:nvSpPr>
            <p:cNvPr id="128" name="Rectangle 127">
              <a:extLst>
                <a:ext uri="{FF2B5EF4-FFF2-40B4-BE49-F238E27FC236}">
                  <a16:creationId xmlns:a16="http://schemas.microsoft.com/office/drawing/2014/main" id="{1518D577-7978-4F27-903F-E336FC27D71B}"/>
                </a:ext>
              </a:extLst>
            </p:cNvPr>
            <p:cNvSpPr/>
            <p:nvPr>
              <p:custDataLst>
                <p:tags r:id="rId14"/>
              </p:custDataLst>
            </p:nvPr>
          </p:nvSpPr>
          <p:spPr>
            <a:xfrm>
              <a:off x="3190913" y="5104009"/>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solidFill>
                    <a:schemeClr val="tx1"/>
                  </a:solidFill>
                </a:rPr>
                <a:t>L1-D cache</a:t>
              </a:r>
            </a:p>
          </p:txBody>
        </p:sp>
        <p:cxnSp>
          <p:nvCxnSpPr>
            <p:cNvPr id="129" name="Straight Connector 128">
              <a:extLst>
                <a:ext uri="{FF2B5EF4-FFF2-40B4-BE49-F238E27FC236}">
                  <a16:creationId xmlns:a16="http://schemas.microsoft.com/office/drawing/2014/main" id="{D138BF15-6617-471C-8AAE-DAD66864F7F4}"/>
                </a:ext>
              </a:extLst>
            </p:cNvPr>
            <p:cNvCxnSpPr>
              <a:cxnSpLocks/>
            </p:cNvCxnSpPr>
            <p:nvPr/>
          </p:nvCxnSpPr>
          <p:spPr>
            <a:xfrm rot="5400000">
              <a:off x="757833" y="496900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CEEBBDFB-DD57-47F8-8AD7-F0F49267F817}"/>
                </a:ext>
              </a:extLst>
            </p:cNvPr>
            <p:cNvCxnSpPr>
              <a:cxnSpLocks/>
            </p:cNvCxnSpPr>
            <p:nvPr/>
          </p:nvCxnSpPr>
          <p:spPr>
            <a:xfrm rot="5400000">
              <a:off x="3471641" y="495055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131" name="Rectangle 130">
              <a:extLst>
                <a:ext uri="{FF2B5EF4-FFF2-40B4-BE49-F238E27FC236}">
                  <a16:creationId xmlns:a16="http://schemas.microsoft.com/office/drawing/2014/main" id="{8DC57621-6E37-470B-B5AE-85C4DAD81427}"/>
                </a:ext>
              </a:extLst>
            </p:cNvPr>
            <p:cNvSpPr/>
            <p:nvPr>
              <p:custDataLst>
                <p:tags r:id="rId15"/>
              </p:custDataLst>
            </p:nvPr>
          </p:nvSpPr>
          <p:spPr>
            <a:xfrm>
              <a:off x="3409135" y="4567171"/>
              <a:ext cx="415262" cy="329056"/>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sp>
          <p:nvSpPr>
            <p:cNvPr id="132" name="Rectangle 131">
              <a:extLst>
                <a:ext uri="{FF2B5EF4-FFF2-40B4-BE49-F238E27FC236}">
                  <a16:creationId xmlns:a16="http://schemas.microsoft.com/office/drawing/2014/main" id="{1EEE14C0-0048-4C38-8130-7DB904B9D31C}"/>
                </a:ext>
              </a:extLst>
            </p:cNvPr>
            <p:cNvSpPr/>
            <p:nvPr>
              <p:custDataLst>
                <p:tags r:id="rId16"/>
              </p:custDataLst>
            </p:nvPr>
          </p:nvSpPr>
          <p:spPr>
            <a:xfrm>
              <a:off x="689794" y="4567171"/>
              <a:ext cx="415262" cy="329056"/>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pic>
          <p:nvPicPr>
            <p:cNvPr id="133"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D0C7D387-874E-45DC-8692-6F59045BCC08}"/>
                </a:ext>
              </a:extLst>
            </p:cNvPr>
            <p:cNvPicPr>
              <a:picLocks noChangeAspect="1" noChangeArrowheads="1"/>
            </p:cNvPicPr>
            <p:nvPr/>
          </p:nvPicPr>
          <p:blipFill rotWithShape="1">
            <a:blip r:embed="rId83">
              <a:extLst>
                <a:ext uri="{28A0092B-C50C-407E-A947-70E740481C1C}">
                  <a14:useLocalDpi xmlns:a14="http://schemas.microsoft.com/office/drawing/2010/main" val="0"/>
                </a:ext>
              </a:extLst>
            </a:blip>
            <a:srcRect l="51985" t="37048" r="28761" b="28687"/>
            <a:stretch/>
          </p:blipFill>
          <p:spPr bwMode="auto">
            <a:xfrm>
              <a:off x="2357437" y="43637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134"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6CA9ABC8-227E-4D28-960D-654B54ECC9DD}"/>
                </a:ext>
              </a:extLst>
            </p:cNvPr>
            <p:cNvPicPr>
              <a:picLocks noChangeAspect="1" noChangeArrowheads="1"/>
            </p:cNvPicPr>
            <p:nvPr/>
          </p:nvPicPr>
          <p:blipFill rotWithShape="1">
            <a:blip r:embed="rId83">
              <a:extLst>
                <a:ext uri="{28A0092B-C50C-407E-A947-70E740481C1C}">
                  <a14:useLocalDpi xmlns:a14="http://schemas.microsoft.com/office/drawing/2010/main" val="0"/>
                </a:ext>
              </a:extLst>
            </a:blip>
            <a:srcRect l="51985" t="37048" r="28761" b="28687"/>
            <a:stretch/>
          </p:blipFill>
          <p:spPr bwMode="auto">
            <a:xfrm>
              <a:off x="2357437" y="38303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135"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4113DDC9-0D6D-43F0-A2FF-CC792324DBF6}"/>
                </a:ext>
              </a:extLst>
            </p:cNvPr>
            <p:cNvPicPr>
              <a:picLocks noChangeAspect="1" noChangeArrowheads="1"/>
            </p:cNvPicPr>
            <p:nvPr/>
          </p:nvPicPr>
          <p:blipFill rotWithShape="1">
            <a:blip r:embed="rId83">
              <a:extLst>
                <a:ext uri="{28A0092B-C50C-407E-A947-70E740481C1C}">
                  <a14:useLocalDpi xmlns:a14="http://schemas.microsoft.com/office/drawing/2010/main" val="0"/>
                </a:ext>
              </a:extLst>
            </a:blip>
            <a:srcRect l="51985" t="37048" r="28761" b="28687"/>
            <a:stretch/>
          </p:blipFill>
          <p:spPr bwMode="auto">
            <a:xfrm>
              <a:off x="2357436"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13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4256CB84-B280-4BA9-A595-AFF97EEF4895}"/>
                </a:ext>
              </a:extLst>
            </p:cNvPr>
            <p:cNvPicPr>
              <a:picLocks noChangeAspect="1" noChangeArrowheads="1"/>
            </p:cNvPicPr>
            <p:nvPr/>
          </p:nvPicPr>
          <p:blipFill rotWithShape="1">
            <a:blip r:embed="rId83">
              <a:extLst>
                <a:ext uri="{28A0092B-C50C-407E-A947-70E740481C1C}">
                  <a14:useLocalDpi xmlns:a14="http://schemas.microsoft.com/office/drawing/2010/main" val="0"/>
                </a:ext>
              </a:extLst>
            </a:blip>
            <a:srcRect l="51985" t="37048" r="28761" b="28687"/>
            <a:stretch/>
          </p:blipFill>
          <p:spPr bwMode="auto">
            <a:xfrm>
              <a:off x="3043237"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grpSp>
          <p:nvGrpSpPr>
            <p:cNvPr id="137" name="Group 136">
              <a:extLst>
                <a:ext uri="{FF2B5EF4-FFF2-40B4-BE49-F238E27FC236}">
                  <a16:creationId xmlns:a16="http://schemas.microsoft.com/office/drawing/2014/main" id="{068968A7-FC72-481C-90CE-EF1BD40063DC}"/>
                </a:ext>
              </a:extLst>
            </p:cNvPr>
            <p:cNvGrpSpPr/>
            <p:nvPr/>
          </p:nvGrpSpPr>
          <p:grpSpPr>
            <a:xfrm>
              <a:off x="1981200" y="3137854"/>
              <a:ext cx="2133600" cy="182880"/>
              <a:chOff x="1219200" y="1477735"/>
              <a:chExt cx="2133600" cy="182880"/>
            </a:xfrm>
          </p:grpSpPr>
          <p:sp>
            <p:nvSpPr>
              <p:cNvPr id="140" name="Rectangle 139">
                <a:extLst>
                  <a:ext uri="{FF2B5EF4-FFF2-40B4-BE49-F238E27FC236}">
                    <a16:creationId xmlns:a16="http://schemas.microsoft.com/office/drawing/2014/main" id="{E947E6D3-EFA7-4D69-B6BE-7F1927B2FE57}"/>
                  </a:ext>
                </a:extLst>
              </p:cNvPr>
              <p:cNvSpPr/>
              <p:nvPr>
                <p:custDataLst>
                  <p:tags r:id="rId19"/>
                </p:custDataLst>
              </p:nvPr>
            </p:nvSpPr>
            <p:spPr>
              <a:xfrm>
                <a:off x="1219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CE68DB61-B0CE-4836-B07A-EFBC47C5BCC6}"/>
                  </a:ext>
                </a:extLst>
              </p:cNvPr>
              <p:cNvSpPr/>
              <p:nvPr>
                <p:custDataLst>
                  <p:tags r:id="rId20"/>
                </p:custDataLst>
              </p:nvPr>
            </p:nvSpPr>
            <p:spPr>
              <a:xfrm>
                <a:off x="1295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80A65588-81F6-474B-B0DA-D1F5B37085C2}"/>
                  </a:ext>
                </a:extLst>
              </p:cNvPr>
              <p:cNvSpPr/>
              <p:nvPr>
                <p:custDataLst>
                  <p:tags r:id="rId21"/>
                </p:custDataLst>
              </p:nvPr>
            </p:nvSpPr>
            <p:spPr>
              <a:xfrm>
                <a:off x="1371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F53F2D14-3AC2-4501-B309-08AA7DC8043B}"/>
                  </a:ext>
                </a:extLst>
              </p:cNvPr>
              <p:cNvSpPr/>
              <p:nvPr>
                <p:custDataLst>
                  <p:tags r:id="rId22"/>
                </p:custDataLst>
              </p:nvPr>
            </p:nvSpPr>
            <p:spPr>
              <a:xfrm>
                <a:off x="1432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F3613A87-8D33-4B54-A7A5-0BA12B8D9750}"/>
                  </a:ext>
                </a:extLst>
              </p:cNvPr>
              <p:cNvSpPr/>
              <p:nvPr>
                <p:custDataLst>
                  <p:tags r:id="rId23"/>
                </p:custDataLst>
              </p:nvPr>
            </p:nvSpPr>
            <p:spPr>
              <a:xfrm>
                <a:off x="1524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F8190C7E-5373-4091-BADD-BCB342BEFC6A}"/>
                  </a:ext>
                </a:extLst>
              </p:cNvPr>
              <p:cNvSpPr/>
              <p:nvPr>
                <p:custDataLst>
                  <p:tags r:id="rId24"/>
                </p:custDataLst>
              </p:nvPr>
            </p:nvSpPr>
            <p:spPr>
              <a:xfrm>
                <a:off x="1600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C8462349-9A65-4BCE-A10E-220808069CA9}"/>
                  </a:ext>
                </a:extLst>
              </p:cNvPr>
              <p:cNvSpPr/>
              <p:nvPr>
                <p:custDataLst>
                  <p:tags r:id="rId25"/>
                </p:custDataLst>
              </p:nvPr>
            </p:nvSpPr>
            <p:spPr>
              <a:xfrm>
                <a:off x="1676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ED0D1CE3-B191-4419-BDF0-C910A7D86EA1}"/>
                  </a:ext>
                </a:extLst>
              </p:cNvPr>
              <p:cNvSpPr/>
              <p:nvPr>
                <p:custDataLst>
                  <p:tags r:id="rId26"/>
                </p:custDataLst>
              </p:nvPr>
            </p:nvSpPr>
            <p:spPr>
              <a:xfrm>
                <a:off x="1737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393A4F02-48FC-4B4E-B5E1-7AC38E129248}"/>
                  </a:ext>
                </a:extLst>
              </p:cNvPr>
              <p:cNvSpPr/>
              <p:nvPr>
                <p:custDataLst>
                  <p:tags r:id="rId27"/>
                </p:custDataLst>
              </p:nvPr>
            </p:nvSpPr>
            <p:spPr>
              <a:xfrm>
                <a:off x="1828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0DAF6311-67BC-4442-B91E-A30F4BF8EE0A}"/>
                  </a:ext>
                </a:extLst>
              </p:cNvPr>
              <p:cNvSpPr/>
              <p:nvPr>
                <p:custDataLst>
                  <p:tags r:id="rId28"/>
                </p:custDataLst>
              </p:nvPr>
            </p:nvSpPr>
            <p:spPr>
              <a:xfrm>
                <a:off x="1905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DA97FE4B-E64E-4110-90B3-65D05C7989B8}"/>
                  </a:ext>
                </a:extLst>
              </p:cNvPr>
              <p:cNvSpPr/>
              <p:nvPr>
                <p:custDataLst>
                  <p:tags r:id="rId29"/>
                </p:custDataLst>
              </p:nvPr>
            </p:nvSpPr>
            <p:spPr>
              <a:xfrm>
                <a:off x="1981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CAB4AD2D-EB8E-4712-83B0-C6D6C86E4AC1}"/>
                  </a:ext>
                </a:extLst>
              </p:cNvPr>
              <p:cNvSpPr/>
              <p:nvPr>
                <p:custDataLst>
                  <p:tags r:id="rId30"/>
                </p:custDataLst>
              </p:nvPr>
            </p:nvSpPr>
            <p:spPr>
              <a:xfrm>
                <a:off x="20421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8A196952-4676-4A76-8129-DE129B6CEB75}"/>
                  </a:ext>
                </a:extLst>
              </p:cNvPr>
              <p:cNvSpPr/>
              <p:nvPr>
                <p:custDataLst>
                  <p:tags r:id="rId31"/>
                </p:custDataLst>
              </p:nvPr>
            </p:nvSpPr>
            <p:spPr>
              <a:xfrm>
                <a:off x="2133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08A32752-A630-4F6A-867E-13E6305D67D1}"/>
                  </a:ext>
                </a:extLst>
              </p:cNvPr>
              <p:cNvSpPr/>
              <p:nvPr>
                <p:custDataLst>
                  <p:tags r:id="rId32"/>
                </p:custDataLst>
              </p:nvPr>
            </p:nvSpPr>
            <p:spPr>
              <a:xfrm>
                <a:off x="2209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1FF0C6F6-1CA2-4DD0-8334-18E7A1A83194}"/>
                  </a:ext>
                </a:extLst>
              </p:cNvPr>
              <p:cNvSpPr/>
              <p:nvPr>
                <p:custDataLst>
                  <p:tags r:id="rId33"/>
                </p:custDataLst>
              </p:nvPr>
            </p:nvSpPr>
            <p:spPr>
              <a:xfrm>
                <a:off x="2286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179E8871-B11F-4E18-ABF3-221483A0711E}"/>
                  </a:ext>
                </a:extLst>
              </p:cNvPr>
              <p:cNvSpPr/>
              <p:nvPr>
                <p:custDataLst>
                  <p:tags r:id="rId34"/>
                </p:custDataLst>
              </p:nvPr>
            </p:nvSpPr>
            <p:spPr>
              <a:xfrm>
                <a:off x="23469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F4EC6F52-8DC6-4EC8-B969-D1E174F74F7E}"/>
                  </a:ext>
                </a:extLst>
              </p:cNvPr>
              <p:cNvSpPr/>
              <p:nvPr>
                <p:custDataLst>
                  <p:tags r:id="rId35"/>
                </p:custDataLst>
              </p:nvPr>
            </p:nvSpPr>
            <p:spPr>
              <a:xfrm>
                <a:off x="2438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ABDCFB9E-57FA-4234-A35A-419D8C9CA31E}"/>
                  </a:ext>
                </a:extLst>
              </p:cNvPr>
              <p:cNvSpPr/>
              <p:nvPr>
                <p:custDataLst>
                  <p:tags r:id="rId36"/>
                </p:custDataLst>
              </p:nvPr>
            </p:nvSpPr>
            <p:spPr>
              <a:xfrm>
                <a:off x="2514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A8D71B24-BBAD-40E0-BF60-81A4DC54C7F4}"/>
                  </a:ext>
                </a:extLst>
              </p:cNvPr>
              <p:cNvSpPr/>
              <p:nvPr>
                <p:custDataLst>
                  <p:tags r:id="rId37"/>
                </p:custDataLst>
              </p:nvPr>
            </p:nvSpPr>
            <p:spPr>
              <a:xfrm>
                <a:off x="2590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B9A52C26-7B9A-4914-9266-45F9572CFE04}"/>
                  </a:ext>
                </a:extLst>
              </p:cNvPr>
              <p:cNvSpPr/>
              <p:nvPr>
                <p:custDataLst>
                  <p:tags r:id="rId38"/>
                </p:custDataLst>
              </p:nvPr>
            </p:nvSpPr>
            <p:spPr>
              <a:xfrm>
                <a:off x="26517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39C1D1E5-3456-4697-A6E8-9412CC59B1F5}"/>
                  </a:ext>
                </a:extLst>
              </p:cNvPr>
              <p:cNvSpPr/>
              <p:nvPr>
                <p:custDataLst>
                  <p:tags r:id="rId39"/>
                </p:custDataLst>
              </p:nvPr>
            </p:nvSpPr>
            <p:spPr>
              <a:xfrm>
                <a:off x="2743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1968FA7B-080B-4AC6-A8FA-32FCDCBC098A}"/>
                  </a:ext>
                </a:extLst>
              </p:cNvPr>
              <p:cNvSpPr/>
              <p:nvPr>
                <p:custDataLst>
                  <p:tags r:id="rId40"/>
                </p:custDataLst>
              </p:nvPr>
            </p:nvSpPr>
            <p:spPr>
              <a:xfrm>
                <a:off x="2819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533509C0-9152-4229-8D58-F24172E8EDFF}"/>
                  </a:ext>
                </a:extLst>
              </p:cNvPr>
              <p:cNvSpPr/>
              <p:nvPr>
                <p:custDataLst>
                  <p:tags r:id="rId41"/>
                </p:custDataLst>
              </p:nvPr>
            </p:nvSpPr>
            <p:spPr>
              <a:xfrm>
                <a:off x="2895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51EA7FBF-BAE5-4EA9-B7D5-F637C1B5F7C6}"/>
                  </a:ext>
                </a:extLst>
              </p:cNvPr>
              <p:cNvSpPr/>
              <p:nvPr>
                <p:custDataLst>
                  <p:tags r:id="rId42"/>
                </p:custDataLst>
              </p:nvPr>
            </p:nvSpPr>
            <p:spPr>
              <a:xfrm>
                <a:off x="2956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C39F6B1A-7E8A-4142-B2F5-072C800E2D0D}"/>
                  </a:ext>
                </a:extLst>
              </p:cNvPr>
              <p:cNvSpPr/>
              <p:nvPr>
                <p:custDataLst>
                  <p:tags r:id="rId43"/>
                </p:custDataLst>
              </p:nvPr>
            </p:nvSpPr>
            <p:spPr>
              <a:xfrm>
                <a:off x="3048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09F9E7C9-33AC-4B22-9866-BBCF88C7CE9B}"/>
                  </a:ext>
                </a:extLst>
              </p:cNvPr>
              <p:cNvSpPr/>
              <p:nvPr>
                <p:custDataLst>
                  <p:tags r:id="rId44"/>
                </p:custDataLst>
              </p:nvPr>
            </p:nvSpPr>
            <p:spPr>
              <a:xfrm>
                <a:off x="3124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9CA96196-1C59-463E-BF9A-456D16C5DB6F}"/>
                  </a:ext>
                </a:extLst>
              </p:cNvPr>
              <p:cNvSpPr/>
              <p:nvPr>
                <p:custDataLst>
                  <p:tags r:id="rId45"/>
                </p:custDataLst>
              </p:nvPr>
            </p:nvSpPr>
            <p:spPr>
              <a:xfrm>
                <a:off x="3200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709CFE54-D4D5-425A-A5B2-75F6A16B2C4A}"/>
                  </a:ext>
                </a:extLst>
              </p:cNvPr>
              <p:cNvSpPr/>
              <p:nvPr>
                <p:custDataLst>
                  <p:tags r:id="rId46"/>
                </p:custDataLst>
              </p:nvPr>
            </p:nvSpPr>
            <p:spPr>
              <a:xfrm>
                <a:off x="3261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8" name="Rectangle 137">
              <a:extLst>
                <a:ext uri="{FF2B5EF4-FFF2-40B4-BE49-F238E27FC236}">
                  <a16:creationId xmlns:a16="http://schemas.microsoft.com/office/drawing/2014/main" id="{7829EE59-2949-4572-A98D-BAE8BB4D21DD}"/>
                </a:ext>
              </a:extLst>
            </p:cNvPr>
            <p:cNvSpPr/>
            <p:nvPr>
              <p:custDataLst>
                <p:tags r:id="rId17"/>
              </p:custDataLst>
            </p:nvPr>
          </p:nvSpPr>
          <p:spPr>
            <a:xfrm>
              <a:off x="3243072" y="5334000"/>
              <a:ext cx="795528" cy="18054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MSI, SC</a:t>
              </a:r>
            </a:p>
          </p:txBody>
        </p:sp>
        <p:sp>
          <p:nvSpPr>
            <p:cNvPr id="139" name="Rectangle 138">
              <a:extLst>
                <a:ext uri="{FF2B5EF4-FFF2-40B4-BE49-F238E27FC236}">
                  <a16:creationId xmlns:a16="http://schemas.microsoft.com/office/drawing/2014/main" id="{AD5526C1-0FB1-4EE8-A730-CF6D129668FF}"/>
                </a:ext>
              </a:extLst>
            </p:cNvPr>
            <p:cNvSpPr/>
            <p:nvPr>
              <p:custDataLst>
                <p:tags r:id="rId18"/>
              </p:custDataLst>
            </p:nvPr>
          </p:nvSpPr>
          <p:spPr>
            <a:xfrm>
              <a:off x="533400" y="5334000"/>
              <a:ext cx="795528" cy="18054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MSI, SC</a:t>
              </a:r>
            </a:p>
          </p:txBody>
        </p:sp>
      </p:grpSp>
    </p:spTree>
    <p:custDataLst>
      <p:tags r:id="rId1"/>
    </p:custDataLst>
    <p:extLst>
      <p:ext uri="{BB962C8B-B14F-4D97-AF65-F5344CB8AC3E}">
        <p14:creationId xmlns:p14="http://schemas.microsoft.com/office/powerpoint/2010/main" val="365492326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3069736"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a:t>Course Teaser</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26</a:t>
            </a:fld>
            <a:endParaRPr lang="en-US" altLang="en-US" sz="1400"/>
          </a:p>
        </p:txBody>
      </p:sp>
      <p:sp>
        <p:nvSpPr>
          <p:cNvPr id="19" name="Rectangle 18">
            <a:extLst>
              <a:ext uri="{FF2B5EF4-FFF2-40B4-BE49-F238E27FC236}">
                <a16:creationId xmlns:a16="http://schemas.microsoft.com/office/drawing/2014/main" id="{5C4F596C-7CDC-40AA-AC7D-C5FB7C554EFF}"/>
              </a:ext>
            </a:extLst>
          </p:cNvPr>
          <p:cNvSpPr/>
          <p:nvPr>
            <p:custDataLst>
              <p:tags r:id="rId4"/>
            </p:custDataLst>
          </p:nvPr>
        </p:nvSpPr>
        <p:spPr>
          <a:xfrm>
            <a:off x="338270" y="58674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main memory</a:t>
            </a:r>
          </a:p>
        </p:txBody>
      </p:sp>
      <p:sp>
        <p:nvSpPr>
          <p:cNvPr id="20" name="Rectangle 19">
            <a:extLst>
              <a:ext uri="{FF2B5EF4-FFF2-40B4-BE49-F238E27FC236}">
                <a16:creationId xmlns:a16="http://schemas.microsoft.com/office/drawing/2014/main" id="{F468064B-1E50-4180-A1A3-2C481C7060FE}"/>
              </a:ext>
            </a:extLst>
          </p:cNvPr>
          <p:cNvSpPr/>
          <p:nvPr>
            <p:custDataLst>
              <p:tags r:id="rId5"/>
            </p:custDataLst>
          </p:nvPr>
        </p:nvSpPr>
        <p:spPr>
          <a:xfrm>
            <a:off x="4881562" y="5943600"/>
            <a:ext cx="1083395" cy="38035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page table</a:t>
            </a:r>
          </a:p>
        </p:txBody>
      </p:sp>
      <p:cxnSp>
        <p:nvCxnSpPr>
          <p:cNvPr id="38" name="Straight Connector 37">
            <a:extLst>
              <a:ext uri="{FF2B5EF4-FFF2-40B4-BE49-F238E27FC236}">
                <a16:creationId xmlns:a16="http://schemas.microsoft.com/office/drawing/2014/main" id="{B2FD9910-8E55-4084-B868-0268CF7645EE}"/>
              </a:ext>
            </a:extLst>
          </p:cNvPr>
          <p:cNvCxnSpPr/>
          <p:nvPr/>
        </p:nvCxnSpPr>
        <p:spPr>
          <a:xfrm>
            <a:off x="954880" y="5684520"/>
            <a:ext cx="74523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58" name="Rectangle 257">
            <a:extLst>
              <a:ext uri="{FF2B5EF4-FFF2-40B4-BE49-F238E27FC236}">
                <a16:creationId xmlns:a16="http://schemas.microsoft.com/office/drawing/2014/main" id="{2D9FD60A-179B-4723-B153-7A4B43A90479}"/>
              </a:ext>
            </a:extLst>
          </p:cNvPr>
          <p:cNvSpPr/>
          <p:nvPr>
            <p:custDataLst>
              <p:tags r:id="rId6"/>
            </p:custDataLst>
          </p:nvPr>
        </p:nvSpPr>
        <p:spPr>
          <a:xfrm>
            <a:off x="6172200" y="5867400"/>
            <a:ext cx="118436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accelerator</a:t>
            </a:r>
          </a:p>
        </p:txBody>
      </p:sp>
      <p:cxnSp>
        <p:nvCxnSpPr>
          <p:cNvPr id="262" name="Straight Connector 261">
            <a:extLst>
              <a:ext uri="{FF2B5EF4-FFF2-40B4-BE49-F238E27FC236}">
                <a16:creationId xmlns:a16="http://schemas.microsoft.com/office/drawing/2014/main" id="{38E44EDD-F7A6-4508-A631-9E1E2050201A}"/>
              </a:ext>
            </a:extLst>
          </p:cNvPr>
          <p:cNvCxnSpPr>
            <a:cxnSpLocks/>
          </p:cNvCxnSpPr>
          <p:nvPr/>
        </p:nvCxnSpPr>
        <p:spPr>
          <a:xfrm rot="5400000">
            <a:off x="6690360"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Rectangle 107">
            <a:extLst>
              <a:ext uri="{FF2B5EF4-FFF2-40B4-BE49-F238E27FC236}">
                <a16:creationId xmlns:a16="http://schemas.microsoft.com/office/drawing/2014/main" id="{20B06E8D-6474-4310-BA13-A497506E702A}"/>
              </a:ext>
            </a:extLst>
          </p:cNvPr>
          <p:cNvSpPr/>
          <p:nvPr>
            <p:custDataLst>
              <p:tags r:id="rId7"/>
            </p:custDataLst>
          </p:nvPr>
        </p:nvSpPr>
        <p:spPr>
          <a:xfrm>
            <a:off x="381000" y="5943600"/>
            <a:ext cx="998016" cy="38035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program instructions</a:t>
            </a:r>
          </a:p>
        </p:txBody>
      </p:sp>
      <p:sp>
        <p:nvSpPr>
          <p:cNvPr id="109" name="Rectangle 3">
            <a:extLst>
              <a:ext uri="{FF2B5EF4-FFF2-40B4-BE49-F238E27FC236}">
                <a16:creationId xmlns:a16="http://schemas.microsoft.com/office/drawing/2014/main" id="{7E56CDB0-DD50-4A32-84EA-8455D10049AF}"/>
              </a:ext>
            </a:extLst>
          </p:cNvPr>
          <p:cNvSpPr>
            <a:spLocks noGrp="1" noChangeArrowheads="1"/>
          </p:cNvSpPr>
          <p:nvPr>
            <p:ph idx="1"/>
            <p:custDataLst>
              <p:tags r:id="rId8"/>
            </p:custDataLst>
          </p:nvPr>
        </p:nvSpPr>
        <p:spPr>
          <a:xfrm>
            <a:off x="457200" y="2073279"/>
            <a:ext cx="3934339" cy="1218561"/>
          </a:xfrm>
        </p:spPr>
        <p:txBody>
          <a:bodyPr/>
          <a:lstStyle/>
          <a:p>
            <a:pPr marL="683895" lvl="1" indent="-683895">
              <a:lnSpc>
                <a:spcPct val="90000"/>
              </a:lnSpc>
              <a:buNone/>
            </a:pPr>
            <a:r>
              <a:rPr lang="en-US" altLang="en-US" sz="2000" dirty="0">
                <a:latin typeface="Consolas"/>
              </a:rPr>
              <a:t>add $t0, $t0, $s1</a:t>
            </a:r>
          </a:p>
          <a:p>
            <a:pPr marL="683895" lvl="1" indent="-683895">
              <a:lnSpc>
                <a:spcPct val="90000"/>
              </a:lnSpc>
              <a:buNone/>
            </a:pPr>
            <a:r>
              <a:rPr lang="en-US" altLang="en-US" sz="2000" dirty="0">
                <a:latin typeface="Consolas"/>
              </a:rPr>
              <a:t>    or $t1, $t0, $s2</a:t>
            </a:r>
          </a:p>
          <a:p>
            <a:pPr marL="683895" lvl="1" indent="-683895">
              <a:lnSpc>
                <a:spcPct val="90000"/>
              </a:lnSpc>
              <a:buNone/>
            </a:pPr>
            <a:r>
              <a:rPr lang="en-US" altLang="en-US" sz="2000" dirty="0">
                <a:latin typeface="Consolas"/>
              </a:rPr>
              <a:t>        and $t2, $t1, $s3</a:t>
            </a:r>
          </a:p>
        </p:txBody>
      </p:sp>
      <p:sp>
        <p:nvSpPr>
          <p:cNvPr id="110" name="Rectangle 3">
            <a:extLst>
              <a:ext uri="{FF2B5EF4-FFF2-40B4-BE49-F238E27FC236}">
                <a16:creationId xmlns:a16="http://schemas.microsoft.com/office/drawing/2014/main" id="{E6A4BA74-A3A7-41C4-816A-BCC4993D8102}"/>
              </a:ext>
            </a:extLst>
          </p:cNvPr>
          <p:cNvSpPr txBox="1">
            <a:spLocks noChangeArrowheads="1"/>
          </p:cNvSpPr>
          <p:nvPr>
            <p:custDataLst>
              <p:tags r:id="rId9"/>
            </p:custDataLst>
          </p:nvPr>
        </p:nvSpPr>
        <p:spPr bwMode="auto">
          <a:xfrm>
            <a:off x="5029200" y="2072640"/>
            <a:ext cx="3919778" cy="1218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83895" lvl="1" indent="-683895">
              <a:lnSpc>
                <a:spcPct val="90000"/>
              </a:lnSpc>
              <a:buFont typeface="Arial" charset="0"/>
              <a:buNone/>
            </a:pPr>
            <a:r>
              <a:rPr lang="en-US" altLang="en-US" sz="2000" err="1">
                <a:latin typeface="Consolas"/>
              </a:rPr>
              <a:t>lw</a:t>
            </a:r>
            <a:r>
              <a:rPr lang="en-US" altLang="en-US" sz="2000" dirty="0">
                <a:latin typeface="Consolas"/>
              </a:rPr>
              <a:t> $t0, ($s0)</a:t>
            </a:r>
          </a:p>
          <a:p>
            <a:pPr marL="683895" lvl="1" indent="-683895">
              <a:lnSpc>
                <a:spcPct val="90000"/>
              </a:lnSpc>
              <a:buFont typeface="Arial" charset="0"/>
              <a:buNone/>
            </a:pPr>
            <a:r>
              <a:rPr lang="en-US" altLang="en-US" sz="2000" dirty="0">
                <a:latin typeface="Consolas"/>
              </a:rPr>
              <a:t>    nor $t3, $t0, $s1</a:t>
            </a:r>
          </a:p>
          <a:p>
            <a:pPr marL="683895" lvl="1" indent="-683895">
              <a:lnSpc>
                <a:spcPct val="90000"/>
              </a:lnSpc>
              <a:buFont typeface="Arial" charset="0"/>
              <a:buNone/>
            </a:pPr>
            <a:r>
              <a:rPr lang="en-US" altLang="en-US" sz="2000" dirty="0">
                <a:latin typeface="Consolas"/>
              </a:rPr>
              <a:t>        sub $t2, $t3, $s2</a:t>
            </a:r>
          </a:p>
        </p:txBody>
      </p:sp>
      <p:sp>
        <p:nvSpPr>
          <p:cNvPr id="111" name="Rectangle 3">
            <a:extLst>
              <a:ext uri="{FF2B5EF4-FFF2-40B4-BE49-F238E27FC236}">
                <a16:creationId xmlns:a16="http://schemas.microsoft.com/office/drawing/2014/main" id="{BD5223E1-B3B1-431A-AEF4-3F17E4C025C8}"/>
              </a:ext>
            </a:extLst>
          </p:cNvPr>
          <p:cNvSpPr txBox="1">
            <a:spLocks noChangeArrowheads="1"/>
          </p:cNvSpPr>
          <p:nvPr>
            <p:custDataLst>
              <p:tags r:id="rId10"/>
            </p:custDataLst>
          </p:nvPr>
        </p:nvSpPr>
        <p:spPr bwMode="auto">
          <a:xfrm>
            <a:off x="381000" y="1219200"/>
            <a:ext cx="8461375" cy="648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None/>
            </a:pPr>
            <a:r>
              <a:rPr lang="en-US" altLang="en-US" sz="2800"/>
              <a:t>How can our processor interact with the user?</a:t>
            </a:r>
          </a:p>
          <a:p>
            <a:pPr>
              <a:lnSpc>
                <a:spcPct val="80000"/>
              </a:lnSpc>
            </a:pPr>
            <a:r>
              <a:rPr lang="en-US" altLang="en-US" sz="2400" b="1"/>
              <a:t>Disk, I/O</a:t>
            </a:r>
          </a:p>
        </p:txBody>
      </p:sp>
      <p:sp>
        <p:nvSpPr>
          <p:cNvPr id="112" name="Rectangle 111">
            <a:extLst>
              <a:ext uri="{FF2B5EF4-FFF2-40B4-BE49-F238E27FC236}">
                <a16:creationId xmlns:a16="http://schemas.microsoft.com/office/drawing/2014/main" id="{75A1AD65-2EE1-4614-B574-6AE7987CA52B}"/>
              </a:ext>
            </a:extLst>
          </p:cNvPr>
          <p:cNvSpPr/>
          <p:nvPr>
            <p:custDataLst>
              <p:tags r:id="rId11"/>
            </p:custDataLst>
          </p:nvPr>
        </p:nvSpPr>
        <p:spPr>
          <a:xfrm>
            <a:off x="7502439" y="5867400"/>
            <a:ext cx="498561" cy="533400"/>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I/O</a:t>
            </a:r>
          </a:p>
        </p:txBody>
      </p:sp>
      <p:sp>
        <p:nvSpPr>
          <p:cNvPr id="113" name="Rectangle 112">
            <a:extLst>
              <a:ext uri="{FF2B5EF4-FFF2-40B4-BE49-F238E27FC236}">
                <a16:creationId xmlns:a16="http://schemas.microsoft.com/office/drawing/2014/main" id="{3F3A30AE-D965-4D21-8580-D9E5B2108A2A}"/>
              </a:ext>
            </a:extLst>
          </p:cNvPr>
          <p:cNvSpPr/>
          <p:nvPr>
            <p:custDataLst>
              <p:tags r:id="rId12"/>
            </p:custDataLst>
          </p:nvPr>
        </p:nvSpPr>
        <p:spPr>
          <a:xfrm>
            <a:off x="8188239" y="5867400"/>
            <a:ext cx="498561" cy="533400"/>
          </a:xfrm>
          <a:prstGeom prst="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I/O</a:t>
            </a:r>
          </a:p>
        </p:txBody>
      </p:sp>
      <p:cxnSp>
        <p:nvCxnSpPr>
          <p:cNvPr id="114" name="Straight Connector 113">
            <a:extLst>
              <a:ext uri="{FF2B5EF4-FFF2-40B4-BE49-F238E27FC236}">
                <a16:creationId xmlns:a16="http://schemas.microsoft.com/office/drawing/2014/main" id="{A8CFA8A4-CD90-4856-AEB8-C072C3EB968F}"/>
              </a:ext>
            </a:extLst>
          </p:cNvPr>
          <p:cNvCxnSpPr>
            <a:cxnSpLocks/>
          </p:cNvCxnSpPr>
          <p:nvPr/>
        </p:nvCxnSpPr>
        <p:spPr>
          <a:xfrm rot="5400000">
            <a:off x="7639599"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B677AF55-E25C-42B8-915C-79D93466F7E1}"/>
              </a:ext>
            </a:extLst>
          </p:cNvPr>
          <p:cNvCxnSpPr>
            <a:cxnSpLocks/>
          </p:cNvCxnSpPr>
          <p:nvPr/>
        </p:nvCxnSpPr>
        <p:spPr>
          <a:xfrm rot="5400000">
            <a:off x="8325399"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2288D603-CDA6-4C79-BC91-D5194BAC8E83}"/>
              </a:ext>
            </a:extLst>
          </p:cNvPr>
          <p:cNvGrpSpPr/>
          <p:nvPr>
            <p:custDataLst>
              <p:tags r:id="rId13"/>
            </p:custDataLst>
          </p:nvPr>
        </p:nvGrpSpPr>
        <p:grpSpPr>
          <a:xfrm>
            <a:off x="304800" y="3137854"/>
            <a:ext cx="3957637" cy="2546666"/>
            <a:chOff x="304800" y="3137854"/>
            <a:chExt cx="3957637" cy="2546666"/>
          </a:xfrm>
        </p:grpSpPr>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85">
              <a:extLst>
                <a:ext uri="{28A0092B-C50C-407E-A947-70E740481C1C}">
                  <a14:useLocalDpi xmlns:a14="http://schemas.microsoft.com/office/drawing/2010/main" val="0"/>
                </a:ext>
              </a:extLst>
            </a:blip>
            <a:srcRect/>
            <a:stretch>
              <a:fillRect/>
            </a:stretch>
          </p:blipFill>
          <p:spPr bwMode="auto">
            <a:xfrm>
              <a:off x="304800" y="3139440"/>
              <a:ext cx="3957637" cy="1986618"/>
            </a:xfrm>
            <a:prstGeom prst="rect">
              <a:avLst/>
            </a:prstGeom>
            <a:noFill/>
            <a:ln/>
            <a:extLst>
              <a:ext uri="{909E8E84-426E-40DD-AFC4-6F175D3DCCD1}">
                <a14:hiddenFill xmlns:a14="http://schemas.microsoft.com/office/drawing/2010/main">
                  <a:solidFill>
                    <a:srgbClr val="FFFFFF"/>
                  </a:solidFill>
                </a14:hiddenFill>
              </a:ext>
            </a:extLst>
          </p:spPr>
        </p:pic>
        <p:cxnSp>
          <p:nvCxnSpPr>
            <p:cNvPr id="34" name="Straight Connector 33">
              <a:extLst>
                <a:ext uri="{FF2B5EF4-FFF2-40B4-BE49-F238E27FC236}">
                  <a16:creationId xmlns:a16="http://schemas.microsoft.com/office/drawing/2014/main" id="{42151963-6848-41DB-BAF8-9A363EC64527}"/>
                </a:ext>
              </a:extLst>
            </p:cNvPr>
            <p:cNvCxnSpPr>
              <a:cxnSpLocks/>
            </p:cNvCxnSpPr>
            <p:nvPr/>
          </p:nvCxnSpPr>
          <p:spPr>
            <a:xfrm flipV="1">
              <a:off x="477105" y="4427617"/>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37A6515-ADA9-441D-A996-DFF0A333FBA0}"/>
                </a:ext>
              </a:extLst>
            </p:cNvPr>
            <p:cNvCxnSpPr>
              <a:cxnSpLocks/>
            </p:cNvCxnSpPr>
            <p:nvPr/>
          </p:nvCxnSpPr>
          <p:spPr>
            <a:xfrm flipH="1" flipV="1">
              <a:off x="1050634" y="4428775"/>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866B52-1967-4E48-9017-66B111B55C20}"/>
                </a:ext>
              </a:extLst>
            </p:cNvPr>
            <p:cNvCxnSpPr>
              <a:cxnSpLocks/>
            </p:cNvCxnSpPr>
            <p:nvPr/>
          </p:nvCxnSpPr>
          <p:spPr>
            <a:xfrm flipV="1">
              <a:off x="3188221" y="4417910"/>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AD41A51-DD74-4CC0-AF1A-FBF3F09D0EC9}"/>
                </a:ext>
              </a:extLst>
            </p:cNvPr>
            <p:cNvCxnSpPr>
              <a:cxnSpLocks/>
            </p:cNvCxnSpPr>
            <p:nvPr/>
          </p:nvCxnSpPr>
          <p:spPr>
            <a:xfrm flipH="1" flipV="1">
              <a:off x="3761750" y="4419068"/>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844591"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3613048"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D009F42-8219-4094-9CC2-F2B7670971BF}"/>
                </a:ext>
              </a:extLst>
            </p:cNvPr>
            <p:cNvSpPr/>
            <p:nvPr>
              <p:custDataLst>
                <p:tags r:id="rId49"/>
              </p:custDataLst>
            </p:nvPr>
          </p:nvSpPr>
          <p:spPr>
            <a:xfrm>
              <a:off x="477105" y="5119706"/>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50"/>
              </p:custDataLst>
            </p:nvPr>
          </p:nvSpPr>
          <p:spPr>
            <a:xfrm>
              <a:off x="3190913" y="5104009"/>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solidFill>
                    <a:schemeClr val="tx1"/>
                  </a:solidFill>
                </a:rPr>
                <a:t>L1-D cache</a:t>
              </a:r>
            </a:p>
          </p:txBody>
        </p:sp>
        <p:cxnSp>
          <p:nvCxnSpPr>
            <p:cNvPr id="30" name="Straight Connector 29">
              <a:extLst>
                <a:ext uri="{FF2B5EF4-FFF2-40B4-BE49-F238E27FC236}">
                  <a16:creationId xmlns:a16="http://schemas.microsoft.com/office/drawing/2014/main" id="{1101D632-2BB9-4387-95F1-E6529E85FA4B}"/>
                </a:ext>
              </a:extLst>
            </p:cNvPr>
            <p:cNvCxnSpPr>
              <a:cxnSpLocks/>
            </p:cNvCxnSpPr>
            <p:nvPr/>
          </p:nvCxnSpPr>
          <p:spPr>
            <a:xfrm rot="5400000">
              <a:off x="757833" y="496900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9BBE81F-9C19-4CF3-8FD8-F4A9D48F9E98}"/>
                </a:ext>
              </a:extLst>
            </p:cNvPr>
            <p:cNvCxnSpPr>
              <a:cxnSpLocks/>
            </p:cNvCxnSpPr>
            <p:nvPr/>
          </p:nvCxnSpPr>
          <p:spPr>
            <a:xfrm rot="5400000">
              <a:off x="3471641" y="495055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0599568-8419-41FC-BEE1-E4A87420EBC3}"/>
                </a:ext>
              </a:extLst>
            </p:cNvPr>
            <p:cNvSpPr/>
            <p:nvPr>
              <p:custDataLst>
                <p:tags r:id="rId51"/>
              </p:custDataLst>
            </p:nvPr>
          </p:nvSpPr>
          <p:spPr>
            <a:xfrm>
              <a:off x="3409135" y="4567171"/>
              <a:ext cx="415262" cy="329056"/>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sp>
          <p:nvSpPr>
            <p:cNvPr id="27" name="Rectangle 26">
              <a:extLst>
                <a:ext uri="{FF2B5EF4-FFF2-40B4-BE49-F238E27FC236}">
                  <a16:creationId xmlns:a16="http://schemas.microsoft.com/office/drawing/2014/main" id="{4E186134-61F3-4505-826F-7F8686DD71AD}"/>
                </a:ext>
              </a:extLst>
            </p:cNvPr>
            <p:cNvSpPr/>
            <p:nvPr>
              <p:custDataLst>
                <p:tags r:id="rId52"/>
              </p:custDataLst>
            </p:nvPr>
          </p:nvSpPr>
          <p:spPr>
            <a:xfrm>
              <a:off x="689794" y="4567171"/>
              <a:ext cx="415262" cy="329056"/>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pic>
          <p:nvPicPr>
            <p:cNvPr id="53"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64AC13FC-FDCE-43EE-9322-BF31923E6643}"/>
                </a:ext>
              </a:extLst>
            </p:cNvPr>
            <p:cNvPicPr>
              <a:picLocks noChangeAspect="1" noChangeArrowheads="1"/>
            </p:cNvPicPr>
            <p:nvPr/>
          </p:nvPicPr>
          <p:blipFill rotWithShape="1">
            <a:blip r:embed="rId85">
              <a:extLst>
                <a:ext uri="{28A0092B-C50C-407E-A947-70E740481C1C}">
                  <a14:useLocalDpi xmlns:a14="http://schemas.microsoft.com/office/drawing/2010/main" val="0"/>
                </a:ext>
              </a:extLst>
            </a:blip>
            <a:srcRect l="51985" t="37048" r="28761" b="28687"/>
            <a:stretch/>
          </p:blipFill>
          <p:spPr bwMode="auto">
            <a:xfrm>
              <a:off x="2357437" y="43637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4"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23B9133B-FFAD-43E5-A4EE-897C26A41971}"/>
                </a:ext>
              </a:extLst>
            </p:cNvPr>
            <p:cNvPicPr>
              <a:picLocks noChangeAspect="1" noChangeArrowheads="1"/>
            </p:cNvPicPr>
            <p:nvPr/>
          </p:nvPicPr>
          <p:blipFill rotWithShape="1">
            <a:blip r:embed="rId85">
              <a:extLst>
                <a:ext uri="{28A0092B-C50C-407E-A947-70E740481C1C}">
                  <a14:useLocalDpi xmlns:a14="http://schemas.microsoft.com/office/drawing/2010/main" val="0"/>
                </a:ext>
              </a:extLst>
            </a:blip>
            <a:srcRect l="51985" t="37048" r="28761" b="28687"/>
            <a:stretch/>
          </p:blipFill>
          <p:spPr bwMode="auto">
            <a:xfrm>
              <a:off x="2357437" y="38303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5"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26C28EFB-A857-46B3-86F7-D0298F7F7F7E}"/>
                </a:ext>
              </a:extLst>
            </p:cNvPr>
            <p:cNvPicPr>
              <a:picLocks noChangeAspect="1" noChangeArrowheads="1"/>
            </p:cNvPicPr>
            <p:nvPr/>
          </p:nvPicPr>
          <p:blipFill rotWithShape="1">
            <a:blip r:embed="rId85">
              <a:extLst>
                <a:ext uri="{28A0092B-C50C-407E-A947-70E740481C1C}">
                  <a14:useLocalDpi xmlns:a14="http://schemas.microsoft.com/office/drawing/2010/main" val="0"/>
                </a:ext>
              </a:extLst>
            </a:blip>
            <a:srcRect l="51985" t="37048" r="28761" b="28687"/>
            <a:stretch/>
          </p:blipFill>
          <p:spPr bwMode="auto">
            <a:xfrm>
              <a:off x="2357436"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E82C0ED7-5271-463F-A09E-E652A44F2805}"/>
                </a:ext>
              </a:extLst>
            </p:cNvPr>
            <p:cNvPicPr>
              <a:picLocks noChangeAspect="1" noChangeArrowheads="1"/>
            </p:cNvPicPr>
            <p:nvPr/>
          </p:nvPicPr>
          <p:blipFill rotWithShape="1">
            <a:blip r:embed="rId85">
              <a:extLst>
                <a:ext uri="{28A0092B-C50C-407E-A947-70E740481C1C}">
                  <a14:useLocalDpi xmlns:a14="http://schemas.microsoft.com/office/drawing/2010/main" val="0"/>
                </a:ext>
              </a:extLst>
            </a:blip>
            <a:srcRect l="51985" t="37048" r="28761" b="28687"/>
            <a:stretch/>
          </p:blipFill>
          <p:spPr bwMode="auto">
            <a:xfrm>
              <a:off x="3043237"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DE8F4C0D-685F-4175-944B-C5DFCB1637AB}"/>
                </a:ext>
              </a:extLst>
            </p:cNvPr>
            <p:cNvGrpSpPr/>
            <p:nvPr/>
          </p:nvGrpSpPr>
          <p:grpSpPr>
            <a:xfrm>
              <a:off x="1981200" y="3137854"/>
              <a:ext cx="2133600" cy="182880"/>
              <a:chOff x="1219200" y="1477735"/>
              <a:chExt cx="2133600" cy="182880"/>
            </a:xfrm>
          </p:grpSpPr>
          <p:sp>
            <p:nvSpPr>
              <p:cNvPr id="8" name="Rectangle 7">
                <a:extLst>
                  <a:ext uri="{FF2B5EF4-FFF2-40B4-BE49-F238E27FC236}">
                    <a16:creationId xmlns:a16="http://schemas.microsoft.com/office/drawing/2014/main" id="{964A1825-2A13-446E-9A46-68902D1D9982}"/>
                  </a:ext>
                </a:extLst>
              </p:cNvPr>
              <p:cNvSpPr/>
              <p:nvPr>
                <p:custDataLst>
                  <p:tags r:id="rId55"/>
                </p:custDataLst>
              </p:nvPr>
            </p:nvSpPr>
            <p:spPr>
              <a:xfrm>
                <a:off x="1219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6EBBECE2-C1C8-4474-8614-D6B276321210}"/>
                  </a:ext>
                </a:extLst>
              </p:cNvPr>
              <p:cNvSpPr/>
              <p:nvPr>
                <p:custDataLst>
                  <p:tags r:id="rId56"/>
                </p:custDataLst>
              </p:nvPr>
            </p:nvSpPr>
            <p:spPr>
              <a:xfrm>
                <a:off x="1295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454A92B7-5C91-4F97-B30A-98F2CAA3B4A0}"/>
                  </a:ext>
                </a:extLst>
              </p:cNvPr>
              <p:cNvSpPr/>
              <p:nvPr>
                <p:custDataLst>
                  <p:tags r:id="rId57"/>
                </p:custDataLst>
              </p:nvPr>
            </p:nvSpPr>
            <p:spPr>
              <a:xfrm>
                <a:off x="1371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365DA114-F05B-48B8-A769-038536994741}"/>
                  </a:ext>
                </a:extLst>
              </p:cNvPr>
              <p:cNvSpPr/>
              <p:nvPr>
                <p:custDataLst>
                  <p:tags r:id="rId58"/>
                </p:custDataLst>
              </p:nvPr>
            </p:nvSpPr>
            <p:spPr>
              <a:xfrm>
                <a:off x="1432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48655FA1-603D-49BF-914E-36DF57DC60E1}"/>
                  </a:ext>
                </a:extLst>
              </p:cNvPr>
              <p:cNvSpPr/>
              <p:nvPr>
                <p:custDataLst>
                  <p:tags r:id="rId59"/>
                </p:custDataLst>
              </p:nvPr>
            </p:nvSpPr>
            <p:spPr>
              <a:xfrm>
                <a:off x="1524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55205639-F83B-49B4-A0BD-B74E1AAC5B0A}"/>
                  </a:ext>
                </a:extLst>
              </p:cNvPr>
              <p:cNvSpPr/>
              <p:nvPr>
                <p:custDataLst>
                  <p:tags r:id="rId60"/>
                </p:custDataLst>
              </p:nvPr>
            </p:nvSpPr>
            <p:spPr>
              <a:xfrm>
                <a:off x="1600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76CC1A6E-A16E-4FE8-A30F-46C9EC0DD409}"/>
                  </a:ext>
                </a:extLst>
              </p:cNvPr>
              <p:cNvSpPr/>
              <p:nvPr>
                <p:custDataLst>
                  <p:tags r:id="rId61"/>
                </p:custDataLst>
              </p:nvPr>
            </p:nvSpPr>
            <p:spPr>
              <a:xfrm>
                <a:off x="1676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8A5DD325-A2E5-458B-9E77-56204DBC460F}"/>
                  </a:ext>
                </a:extLst>
              </p:cNvPr>
              <p:cNvSpPr/>
              <p:nvPr>
                <p:custDataLst>
                  <p:tags r:id="rId62"/>
                </p:custDataLst>
              </p:nvPr>
            </p:nvSpPr>
            <p:spPr>
              <a:xfrm>
                <a:off x="1737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0B5AC967-CFBC-4CC5-8538-A110955C3578}"/>
                  </a:ext>
                </a:extLst>
              </p:cNvPr>
              <p:cNvSpPr/>
              <p:nvPr>
                <p:custDataLst>
                  <p:tags r:id="rId63"/>
                </p:custDataLst>
              </p:nvPr>
            </p:nvSpPr>
            <p:spPr>
              <a:xfrm>
                <a:off x="1828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536E048D-10ED-4571-9194-312B818A3031}"/>
                  </a:ext>
                </a:extLst>
              </p:cNvPr>
              <p:cNvSpPr/>
              <p:nvPr>
                <p:custDataLst>
                  <p:tags r:id="rId64"/>
                </p:custDataLst>
              </p:nvPr>
            </p:nvSpPr>
            <p:spPr>
              <a:xfrm>
                <a:off x="1905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13D946AC-8149-4E5B-BCA9-31907F1A2DC3}"/>
                  </a:ext>
                </a:extLst>
              </p:cNvPr>
              <p:cNvSpPr/>
              <p:nvPr>
                <p:custDataLst>
                  <p:tags r:id="rId65"/>
                </p:custDataLst>
              </p:nvPr>
            </p:nvSpPr>
            <p:spPr>
              <a:xfrm>
                <a:off x="1981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462CEFEC-2A75-4378-85FD-B4097B31EC26}"/>
                  </a:ext>
                </a:extLst>
              </p:cNvPr>
              <p:cNvSpPr/>
              <p:nvPr>
                <p:custDataLst>
                  <p:tags r:id="rId66"/>
                </p:custDataLst>
              </p:nvPr>
            </p:nvSpPr>
            <p:spPr>
              <a:xfrm>
                <a:off x="20421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DBEAA78F-EF1C-4E86-A8F7-90BE0BC55014}"/>
                  </a:ext>
                </a:extLst>
              </p:cNvPr>
              <p:cNvSpPr/>
              <p:nvPr>
                <p:custDataLst>
                  <p:tags r:id="rId67"/>
                </p:custDataLst>
              </p:nvPr>
            </p:nvSpPr>
            <p:spPr>
              <a:xfrm>
                <a:off x="2133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A1EEF75B-701F-46F3-8725-84BE45BDDDA0}"/>
                  </a:ext>
                </a:extLst>
              </p:cNvPr>
              <p:cNvSpPr/>
              <p:nvPr>
                <p:custDataLst>
                  <p:tags r:id="rId68"/>
                </p:custDataLst>
              </p:nvPr>
            </p:nvSpPr>
            <p:spPr>
              <a:xfrm>
                <a:off x="2209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83A49BE3-63AA-4EF3-A9D3-6C9C25E88552}"/>
                  </a:ext>
                </a:extLst>
              </p:cNvPr>
              <p:cNvSpPr/>
              <p:nvPr>
                <p:custDataLst>
                  <p:tags r:id="rId69"/>
                </p:custDataLst>
              </p:nvPr>
            </p:nvSpPr>
            <p:spPr>
              <a:xfrm>
                <a:off x="2286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03E5BFBC-70E9-4285-ADA0-733331B462F0}"/>
                  </a:ext>
                </a:extLst>
              </p:cNvPr>
              <p:cNvSpPr/>
              <p:nvPr>
                <p:custDataLst>
                  <p:tags r:id="rId70"/>
                </p:custDataLst>
              </p:nvPr>
            </p:nvSpPr>
            <p:spPr>
              <a:xfrm>
                <a:off x="23469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836543EC-A9A2-4B16-A87C-F15CFFE1A86C}"/>
                  </a:ext>
                </a:extLst>
              </p:cNvPr>
              <p:cNvSpPr/>
              <p:nvPr>
                <p:custDataLst>
                  <p:tags r:id="rId71"/>
                </p:custDataLst>
              </p:nvPr>
            </p:nvSpPr>
            <p:spPr>
              <a:xfrm>
                <a:off x="2438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9716995F-C8FE-4CAB-A199-B3E5ADC979E3}"/>
                  </a:ext>
                </a:extLst>
              </p:cNvPr>
              <p:cNvSpPr/>
              <p:nvPr>
                <p:custDataLst>
                  <p:tags r:id="rId72"/>
                </p:custDataLst>
              </p:nvPr>
            </p:nvSpPr>
            <p:spPr>
              <a:xfrm>
                <a:off x="2514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BF5F34ED-E9E3-4B43-8E7D-888FB219AB40}"/>
                  </a:ext>
                </a:extLst>
              </p:cNvPr>
              <p:cNvSpPr/>
              <p:nvPr>
                <p:custDataLst>
                  <p:tags r:id="rId73"/>
                </p:custDataLst>
              </p:nvPr>
            </p:nvSpPr>
            <p:spPr>
              <a:xfrm>
                <a:off x="2590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7CEDF53C-0F4A-4807-9547-2FF9E04A4CEF}"/>
                  </a:ext>
                </a:extLst>
              </p:cNvPr>
              <p:cNvSpPr/>
              <p:nvPr>
                <p:custDataLst>
                  <p:tags r:id="rId74"/>
                </p:custDataLst>
              </p:nvPr>
            </p:nvSpPr>
            <p:spPr>
              <a:xfrm>
                <a:off x="26517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B581BAEF-BC7F-47E8-ADA8-A7CFF1405435}"/>
                  </a:ext>
                </a:extLst>
              </p:cNvPr>
              <p:cNvSpPr/>
              <p:nvPr>
                <p:custDataLst>
                  <p:tags r:id="rId75"/>
                </p:custDataLst>
              </p:nvPr>
            </p:nvSpPr>
            <p:spPr>
              <a:xfrm>
                <a:off x="2743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C53FDF5F-85B5-405D-BC79-242BEA73CE7B}"/>
                  </a:ext>
                </a:extLst>
              </p:cNvPr>
              <p:cNvSpPr/>
              <p:nvPr>
                <p:custDataLst>
                  <p:tags r:id="rId76"/>
                </p:custDataLst>
              </p:nvPr>
            </p:nvSpPr>
            <p:spPr>
              <a:xfrm>
                <a:off x="2819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B9DB3181-5E48-456F-81CD-35E4AD51BA5C}"/>
                  </a:ext>
                </a:extLst>
              </p:cNvPr>
              <p:cNvSpPr/>
              <p:nvPr>
                <p:custDataLst>
                  <p:tags r:id="rId77"/>
                </p:custDataLst>
              </p:nvPr>
            </p:nvSpPr>
            <p:spPr>
              <a:xfrm>
                <a:off x="2895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6C3B45DF-CE52-4530-ACDB-3A5CEA71353E}"/>
                  </a:ext>
                </a:extLst>
              </p:cNvPr>
              <p:cNvSpPr/>
              <p:nvPr>
                <p:custDataLst>
                  <p:tags r:id="rId78"/>
                </p:custDataLst>
              </p:nvPr>
            </p:nvSpPr>
            <p:spPr>
              <a:xfrm>
                <a:off x="2956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9632A4DB-DDDE-455D-92C3-88EE111271BA}"/>
                  </a:ext>
                </a:extLst>
              </p:cNvPr>
              <p:cNvSpPr/>
              <p:nvPr>
                <p:custDataLst>
                  <p:tags r:id="rId79"/>
                </p:custDataLst>
              </p:nvPr>
            </p:nvSpPr>
            <p:spPr>
              <a:xfrm>
                <a:off x="3048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28F035B2-E65D-450D-B763-1E62BCB7E2BA}"/>
                  </a:ext>
                </a:extLst>
              </p:cNvPr>
              <p:cNvSpPr/>
              <p:nvPr>
                <p:custDataLst>
                  <p:tags r:id="rId80"/>
                </p:custDataLst>
              </p:nvPr>
            </p:nvSpPr>
            <p:spPr>
              <a:xfrm>
                <a:off x="3124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3545E6BE-69E8-46DF-96B1-7C582DCA7CA9}"/>
                  </a:ext>
                </a:extLst>
              </p:cNvPr>
              <p:cNvSpPr/>
              <p:nvPr>
                <p:custDataLst>
                  <p:tags r:id="rId81"/>
                </p:custDataLst>
              </p:nvPr>
            </p:nvSpPr>
            <p:spPr>
              <a:xfrm>
                <a:off x="3200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10210139-E030-411A-A756-CA42659EDE5A}"/>
                  </a:ext>
                </a:extLst>
              </p:cNvPr>
              <p:cNvSpPr/>
              <p:nvPr>
                <p:custDataLst>
                  <p:tags r:id="rId82"/>
                </p:custDataLst>
              </p:nvPr>
            </p:nvSpPr>
            <p:spPr>
              <a:xfrm>
                <a:off x="3261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7" name="Rectangle 116">
              <a:extLst>
                <a:ext uri="{FF2B5EF4-FFF2-40B4-BE49-F238E27FC236}">
                  <a16:creationId xmlns:a16="http://schemas.microsoft.com/office/drawing/2014/main" id="{ED4559B8-3CFA-4E3B-A951-48CE52495260}"/>
                </a:ext>
              </a:extLst>
            </p:cNvPr>
            <p:cNvSpPr/>
            <p:nvPr>
              <p:custDataLst>
                <p:tags r:id="rId53"/>
              </p:custDataLst>
            </p:nvPr>
          </p:nvSpPr>
          <p:spPr>
            <a:xfrm>
              <a:off x="3243072" y="5334000"/>
              <a:ext cx="795528" cy="18054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MSI, SC</a:t>
              </a:r>
            </a:p>
          </p:txBody>
        </p:sp>
        <p:sp>
          <p:nvSpPr>
            <p:cNvPr id="118" name="Rectangle 117">
              <a:extLst>
                <a:ext uri="{FF2B5EF4-FFF2-40B4-BE49-F238E27FC236}">
                  <a16:creationId xmlns:a16="http://schemas.microsoft.com/office/drawing/2014/main" id="{8151B412-17A4-43E7-966F-24302FB60030}"/>
                </a:ext>
              </a:extLst>
            </p:cNvPr>
            <p:cNvSpPr/>
            <p:nvPr>
              <p:custDataLst>
                <p:tags r:id="rId54"/>
              </p:custDataLst>
            </p:nvPr>
          </p:nvSpPr>
          <p:spPr>
            <a:xfrm>
              <a:off x="533400" y="5334000"/>
              <a:ext cx="795528" cy="18054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MSI, SC</a:t>
              </a:r>
            </a:p>
          </p:txBody>
        </p:sp>
      </p:grpSp>
      <p:grpSp>
        <p:nvGrpSpPr>
          <p:cNvPr id="119" name="Group 118">
            <a:extLst>
              <a:ext uri="{FF2B5EF4-FFF2-40B4-BE49-F238E27FC236}">
                <a16:creationId xmlns:a16="http://schemas.microsoft.com/office/drawing/2014/main" id="{BBDEBE23-3D90-4F4C-BD5D-743C49446BAF}"/>
              </a:ext>
            </a:extLst>
          </p:cNvPr>
          <p:cNvGrpSpPr/>
          <p:nvPr>
            <p:custDataLst>
              <p:tags r:id="rId14"/>
            </p:custDataLst>
          </p:nvPr>
        </p:nvGrpSpPr>
        <p:grpSpPr>
          <a:xfrm>
            <a:off x="4881563" y="3137854"/>
            <a:ext cx="3957637" cy="2546666"/>
            <a:chOff x="304800" y="3137854"/>
            <a:chExt cx="3957637" cy="2546666"/>
          </a:xfrm>
        </p:grpSpPr>
        <p:pic>
          <p:nvPicPr>
            <p:cNvPr id="120"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A47BDE6F-7A43-4CAB-BE7A-5CC10F4FED3D}"/>
                </a:ext>
              </a:extLst>
            </p:cNvPr>
            <p:cNvPicPr>
              <a:picLocks noChangeAspect="1" noChangeArrowheads="1"/>
            </p:cNvPicPr>
            <p:nvPr/>
          </p:nvPicPr>
          <p:blipFill>
            <a:blip r:embed="rId85">
              <a:extLst>
                <a:ext uri="{28A0092B-C50C-407E-A947-70E740481C1C}">
                  <a14:useLocalDpi xmlns:a14="http://schemas.microsoft.com/office/drawing/2010/main" val="0"/>
                </a:ext>
              </a:extLst>
            </a:blip>
            <a:srcRect/>
            <a:stretch>
              <a:fillRect/>
            </a:stretch>
          </p:blipFill>
          <p:spPr bwMode="auto">
            <a:xfrm>
              <a:off x="304800" y="3139440"/>
              <a:ext cx="3957637" cy="1986618"/>
            </a:xfrm>
            <a:prstGeom prst="rect">
              <a:avLst/>
            </a:prstGeom>
            <a:noFill/>
            <a:ln/>
            <a:extLst>
              <a:ext uri="{909E8E84-426E-40DD-AFC4-6F175D3DCCD1}">
                <a14:hiddenFill xmlns:a14="http://schemas.microsoft.com/office/drawing/2010/main">
                  <a:solidFill>
                    <a:srgbClr val="FFFFFF"/>
                  </a:solidFill>
                </a14:hiddenFill>
              </a:ext>
            </a:extLst>
          </p:spPr>
        </p:pic>
        <p:cxnSp>
          <p:nvCxnSpPr>
            <p:cNvPr id="121" name="Straight Connector 120">
              <a:extLst>
                <a:ext uri="{FF2B5EF4-FFF2-40B4-BE49-F238E27FC236}">
                  <a16:creationId xmlns:a16="http://schemas.microsoft.com/office/drawing/2014/main" id="{61B369D2-38C2-448A-98C2-2CBA6B6AD394}"/>
                </a:ext>
              </a:extLst>
            </p:cNvPr>
            <p:cNvCxnSpPr>
              <a:cxnSpLocks/>
            </p:cNvCxnSpPr>
            <p:nvPr/>
          </p:nvCxnSpPr>
          <p:spPr>
            <a:xfrm flipV="1">
              <a:off x="477105" y="4427617"/>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20C1036E-7040-47BD-9BC9-5C582B97A62A}"/>
                </a:ext>
              </a:extLst>
            </p:cNvPr>
            <p:cNvCxnSpPr>
              <a:cxnSpLocks/>
            </p:cNvCxnSpPr>
            <p:nvPr/>
          </p:nvCxnSpPr>
          <p:spPr>
            <a:xfrm flipH="1" flipV="1">
              <a:off x="1050634" y="4428775"/>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F3090D8C-DA70-4CF6-B26A-C27CE0B8E539}"/>
                </a:ext>
              </a:extLst>
            </p:cNvPr>
            <p:cNvCxnSpPr>
              <a:cxnSpLocks/>
            </p:cNvCxnSpPr>
            <p:nvPr/>
          </p:nvCxnSpPr>
          <p:spPr>
            <a:xfrm flipV="1">
              <a:off x="3188221" y="4417910"/>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75400202-05F6-43DC-B195-42EAFC30AFB5}"/>
                </a:ext>
              </a:extLst>
            </p:cNvPr>
            <p:cNvCxnSpPr>
              <a:cxnSpLocks/>
            </p:cNvCxnSpPr>
            <p:nvPr/>
          </p:nvCxnSpPr>
          <p:spPr>
            <a:xfrm flipH="1" flipV="1">
              <a:off x="3761750" y="4419068"/>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00FA7DC1-0D7A-4430-9E35-0A703F8F331A}"/>
                </a:ext>
              </a:extLst>
            </p:cNvPr>
            <p:cNvCxnSpPr>
              <a:cxnSpLocks/>
            </p:cNvCxnSpPr>
            <p:nvPr/>
          </p:nvCxnSpPr>
          <p:spPr>
            <a:xfrm rot="5400000">
              <a:off x="844591"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DD0DDC0-93B7-4CE9-BB51-01B70ABC0A71}"/>
                </a:ext>
              </a:extLst>
            </p:cNvPr>
            <p:cNvCxnSpPr>
              <a:cxnSpLocks/>
            </p:cNvCxnSpPr>
            <p:nvPr/>
          </p:nvCxnSpPr>
          <p:spPr>
            <a:xfrm rot="5400000">
              <a:off x="3613048"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127" name="Rectangle 126">
              <a:extLst>
                <a:ext uri="{FF2B5EF4-FFF2-40B4-BE49-F238E27FC236}">
                  <a16:creationId xmlns:a16="http://schemas.microsoft.com/office/drawing/2014/main" id="{4D110095-F3DF-44BA-92E3-4775CE92D2E9}"/>
                </a:ext>
              </a:extLst>
            </p:cNvPr>
            <p:cNvSpPr/>
            <p:nvPr>
              <p:custDataLst>
                <p:tags r:id="rId15"/>
              </p:custDataLst>
            </p:nvPr>
          </p:nvSpPr>
          <p:spPr>
            <a:xfrm>
              <a:off x="477105" y="5119706"/>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solidFill>
                    <a:schemeClr val="tx1"/>
                  </a:solidFill>
                </a:rPr>
                <a:t>L1-I cache</a:t>
              </a:r>
            </a:p>
          </p:txBody>
        </p:sp>
        <p:sp>
          <p:nvSpPr>
            <p:cNvPr id="128" name="Rectangle 127">
              <a:extLst>
                <a:ext uri="{FF2B5EF4-FFF2-40B4-BE49-F238E27FC236}">
                  <a16:creationId xmlns:a16="http://schemas.microsoft.com/office/drawing/2014/main" id="{1518D577-7978-4F27-903F-E336FC27D71B}"/>
                </a:ext>
              </a:extLst>
            </p:cNvPr>
            <p:cNvSpPr/>
            <p:nvPr>
              <p:custDataLst>
                <p:tags r:id="rId16"/>
              </p:custDataLst>
            </p:nvPr>
          </p:nvSpPr>
          <p:spPr>
            <a:xfrm>
              <a:off x="3190913" y="5104009"/>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solidFill>
                    <a:schemeClr val="tx1"/>
                  </a:solidFill>
                </a:rPr>
                <a:t>L1-D cache</a:t>
              </a:r>
            </a:p>
          </p:txBody>
        </p:sp>
        <p:cxnSp>
          <p:nvCxnSpPr>
            <p:cNvPr id="129" name="Straight Connector 128">
              <a:extLst>
                <a:ext uri="{FF2B5EF4-FFF2-40B4-BE49-F238E27FC236}">
                  <a16:creationId xmlns:a16="http://schemas.microsoft.com/office/drawing/2014/main" id="{D138BF15-6617-471C-8AAE-DAD66864F7F4}"/>
                </a:ext>
              </a:extLst>
            </p:cNvPr>
            <p:cNvCxnSpPr>
              <a:cxnSpLocks/>
            </p:cNvCxnSpPr>
            <p:nvPr/>
          </p:nvCxnSpPr>
          <p:spPr>
            <a:xfrm rot="5400000">
              <a:off x="757833" y="496900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CEEBBDFB-DD57-47F8-8AD7-F0F49267F817}"/>
                </a:ext>
              </a:extLst>
            </p:cNvPr>
            <p:cNvCxnSpPr>
              <a:cxnSpLocks/>
            </p:cNvCxnSpPr>
            <p:nvPr/>
          </p:nvCxnSpPr>
          <p:spPr>
            <a:xfrm rot="5400000">
              <a:off x="3471641" y="495055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131" name="Rectangle 130">
              <a:extLst>
                <a:ext uri="{FF2B5EF4-FFF2-40B4-BE49-F238E27FC236}">
                  <a16:creationId xmlns:a16="http://schemas.microsoft.com/office/drawing/2014/main" id="{8DC57621-6E37-470B-B5AE-85C4DAD81427}"/>
                </a:ext>
              </a:extLst>
            </p:cNvPr>
            <p:cNvSpPr/>
            <p:nvPr>
              <p:custDataLst>
                <p:tags r:id="rId17"/>
              </p:custDataLst>
            </p:nvPr>
          </p:nvSpPr>
          <p:spPr>
            <a:xfrm>
              <a:off x="3409135" y="4567171"/>
              <a:ext cx="415262" cy="329056"/>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sp>
          <p:nvSpPr>
            <p:cNvPr id="132" name="Rectangle 131">
              <a:extLst>
                <a:ext uri="{FF2B5EF4-FFF2-40B4-BE49-F238E27FC236}">
                  <a16:creationId xmlns:a16="http://schemas.microsoft.com/office/drawing/2014/main" id="{1EEE14C0-0048-4C38-8130-7DB904B9D31C}"/>
                </a:ext>
              </a:extLst>
            </p:cNvPr>
            <p:cNvSpPr/>
            <p:nvPr>
              <p:custDataLst>
                <p:tags r:id="rId18"/>
              </p:custDataLst>
            </p:nvPr>
          </p:nvSpPr>
          <p:spPr>
            <a:xfrm>
              <a:off x="689794" y="4567171"/>
              <a:ext cx="415262" cy="329056"/>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pic>
          <p:nvPicPr>
            <p:cNvPr id="133"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D0C7D387-874E-45DC-8692-6F59045BCC08}"/>
                </a:ext>
              </a:extLst>
            </p:cNvPr>
            <p:cNvPicPr>
              <a:picLocks noChangeAspect="1" noChangeArrowheads="1"/>
            </p:cNvPicPr>
            <p:nvPr/>
          </p:nvPicPr>
          <p:blipFill rotWithShape="1">
            <a:blip r:embed="rId85">
              <a:extLst>
                <a:ext uri="{28A0092B-C50C-407E-A947-70E740481C1C}">
                  <a14:useLocalDpi xmlns:a14="http://schemas.microsoft.com/office/drawing/2010/main" val="0"/>
                </a:ext>
              </a:extLst>
            </a:blip>
            <a:srcRect l="51985" t="37048" r="28761" b="28687"/>
            <a:stretch/>
          </p:blipFill>
          <p:spPr bwMode="auto">
            <a:xfrm>
              <a:off x="2357437" y="43637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134"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6CA9ABC8-227E-4D28-960D-654B54ECC9DD}"/>
                </a:ext>
              </a:extLst>
            </p:cNvPr>
            <p:cNvPicPr>
              <a:picLocks noChangeAspect="1" noChangeArrowheads="1"/>
            </p:cNvPicPr>
            <p:nvPr/>
          </p:nvPicPr>
          <p:blipFill rotWithShape="1">
            <a:blip r:embed="rId85">
              <a:extLst>
                <a:ext uri="{28A0092B-C50C-407E-A947-70E740481C1C}">
                  <a14:useLocalDpi xmlns:a14="http://schemas.microsoft.com/office/drawing/2010/main" val="0"/>
                </a:ext>
              </a:extLst>
            </a:blip>
            <a:srcRect l="51985" t="37048" r="28761" b="28687"/>
            <a:stretch/>
          </p:blipFill>
          <p:spPr bwMode="auto">
            <a:xfrm>
              <a:off x="2357437" y="38303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135"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4113DDC9-0D6D-43F0-A2FF-CC792324DBF6}"/>
                </a:ext>
              </a:extLst>
            </p:cNvPr>
            <p:cNvPicPr>
              <a:picLocks noChangeAspect="1" noChangeArrowheads="1"/>
            </p:cNvPicPr>
            <p:nvPr/>
          </p:nvPicPr>
          <p:blipFill rotWithShape="1">
            <a:blip r:embed="rId85">
              <a:extLst>
                <a:ext uri="{28A0092B-C50C-407E-A947-70E740481C1C}">
                  <a14:useLocalDpi xmlns:a14="http://schemas.microsoft.com/office/drawing/2010/main" val="0"/>
                </a:ext>
              </a:extLst>
            </a:blip>
            <a:srcRect l="51985" t="37048" r="28761" b="28687"/>
            <a:stretch/>
          </p:blipFill>
          <p:spPr bwMode="auto">
            <a:xfrm>
              <a:off x="2357436"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13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4256CB84-B280-4BA9-A595-AFF97EEF4895}"/>
                </a:ext>
              </a:extLst>
            </p:cNvPr>
            <p:cNvPicPr>
              <a:picLocks noChangeAspect="1" noChangeArrowheads="1"/>
            </p:cNvPicPr>
            <p:nvPr/>
          </p:nvPicPr>
          <p:blipFill rotWithShape="1">
            <a:blip r:embed="rId85">
              <a:extLst>
                <a:ext uri="{28A0092B-C50C-407E-A947-70E740481C1C}">
                  <a14:useLocalDpi xmlns:a14="http://schemas.microsoft.com/office/drawing/2010/main" val="0"/>
                </a:ext>
              </a:extLst>
            </a:blip>
            <a:srcRect l="51985" t="37048" r="28761" b="28687"/>
            <a:stretch/>
          </p:blipFill>
          <p:spPr bwMode="auto">
            <a:xfrm>
              <a:off x="3043237"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grpSp>
          <p:nvGrpSpPr>
            <p:cNvPr id="137" name="Group 136">
              <a:extLst>
                <a:ext uri="{FF2B5EF4-FFF2-40B4-BE49-F238E27FC236}">
                  <a16:creationId xmlns:a16="http://schemas.microsoft.com/office/drawing/2014/main" id="{068968A7-FC72-481C-90CE-EF1BD40063DC}"/>
                </a:ext>
              </a:extLst>
            </p:cNvPr>
            <p:cNvGrpSpPr/>
            <p:nvPr/>
          </p:nvGrpSpPr>
          <p:grpSpPr>
            <a:xfrm>
              <a:off x="1981200" y="3137854"/>
              <a:ext cx="2133600" cy="182880"/>
              <a:chOff x="1219200" y="1477735"/>
              <a:chExt cx="2133600" cy="182880"/>
            </a:xfrm>
          </p:grpSpPr>
          <p:sp>
            <p:nvSpPr>
              <p:cNvPr id="140" name="Rectangle 139">
                <a:extLst>
                  <a:ext uri="{FF2B5EF4-FFF2-40B4-BE49-F238E27FC236}">
                    <a16:creationId xmlns:a16="http://schemas.microsoft.com/office/drawing/2014/main" id="{E947E6D3-EFA7-4D69-B6BE-7F1927B2FE57}"/>
                  </a:ext>
                </a:extLst>
              </p:cNvPr>
              <p:cNvSpPr/>
              <p:nvPr>
                <p:custDataLst>
                  <p:tags r:id="rId21"/>
                </p:custDataLst>
              </p:nvPr>
            </p:nvSpPr>
            <p:spPr>
              <a:xfrm>
                <a:off x="1219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CE68DB61-B0CE-4836-B07A-EFBC47C5BCC6}"/>
                  </a:ext>
                </a:extLst>
              </p:cNvPr>
              <p:cNvSpPr/>
              <p:nvPr>
                <p:custDataLst>
                  <p:tags r:id="rId22"/>
                </p:custDataLst>
              </p:nvPr>
            </p:nvSpPr>
            <p:spPr>
              <a:xfrm>
                <a:off x="1295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80A65588-81F6-474B-B0DA-D1F5B37085C2}"/>
                  </a:ext>
                </a:extLst>
              </p:cNvPr>
              <p:cNvSpPr/>
              <p:nvPr>
                <p:custDataLst>
                  <p:tags r:id="rId23"/>
                </p:custDataLst>
              </p:nvPr>
            </p:nvSpPr>
            <p:spPr>
              <a:xfrm>
                <a:off x="1371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F53F2D14-3AC2-4501-B309-08AA7DC8043B}"/>
                  </a:ext>
                </a:extLst>
              </p:cNvPr>
              <p:cNvSpPr/>
              <p:nvPr>
                <p:custDataLst>
                  <p:tags r:id="rId24"/>
                </p:custDataLst>
              </p:nvPr>
            </p:nvSpPr>
            <p:spPr>
              <a:xfrm>
                <a:off x="1432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F3613A87-8D33-4B54-A7A5-0BA12B8D9750}"/>
                  </a:ext>
                </a:extLst>
              </p:cNvPr>
              <p:cNvSpPr/>
              <p:nvPr>
                <p:custDataLst>
                  <p:tags r:id="rId25"/>
                </p:custDataLst>
              </p:nvPr>
            </p:nvSpPr>
            <p:spPr>
              <a:xfrm>
                <a:off x="1524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F8190C7E-5373-4091-BADD-BCB342BEFC6A}"/>
                  </a:ext>
                </a:extLst>
              </p:cNvPr>
              <p:cNvSpPr/>
              <p:nvPr>
                <p:custDataLst>
                  <p:tags r:id="rId26"/>
                </p:custDataLst>
              </p:nvPr>
            </p:nvSpPr>
            <p:spPr>
              <a:xfrm>
                <a:off x="1600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C8462349-9A65-4BCE-A10E-220808069CA9}"/>
                  </a:ext>
                </a:extLst>
              </p:cNvPr>
              <p:cNvSpPr/>
              <p:nvPr>
                <p:custDataLst>
                  <p:tags r:id="rId27"/>
                </p:custDataLst>
              </p:nvPr>
            </p:nvSpPr>
            <p:spPr>
              <a:xfrm>
                <a:off x="1676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ED0D1CE3-B191-4419-BDF0-C910A7D86EA1}"/>
                  </a:ext>
                </a:extLst>
              </p:cNvPr>
              <p:cNvSpPr/>
              <p:nvPr>
                <p:custDataLst>
                  <p:tags r:id="rId28"/>
                </p:custDataLst>
              </p:nvPr>
            </p:nvSpPr>
            <p:spPr>
              <a:xfrm>
                <a:off x="1737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393A4F02-48FC-4B4E-B5E1-7AC38E129248}"/>
                  </a:ext>
                </a:extLst>
              </p:cNvPr>
              <p:cNvSpPr/>
              <p:nvPr>
                <p:custDataLst>
                  <p:tags r:id="rId29"/>
                </p:custDataLst>
              </p:nvPr>
            </p:nvSpPr>
            <p:spPr>
              <a:xfrm>
                <a:off x="1828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0DAF6311-67BC-4442-B91E-A30F4BF8EE0A}"/>
                  </a:ext>
                </a:extLst>
              </p:cNvPr>
              <p:cNvSpPr/>
              <p:nvPr>
                <p:custDataLst>
                  <p:tags r:id="rId30"/>
                </p:custDataLst>
              </p:nvPr>
            </p:nvSpPr>
            <p:spPr>
              <a:xfrm>
                <a:off x="1905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DA97FE4B-E64E-4110-90B3-65D05C7989B8}"/>
                  </a:ext>
                </a:extLst>
              </p:cNvPr>
              <p:cNvSpPr/>
              <p:nvPr>
                <p:custDataLst>
                  <p:tags r:id="rId31"/>
                </p:custDataLst>
              </p:nvPr>
            </p:nvSpPr>
            <p:spPr>
              <a:xfrm>
                <a:off x="1981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CAB4AD2D-EB8E-4712-83B0-C6D6C86E4AC1}"/>
                  </a:ext>
                </a:extLst>
              </p:cNvPr>
              <p:cNvSpPr/>
              <p:nvPr>
                <p:custDataLst>
                  <p:tags r:id="rId32"/>
                </p:custDataLst>
              </p:nvPr>
            </p:nvSpPr>
            <p:spPr>
              <a:xfrm>
                <a:off x="20421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8A196952-4676-4A76-8129-DE129B6CEB75}"/>
                  </a:ext>
                </a:extLst>
              </p:cNvPr>
              <p:cNvSpPr/>
              <p:nvPr>
                <p:custDataLst>
                  <p:tags r:id="rId33"/>
                </p:custDataLst>
              </p:nvPr>
            </p:nvSpPr>
            <p:spPr>
              <a:xfrm>
                <a:off x="2133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08A32752-A630-4F6A-867E-13E6305D67D1}"/>
                  </a:ext>
                </a:extLst>
              </p:cNvPr>
              <p:cNvSpPr/>
              <p:nvPr>
                <p:custDataLst>
                  <p:tags r:id="rId34"/>
                </p:custDataLst>
              </p:nvPr>
            </p:nvSpPr>
            <p:spPr>
              <a:xfrm>
                <a:off x="2209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1FF0C6F6-1CA2-4DD0-8334-18E7A1A83194}"/>
                  </a:ext>
                </a:extLst>
              </p:cNvPr>
              <p:cNvSpPr/>
              <p:nvPr>
                <p:custDataLst>
                  <p:tags r:id="rId35"/>
                </p:custDataLst>
              </p:nvPr>
            </p:nvSpPr>
            <p:spPr>
              <a:xfrm>
                <a:off x="2286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179E8871-B11F-4E18-ABF3-221483A0711E}"/>
                  </a:ext>
                </a:extLst>
              </p:cNvPr>
              <p:cNvSpPr/>
              <p:nvPr>
                <p:custDataLst>
                  <p:tags r:id="rId36"/>
                </p:custDataLst>
              </p:nvPr>
            </p:nvSpPr>
            <p:spPr>
              <a:xfrm>
                <a:off x="23469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F4EC6F52-8DC6-4EC8-B969-D1E174F74F7E}"/>
                  </a:ext>
                </a:extLst>
              </p:cNvPr>
              <p:cNvSpPr/>
              <p:nvPr>
                <p:custDataLst>
                  <p:tags r:id="rId37"/>
                </p:custDataLst>
              </p:nvPr>
            </p:nvSpPr>
            <p:spPr>
              <a:xfrm>
                <a:off x="2438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ABDCFB9E-57FA-4234-A35A-419D8C9CA31E}"/>
                  </a:ext>
                </a:extLst>
              </p:cNvPr>
              <p:cNvSpPr/>
              <p:nvPr>
                <p:custDataLst>
                  <p:tags r:id="rId38"/>
                </p:custDataLst>
              </p:nvPr>
            </p:nvSpPr>
            <p:spPr>
              <a:xfrm>
                <a:off x="2514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A8D71B24-BBAD-40E0-BF60-81A4DC54C7F4}"/>
                  </a:ext>
                </a:extLst>
              </p:cNvPr>
              <p:cNvSpPr/>
              <p:nvPr>
                <p:custDataLst>
                  <p:tags r:id="rId39"/>
                </p:custDataLst>
              </p:nvPr>
            </p:nvSpPr>
            <p:spPr>
              <a:xfrm>
                <a:off x="2590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B9A52C26-7B9A-4914-9266-45F9572CFE04}"/>
                  </a:ext>
                </a:extLst>
              </p:cNvPr>
              <p:cNvSpPr/>
              <p:nvPr>
                <p:custDataLst>
                  <p:tags r:id="rId40"/>
                </p:custDataLst>
              </p:nvPr>
            </p:nvSpPr>
            <p:spPr>
              <a:xfrm>
                <a:off x="26517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39C1D1E5-3456-4697-A6E8-9412CC59B1F5}"/>
                  </a:ext>
                </a:extLst>
              </p:cNvPr>
              <p:cNvSpPr/>
              <p:nvPr>
                <p:custDataLst>
                  <p:tags r:id="rId41"/>
                </p:custDataLst>
              </p:nvPr>
            </p:nvSpPr>
            <p:spPr>
              <a:xfrm>
                <a:off x="2743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1968FA7B-080B-4AC6-A8FA-32FCDCBC098A}"/>
                  </a:ext>
                </a:extLst>
              </p:cNvPr>
              <p:cNvSpPr/>
              <p:nvPr>
                <p:custDataLst>
                  <p:tags r:id="rId42"/>
                </p:custDataLst>
              </p:nvPr>
            </p:nvSpPr>
            <p:spPr>
              <a:xfrm>
                <a:off x="2819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533509C0-9152-4229-8D58-F24172E8EDFF}"/>
                  </a:ext>
                </a:extLst>
              </p:cNvPr>
              <p:cNvSpPr/>
              <p:nvPr>
                <p:custDataLst>
                  <p:tags r:id="rId43"/>
                </p:custDataLst>
              </p:nvPr>
            </p:nvSpPr>
            <p:spPr>
              <a:xfrm>
                <a:off x="2895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51EA7FBF-BAE5-4EA9-B7D5-F637C1B5F7C6}"/>
                  </a:ext>
                </a:extLst>
              </p:cNvPr>
              <p:cNvSpPr/>
              <p:nvPr>
                <p:custDataLst>
                  <p:tags r:id="rId44"/>
                </p:custDataLst>
              </p:nvPr>
            </p:nvSpPr>
            <p:spPr>
              <a:xfrm>
                <a:off x="2956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C39F6B1A-7E8A-4142-B2F5-072C800E2D0D}"/>
                  </a:ext>
                </a:extLst>
              </p:cNvPr>
              <p:cNvSpPr/>
              <p:nvPr>
                <p:custDataLst>
                  <p:tags r:id="rId45"/>
                </p:custDataLst>
              </p:nvPr>
            </p:nvSpPr>
            <p:spPr>
              <a:xfrm>
                <a:off x="3048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09F9E7C9-33AC-4B22-9866-BBCF88C7CE9B}"/>
                  </a:ext>
                </a:extLst>
              </p:cNvPr>
              <p:cNvSpPr/>
              <p:nvPr>
                <p:custDataLst>
                  <p:tags r:id="rId46"/>
                </p:custDataLst>
              </p:nvPr>
            </p:nvSpPr>
            <p:spPr>
              <a:xfrm>
                <a:off x="3124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9CA96196-1C59-463E-BF9A-456D16C5DB6F}"/>
                  </a:ext>
                </a:extLst>
              </p:cNvPr>
              <p:cNvSpPr/>
              <p:nvPr>
                <p:custDataLst>
                  <p:tags r:id="rId47"/>
                </p:custDataLst>
              </p:nvPr>
            </p:nvSpPr>
            <p:spPr>
              <a:xfrm>
                <a:off x="3200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709CFE54-D4D5-425A-A5B2-75F6A16B2C4A}"/>
                  </a:ext>
                </a:extLst>
              </p:cNvPr>
              <p:cNvSpPr/>
              <p:nvPr>
                <p:custDataLst>
                  <p:tags r:id="rId48"/>
                </p:custDataLst>
              </p:nvPr>
            </p:nvSpPr>
            <p:spPr>
              <a:xfrm>
                <a:off x="3261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8" name="Rectangle 137">
              <a:extLst>
                <a:ext uri="{FF2B5EF4-FFF2-40B4-BE49-F238E27FC236}">
                  <a16:creationId xmlns:a16="http://schemas.microsoft.com/office/drawing/2014/main" id="{7829EE59-2949-4572-A98D-BAE8BB4D21DD}"/>
                </a:ext>
              </a:extLst>
            </p:cNvPr>
            <p:cNvSpPr/>
            <p:nvPr>
              <p:custDataLst>
                <p:tags r:id="rId19"/>
              </p:custDataLst>
            </p:nvPr>
          </p:nvSpPr>
          <p:spPr>
            <a:xfrm>
              <a:off x="3243072" y="5334000"/>
              <a:ext cx="795528" cy="18054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MSI, SC</a:t>
              </a:r>
            </a:p>
          </p:txBody>
        </p:sp>
        <p:sp>
          <p:nvSpPr>
            <p:cNvPr id="139" name="Rectangle 138">
              <a:extLst>
                <a:ext uri="{FF2B5EF4-FFF2-40B4-BE49-F238E27FC236}">
                  <a16:creationId xmlns:a16="http://schemas.microsoft.com/office/drawing/2014/main" id="{AD5526C1-0FB1-4EE8-A730-CF6D129668FF}"/>
                </a:ext>
              </a:extLst>
            </p:cNvPr>
            <p:cNvSpPr/>
            <p:nvPr>
              <p:custDataLst>
                <p:tags r:id="rId20"/>
              </p:custDataLst>
            </p:nvPr>
          </p:nvSpPr>
          <p:spPr>
            <a:xfrm>
              <a:off x="533400" y="5334000"/>
              <a:ext cx="795528" cy="18054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MSI, SC</a:t>
              </a:r>
            </a:p>
          </p:txBody>
        </p:sp>
      </p:grpSp>
    </p:spTree>
    <p:custDataLst>
      <p:tags r:id="rId1"/>
    </p:custDataLst>
    <p:extLst>
      <p:ext uri="{BB962C8B-B14F-4D97-AF65-F5344CB8AC3E}">
        <p14:creationId xmlns:p14="http://schemas.microsoft.com/office/powerpoint/2010/main" val="171522598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3069736"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a:t>Course Teaser</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27</a:t>
            </a:fld>
            <a:endParaRPr lang="en-US" altLang="en-US" sz="1400"/>
          </a:p>
        </p:txBody>
      </p:sp>
      <p:sp>
        <p:nvSpPr>
          <p:cNvPr id="19" name="Rectangle 18">
            <a:extLst>
              <a:ext uri="{FF2B5EF4-FFF2-40B4-BE49-F238E27FC236}">
                <a16:creationId xmlns:a16="http://schemas.microsoft.com/office/drawing/2014/main" id="{5C4F596C-7CDC-40AA-AC7D-C5FB7C554EFF}"/>
              </a:ext>
            </a:extLst>
          </p:cNvPr>
          <p:cNvSpPr/>
          <p:nvPr>
            <p:custDataLst>
              <p:tags r:id="rId4"/>
            </p:custDataLst>
          </p:nvPr>
        </p:nvSpPr>
        <p:spPr>
          <a:xfrm>
            <a:off x="338270" y="58674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main memory</a:t>
            </a:r>
          </a:p>
        </p:txBody>
      </p:sp>
      <p:sp>
        <p:nvSpPr>
          <p:cNvPr id="20" name="Rectangle 19">
            <a:extLst>
              <a:ext uri="{FF2B5EF4-FFF2-40B4-BE49-F238E27FC236}">
                <a16:creationId xmlns:a16="http://schemas.microsoft.com/office/drawing/2014/main" id="{F468064B-1E50-4180-A1A3-2C481C7060FE}"/>
              </a:ext>
            </a:extLst>
          </p:cNvPr>
          <p:cNvSpPr/>
          <p:nvPr>
            <p:custDataLst>
              <p:tags r:id="rId5"/>
            </p:custDataLst>
          </p:nvPr>
        </p:nvSpPr>
        <p:spPr>
          <a:xfrm>
            <a:off x="4881562" y="5943600"/>
            <a:ext cx="1083395" cy="38035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page table</a:t>
            </a:r>
          </a:p>
        </p:txBody>
      </p:sp>
      <p:cxnSp>
        <p:nvCxnSpPr>
          <p:cNvPr id="38" name="Straight Connector 37">
            <a:extLst>
              <a:ext uri="{FF2B5EF4-FFF2-40B4-BE49-F238E27FC236}">
                <a16:creationId xmlns:a16="http://schemas.microsoft.com/office/drawing/2014/main" id="{B2FD9910-8E55-4084-B868-0268CF7645EE}"/>
              </a:ext>
            </a:extLst>
          </p:cNvPr>
          <p:cNvCxnSpPr/>
          <p:nvPr/>
        </p:nvCxnSpPr>
        <p:spPr>
          <a:xfrm>
            <a:off x="954880" y="5684520"/>
            <a:ext cx="74523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58" name="Rectangle 257">
            <a:extLst>
              <a:ext uri="{FF2B5EF4-FFF2-40B4-BE49-F238E27FC236}">
                <a16:creationId xmlns:a16="http://schemas.microsoft.com/office/drawing/2014/main" id="{2D9FD60A-179B-4723-B153-7A4B43A90479}"/>
              </a:ext>
            </a:extLst>
          </p:cNvPr>
          <p:cNvSpPr/>
          <p:nvPr>
            <p:custDataLst>
              <p:tags r:id="rId6"/>
            </p:custDataLst>
          </p:nvPr>
        </p:nvSpPr>
        <p:spPr>
          <a:xfrm>
            <a:off x="6172200" y="5867400"/>
            <a:ext cx="118436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accelerator</a:t>
            </a:r>
          </a:p>
        </p:txBody>
      </p:sp>
      <p:cxnSp>
        <p:nvCxnSpPr>
          <p:cNvPr id="262" name="Straight Connector 261">
            <a:extLst>
              <a:ext uri="{FF2B5EF4-FFF2-40B4-BE49-F238E27FC236}">
                <a16:creationId xmlns:a16="http://schemas.microsoft.com/office/drawing/2014/main" id="{38E44EDD-F7A6-4508-A631-9E1E2050201A}"/>
              </a:ext>
            </a:extLst>
          </p:cNvPr>
          <p:cNvCxnSpPr>
            <a:cxnSpLocks/>
          </p:cNvCxnSpPr>
          <p:nvPr/>
        </p:nvCxnSpPr>
        <p:spPr>
          <a:xfrm rot="5400000">
            <a:off x="6690360"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Rectangle 107">
            <a:extLst>
              <a:ext uri="{FF2B5EF4-FFF2-40B4-BE49-F238E27FC236}">
                <a16:creationId xmlns:a16="http://schemas.microsoft.com/office/drawing/2014/main" id="{20B06E8D-6474-4310-BA13-A497506E702A}"/>
              </a:ext>
            </a:extLst>
          </p:cNvPr>
          <p:cNvSpPr/>
          <p:nvPr>
            <p:custDataLst>
              <p:tags r:id="rId7"/>
            </p:custDataLst>
          </p:nvPr>
        </p:nvSpPr>
        <p:spPr>
          <a:xfrm>
            <a:off x="381000" y="5943600"/>
            <a:ext cx="998016" cy="38035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program instructions</a:t>
            </a:r>
          </a:p>
        </p:txBody>
      </p:sp>
      <p:sp>
        <p:nvSpPr>
          <p:cNvPr id="109" name="Rectangle 3">
            <a:extLst>
              <a:ext uri="{FF2B5EF4-FFF2-40B4-BE49-F238E27FC236}">
                <a16:creationId xmlns:a16="http://schemas.microsoft.com/office/drawing/2014/main" id="{7E56CDB0-DD50-4A32-84EA-8455D10049AF}"/>
              </a:ext>
            </a:extLst>
          </p:cNvPr>
          <p:cNvSpPr>
            <a:spLocks noGrp="1" noChangeArrowheads="1"/>
          </p:cNvSpPr>
          <p:nvPr>
            <p:ph idx="1"/>
            <p:custDataLst>
              <p:tags r:id="rId8"/>
            </p:custDataLst>
          </p:nvPr>
        </p:nvSpPr>
        <p:spPr>
          <a:xfrm>
            <a:off x="457200" y="2073279"/>
            <a:ext cx="3652836" cy="1218561"/>
          </a:xfrm>
        </p:spPr>
        <p:txBody>
          <a:bodyPr/>
          <a:lstStyle/>
          <a:p>
            <a:pPr marL="684213" lvl="1" indent="-684213">
              <a:lnSpc>
                <a:spcPct val="90000"/>
              </a:lnSpc>
              <a:buNone/>
            </a:pPr>
            <a:r>
              <a:rPr lang="en-US" altLang="en-US" sz="2000">
                <a:latin typeface="Inconsolata" panose="00000509000000000000" pitchFamily="49" charset="0"/>
              </a:rPr>
              <a:t>add $t0, $t0, $s1</a:t>
            </a:r>
          </a:p>
          <a:p>
            <a:pPr marL="684213" lvl="1" indent="-684213">
              <a:lnSpc>
                <a:spcPct val="90000"/>
              </a:lnSpc>
              <a:buNone/>
            </a:pPr>
            <a:r>
              <a:rPr lang="en-US" altLang="en-US" sz="2000">
                <a:latin typeface="Inconsolata" panose="00000509000000000000" pitchFamily="49" charset="0"/>
              </a:rPr>
              <a:t>    or $t1, $t0, $s2</a:t>
            </a:r>
          </a:p>
          <a:p>
            <a:pPr marL="684213" lvl="1" indent="-684213">
              <a:lnSpc>
                <a:spcPct val="90000"/>
              </a:lnSpc>
              <a:buNone/>
            </a:pPr>
            <a:r>
              <a:rPr lang="en-US" altLang="en-US" sz="2000">
                <a:latin typeface="Inconsolata" panose="00000509000000000000" pitchFamily="49" charset="0"/>
              </a:rPr>
              <a:t>        and $t2, $t1, $s3</a:t>
            </a:r>
          </a:p>
        </p:txBody>
      </p:sp>
      <p:sp>
        <p:nvSpPr>
          <p:cNvPr id="110" name="Rectangle 3">
            <a:extLst>
              <a:ext uri="{FF2B5EF4-FFF2-40B4-BE49-F238E27FC236}">
                <a16:creationId xmlns:a16="http://schemas.microsoft.com/office/drawing/2014/main" id="{E6A4BA74-A3A7-41C4-816A-BCC4993D8102}"/>
              </a:ext>
            </a:extLst>
          </p:cNvPr>
          <p:cNvSpPr txBox="1">
            <a:spLocks noChangeArrowheads="1"/>
          </p:cNvSpPr>
          <p:nvPr>
            <p:custDataLst>
              <p:tags r:id="rId9"/>
            </p:custDataLst>
          </p:nvPr>
        </p:nvSpPr>
        <p:spPr bwMode="auto">
          <a:xfrm>
            <a:off x="5029200" y="2072640"/>
            <a:ext cx="3652836" cy="1218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84213" lvl="1" indent="-684213">
              <a:lnSpc>
                <a:spcPct val="90000"/>
              </a:lnSpc>
              <a:buFont typeface="Arial" charset="0"/>
              <a:buNone/>
            </a:pPr>
            <a:r>
              <a:rPr lang="en-US" altLang="en-US" sz="2000" err="1">
                <a:latin typeface="Inconsolata" panose="00000509000000000000" pitchFamily="49" charset="0"/>
              </a:rPr>
              <a:t>lw</a:t>
            </a:r>
            <a:r>
              <a:rPr lang="en-US" altLang="en-US" sz="2000">
                <a:latin typeface="Inconsolata" panose="00000509000000000000" pitchFamily="49" charset="0"/>
              </a:rPr>
              <a:t> $t0, ($s0)</a:t>
            </a:r>
          </a:p>
          <a:p>
            <a:pPr marL="684213" lvl="1" indent="-684213">
              <a:lnSpc>
                <a:spcPct val="90000"/>
              </a:lnSpc>
              <a:buFont typeface="Arial" charset="0"/>
              <a:buNone/>
            </a:pPr>
            <a:r>
              <a:rPr lang="en-US" altLang="en-US" sz="2000">
                <a:latin typeface="Inconsolata" panose="00000509000000000000" pitchFamily="49" charset="0"/>
              </a:rPr>
              <a:t>    nor $t3, $t0, $s1</a:t>
            </a:r>
          </a:p>
          <a:p>
            <a:pPr marL="684213" lvl="1" indent="-684213">
              <a:lnSpc>
                <a:spcPct val="90000"/>
              </a:lnSpc>
              <a:buFont typeface="Arial" charset="0"/>
              <a:buNone/>
            </a:pPr>
            <a:r>
              <a:rPr lang="en-US" altLang="en-US" sz="2000">
                <a:latin typeface="Inconsolata" panose="00000509000000000000" pitchFamily="49" charset="0"/>
              </a:rPr>
              <a:t>        sub $t2, $t3, $s2</a:t>
            </a:r>
          </a:p>
        </p:txBody>
      </p:sp>
      <p:sp>
        <p:nvSpPr>
          <p:cNvPr id="112" name="Rectangle 111">
            <a:extLst>
              <a:ext uri="{FF2B5EF4-FFF2-40B4-BE49-F238E27FC236}">
                <a16:creationId xmlns:a16="http://schemas.microsoft.com/office/drawing/2014/main" id="{75A1AD65-2EE1-4614-B574-6AE7987CA52B}"/>
              </a:ext>
            </a:extLst>
          </p:cNvPr>
          <p:cNvSpPr/>
          <p:nvPr>
            <p:custDataLst>
              <p:tags r:id="rId10"/>
            </p:custDataLst>
          </p:nvPr>
        </p:nvSpPr>
        <p:spPr>
          <a:xfrm>
            <a:off x="7502439" y="5867400"/>
            <a:ext cx="498561"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I/O</a:t>
            </a:r>
          </a:p>
        </p:txBody>
      </p:sp>
      <p:sp>
        <p:nvSpPr>
          <p:cNvPr id="113" name="Rectangle 112">
            <a:extLst>
              <a:ext uri="{FF2B5EF4-FFF2-40B4-BE49-F238E27FC236}">
                <a16:creationId xmlns:a16="http://schemas.microsoft.com/office/drawing/2014/main" id="{3F3A30AE-D965-4D21-8580-D9E5B2108A2A}"/>
              </a:ext>
            </a:extLst>
          </p:cNvPr>
          <p:cNvSpPr/>
          <p:nvPr>
            <p:custDataLst>
              <p:tags r:id="rId11"/>
            </p:custDataLst>
          </p:nvPr>
        </p:nvSpPr>
        <p:spPr>
          <a:xfrm>
            <a:off x="8188239" y="5867400"/>
            <a:ext cx="498561"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I/O</a:t>
            </a:r>
          </a:p>
        </p:txBody>
      </p:sp>
      <p:cxnSp>
        <p:nvCxnSpPr>
          <p:cNvPr id="114" name="Straight Connector 113">
            <a:extLst>
              <a:ext uri="{FF2B5EF4-FFF2-40B4-BE49-F238E27FC236}">
                <a16:creationId xmlns:a16="http://schemas.microsoft.com/office/drawing/2014/main" id="{A8CFA8A4-CD90-4856-AEB8-C072C3EB968F}"/>
              </a:ext>
            </a:extLst>
          </p:cNvPr>
          <p:cNvCxnSpPr>
            <a:cxnSpLocks/>
          </p:cNvCxnSpPr>
          <p:nvPr/>
        </p:nvCxnSpPr>
        <p:spPr>
          <a:xfrm rot="5400000">
            <a:off x="7639599"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B677AF55-E25C-42B8-915C-79D93466F7E1}"/>
              </a:ext>
            </a:extLst>
          </p:cNvPr>
          <p:cNvCxnSpPr>
            <a:cxnSpLocks/>
          </p:cNvCxnSpPr>
          <p:nvPr/>
        </p:nvCxnSpPr>
        <p:spPr>
          <a:xfrm rot="5400000">
            <a:off x="8325399" y="5775960"/>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2288D603-CDA6-4C79-BC91-D5194BAC8E83}"/>
              </a:ext>
            </a:extLst>
          </p:cNvPr>
          <p:cNvGrpSpPr/>
          <p:nvPr>
            <p:custDataLst>
              <p:tags r:id="rId12"/>
            </p:custDataLst>
          </p:nvPr>
        </p:nvGrpSpPr>
        <p:grpSpPr>
          <a:xfrm>
            <a:off x="304800" y="3137854"/>
            <a:ext cx="3957637" cy="2546666"/>
            <a:chOff x="304800" y="3137854"/>
            <a:chExt cx="3957637" cy="2546666"/>
          </a:xfrm>
        </p:grpSpPr>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85">
              <a:extLst>
                <a:ext uri="{28A0092B-C50C-407E-A947-70E740481C1C}">
                  <a14:useLocalDpi xmlns:a14="http://schemas.microsoft.com/office/drawing/2010/main" val="0"/>
                </a:ext>
              </a:extLst>
            </a:blip>
            <a:srcRect/>
            <a:stretch>
              <a:fillRect/>
            </a:stretch>
          </p:blipFill>
          <p:spPr bwMode="auto">
            <a:xfrm>
              <a:off x="304800" y="3139440"/>
              <a:ext cx="3957637" cy="1986618"/>
            </a:xfrm>
            <a:prstGeom prst="rect">
              <a:avLst/>
            </a:prstGeom>
            <a:noFill/>
            <a:ln/>
            <a:extLst>
              <a:ext uri="{909E8E84-426E-40DD-AFC4-6F175D3DCCD1}">
                <a14:hiddenFill xmlns:a14="http://schemas.microsoft.com/office/drawing/2010/main">
                  <a:solidFill>
                    <a:srgbClr val="FFFFFF"/>
                  </a:solidFill>
                </a14:hiddenFill>
              </a:ext>
            </a:extLst>
          </p:spPr>
        </p:pic>
        <p:cxnSp>
          <p:nvCxnSpPr>
            <p:cNvPr id="34" name="Straight Connector 33">
              <a:extLst>
                <a:ext uri="{FF2B5EF4-FFF2-40B4-BE49-F238E27FC236}">
                  <a16:creationId xmlns:a16="http://schemas.microsoft.com/office/drawing/2014/main" id="{42151963-6848-41DB-BAF8-9A363EC64527}"/>
                </a:ext>
              </a:extLst>
            </p:cNvPr>
            <p:cNvCxnSpPr>
              <a:cxnSpLocks/>
            </p:cNvCxnSpPr>
            <p:nvPr/>
          </p:nvCxnSpPr>
          <p:spPr>
            <a:xfrm flipV="1">
              <a:off x="477105" y="4427617"/>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37A6515-ADA9-441D-A996-DFF0A333FBA0}"/>
                </a:ext>
              </a:extLst>
            </p:cNvPr>
            <p:cNvCxnSpPr>
              <a:cxnSpLocks/>
            </p:cNvCxnSpPr>
            <p:nvPr/>
          </p:nvCxnSpPr>
          <p:spPr>
            <a:xfrm flipH="1" flipV="1">
              <a:off x="1050634" y="4428775"/>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866B52-1967-4E48-9017-66B111B55C20}"/>
                </a:ext>
              </a:extLst>
            </p:cNvPr>
            <p:cNvCxnSpPr>
              <a:cxnSpLocks/>
            </p:cNvCxnSpPr>
            <p:nvPr/>
          </p:nvCxnSpPr>
          <p:spPr>
            <a:xfrm flipV="1">
              <a:off x="3188221" y="4417910"/>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AD41A51-DD74-4CC0-AF1A-FBF3F09D0EC9}"/>
                </a:ext>
              </a:extLst>
            </p:cNvPr>
            <p:cNvCxnSpPr>
              <a:cxnSpLocks/>
            </p:cNvCxnSpPr>
            <p:nvPr/>
          </p:nvCxnSpPr>
          <p:spPr>
            <a:xfrm flipH="1" flipV="1">
              <a:off x="3761750" y="4419068"/>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844591"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3613048"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D009F42-8219-4094-9CC2-F2B7670971BF}"/>
                </a:ext>
              </a:extLst>
            </p:cNvPr>
            <p:cNvSpPr/>
            <p:nvPr>
              <p:custDataLst>
                <p:tags r:id="rId49"/>
              </p:custDataLst>
            </p:nvPr>
          </p:nvSpPr>
          <p:spPr>
            <a:xfrm>
              <a:off x="477105" y="5119706"/>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50"/>
              </p:custDataLst>
            </p:nvPr>
          </p:nvSpPr>
          <p:spPr>
            <a:xfrm>
              <a:off x="3190913" y="5104009"/>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solidFill>
                    <a:schemeClr val="tx1"/>
                  </a:solidFill>
                </a:rPr>
                <a:t>L1-D cache</a:t>
              </a:r>
            </a:p>
          </p:txBody>
        </p:sp>
        <p:cxnSp>
          <p:nvCxnSpPr>
            <p:cNvPr id="30" name="Straight Connector 29">
              <a:extLst>
                <a:ext uri="{FF2B5EF4-FFF2-40B4-BE49-F238E27FC236}">
                  <a16:creationId xmlns:a16="http://schemas.microsoft.com/office/drawing/2014/main" id="{1101D632-2BB9-4387-95F1-E6529E85FA4B}"/>
                </a:ext>
              </a:extLst>
            </p:cNvPr>
            <p:cNvCxnSpPr>
              <a:cxnSpLocks/>
            </p:cNvCxnSpPr>
            <p:nvPr/>
          </p:nvCxnSpPr>
          <p:spPr>
            <a:xfrm rot="5400000">
              <a:off x="757833" y="496900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9BBE81F-9C19-4CF3-8FD8-F4A9D48F9E98}"/>
                </a:ext>
              </a:extLst>
            </p:cNvPr>
            <p:cNvCxnSpPr>
              <a:cxnSpLocks/>
            </p:cNvCxnSpPr>
            <p:nvPr/>
          </p:nvCxnSpPr>
          <p:spPr>
            <a:xfrm rot="5400000">
              <a:off x="3471641" y="495055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0599568-8419-41FC-BEE1-E4A87420EBC3}"/>
                </a:ext>
              </a:extLst>
            </p:cNvPr>
            <p:cNvSpPr/>
            <p:nvPr>
              <p:custDataLst>
                <p:tags r:id="rId51"/>
              </p:custDataLst>
            </p:nvPr>
          </p:nvSpPr>
          <p:spPr>
            <a:xfrm>
              <a:off x="3409135" y="4567171"/>
              <a:ext cx="415262" cy="329056"/>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sp>
          <p:nvSpPr>
            <p:cNvPr id="27" name="Rectangle 26">
              <a:extLst>
                <a:ext uri="{FF2B5EF4-FFF2-40B4-BE49-F238E27FC236}">
                  <a16:creationId xmlns:a16="http://schemas.microsoft.com/office/drawing/2014/main" id="{4E186134-61F3-4505-826F-7F8686DD71AD}"/>
                </a:ext>
              </a:extLst>
            </p:cNvPr>
            <p:cNvSpPr/>
            <p:nvPr>
              <p:custDataLst>
                <p:tags r:id="rId52"/>
              </p:custDataLst>
            </p:nvPr>
          </p:nvSpPr>
          <p:spPr>
            <a:xfrm>
              <a:off x="689794" y="4567171"/>
              <a:ext cx="415262" cy="329056"/>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pic>
          <p:nvPicPr>
            <p:cNvPr id="53"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64AC13FC-FDCE-43EE-9322-BF31923E6643}"/>
                </a:ext>
              </a:extLst>
            </p:cNvPr>
            <p:cNvPicPr>
              <a:picLocks noChangeAspect="1" noChangeArrowheads="1"/>
            </p:cNvPicPr>
            <p:nvPr/>
          </p:nvPicPr>
          <p:blipFill rotWithShape="1">
            <a:blip r:embed="rId85">
              <a:extLst>
                <a:ext uri="{28A0092B-C50C-407E-A947-70E740481C1C}">
                  <a14:useLocalDpi xmlns:a14="http://schemas.microsoft.com/office/drawing/2010/main" val="0"/>
                </a:ext>
              </a:extLst>
            </a:blip>
            <a:srcRect l="51985" t="37048" r="28761" b="28687"/>
            <a:stretch/>
          </p:blipFill>
          <p:spPr bwMode="auto">
            <a:xfrm>
              <a:off x="2357437" y="43637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4"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23B9133B-FFAD-43E5-A4EE-897C26A41971}"/>
                </a:ext>
              </a:extLst>
            </p:cNvPr>
            <p:cNvPicPr>
              <a:picLocks noChangeAspect="1" noChangeArrowheads="1"/>
            </p:cNvPicPr>
            <p:nvPr/>
          </p:nvPicPr>
          <p:blipFill rotWithShape="1">
            <a:blip r:embed="rId85">
              <a:extLst>
                <a:ext uri="{28A0092B-C50C-407E-A947-70E740481C1C}">
                  <a14:useLocalDpi xmlns:a14="http://schemas.microsoft.com/office/drawing/2010/main" val="0"/>
                </a:ext>
              </a:extLst>
            </a:blip>
            <a:srcRect l="51985" t="37048" r="28761" b="28687"/>
            <a:stretch/>
          </p:blipFill>
          <p:spPr bwMode="auto">
            <a:xfrm>
              <a:off x="2357437" y="38303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5"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26C28EFB-A857-46B3-86F7-D0298F7F7F7E}"/>
                </a:ext>
              </a:extLst>
            </p:cNvPr>
            <p:cNvPicPr>
              <a:picLocks noChangeAspect="1" noChangeArrowheads="1"/>
            </p:cNvPicPr>
            <p:nvPr/>
          </p:nvPicPr>
          <p:blipFill rotWithShape="1">
            <a:blip r:embed="rId85">
              <a:extLst>
                <a:ext uri="{28A0092B-C50C-407E-A947-70E740481C1C}">
                  <a14:useLocalDpi xmlns:a14="http://schemas.microsoft.com/office/drawing/2010/main" val="0"/>
                </a:ext>
              </a:extLst>
            </a:blip>
            <a:srcRect l="51985" t="37048" r="28761" b="28687"/>
            <a:stretch/>
          </p:blipFill>
          <p:spPr bwMode="auto">
            <a:xfrm>
              <a:off x="2357436"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5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E82C0ED7-5271-463F-A09E-E652A44F2805}"/>
                </a:ext>
              </a:extLst>
            </p:cNvPr>
            <p:cNvPicPr>
              <a:picLocks noChangeAspect="1" noChangeArrowheads="1"/>
            </p:cNvPicPr>
            <p:nvPr/>
          </p:nvPicPr>
          <p:blipFill rotWithShape="1">
            <a:blip r:embed="rId85">
              <a:extLst>
                <a:ext uri="{28A0092B-C50C-407E-A947-70E740481C1C}">
                  <a14:useLocalDpi xmlns:a14="http://schemas.microsoft.com/office/drawing/2010/main" val="0"/>
                </a:ext>
              </a:extLst>
            </a:blip>
            <a:srcRect l="51985" t="37048" r="28761" b="28687"/>
            <a:stretch/>
          </p:blipFill>
          <p:spPr bwMode="auto">
            <a:xfrm>
              <a:off x="3043237"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DE8F4C0D-685F-4175-944B-C5DFCB1637AB}"/>
                </a:ext>
              </a:extLst>
            </p:cNvPr>
            <p:cNvGrpSpPr/>
            <p:nvPr/>
          </p:nvGrpSpPr>
          <p:grpSpPr>
            <a:xfrm>
              <a:off x="1981200" y="3137854"/>
              <a:ext cx="2133600" cy="182880"/>
              <a:chOff x="1219200" y="1477735"/>
              <a:chExt cx="2133600" cy="182880"/>
            </a:xfrm>
          </p:grpSpPr>
          <p:sp>
            <p:nvSpPr>
              <p:cNvPr id="8" name="Rectangle 7">
                <a:extLst>
                  <a:ext uri="{FF2B5EF4-FFF2-40B4-BE49-F238E27FC236}">
                    <a16:creationId xmlns:a16="http://schemas.microsoft.com/office/drawing/2014/main" id="{964A1825-2A13-446E-9A46-68902D1D9982}"/>
                  </a:ext>
                </a:extLst>
              </p:cNvPr>
              <p:cNvSpPr/>
              <p:nvPr>
                <p:custDataLst>
                  <p:tags r:id="rId55"/>
                </p:custDataLst>
              </p:nvPr>
            </p:nvSpPr>
            <p:spPr>
              <a:xfrm>
                <a:off x="1219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6EBBECE2-C1C8-4474-8614-D6B276321210}"/>
                  </a:ext>
                </a:extLst>
              </p:cNvPr>
              <p:cNvSpPr/>
              <p:nvPr>
                <p:custDataLst>
                  <p:tags r:id="rId56"/>
                </p:custDataLst>
              </p:nvPr>
            </p:nvSpPr>
            <p:spPr>
              <a:xfrm>
                <a:off x="1295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454A92B7-5C91-4F97-B30A-98F2CAA3B4A0}"/>
                  </a:ext>
                </a:extLst>
              </p:cNvPr>
              <p:cNvSpPr/>
              <p:nvPr>
                <p:custDataLst>
                  <p:tags r:id="rId57"/>
                </p:custDataLst>
              </p:nvPr>
            </p:nvSpPr>
            <p:spPr>
              <a:xfrm>
                <a:off x="1371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365DA114-F05B-48B8-A769-038536994741}"/>
                  </a:ext>
                </a:extLst>
              </p:cNvPr>
              <p:cNvSpPr/>
              <p:nvPr>
                <p:custDataLst>
                  <p:tags r:id="rId58"/>
                </p:custDataLst>
              </p:nvPr>
            </p:nvSpPr>
            <p:spPr>
              <a:xfrm>
                <a:off x="1432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48655FA1-603D-49BF-914E-36DF57DC60E1}"/>
                  </a:ext>
                </a:extLst>
              </p:cNvPr>
              <p:cNvSpPr/>
              <p:nvPr>
                <p:custDataLst>
                  <p:tags r:id="rId59"/>
                </p:custDataLst>
              </p:nvPr>
            </p:nvSpPr>
            <p:spPr>
              <a:xfrm>
                <a:off x="1524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55205639-F83B-49B4-A0BD-B74E1AAC5B0A}"/>
                  </a:ext>
                </a:extLst>
              </p:cNvPr>
              <p:cNvSpPr/>
              <p:nvPr>
                <p:custDataLst>
                  <p:tags r:id="rId60"/>
                </p:custDataLst>
              </p:nvPr>
            </p:nvSpPr>
            <p:spPr>
              <a:xfrm>
                <a:off x="1600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76CC1A6E-A16E-4FE8-A30F-46C9EC0DD409}"/>
                  </a:ext>
                </a:extLst>
              </p:cNvPr>
              <p:cNvSpPr/>
              <p:nvPr>
                <p:custDataLst>
                  <p:tags r:id="rId61"/>
                </p:custDataLst>
              </p:nvPr>
            </p:nvSpPr>
            <p:spPr>
              <a:xfrm>
                <a:off x="1676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8A5DD325-A2E5-458B-9E77-56204DBC460F}"/>
                  </a:ext>
                </a:extLst>
              </p:cNvPr>
              <p:cNvSpPr/>
              <p:nvPr>
                <p:custDataLst>
                  <p:tags r:id="rId62"/>
                </p:custDataLst>
              </p:nvPr>
            </p:nvSpPr>
            <p:spPr>
              <a:xfrm>
                <a:off x="1737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0B5AC967-CFBC-4CC5-8538-A110955C3578}"/>
                  </a:ext>
                </a:extLst>
              </p:cNvPr>
              <p:cNvSpPr/>
              <p:nvPr>
                <p:custDataLst>
                  <p:tags r:id="rId63"/>
                </p:custDataLst>
              </p:nvPr>
            </p:nvSpPr>
            <p:spPr>
              <a:xfrm>
                <a:off x="1828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536E048D-10ED-4571-9194-312B818A3031}"/>
                  </a:ext>
                </a:extLst>
              </p:cNvPr>
              <p:cNvSpPr/>
              <p:nvPr>
                <p:custDataLst>
                  <p:tags r:id="rId64"/>
                </p:custDataLst>
              </p:nvPr>
            </p:nvSpPr>
            <p:spPr>
              <a:xfrm>
                <a:off x="1905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13D946AC-8149-4E5B-BCA9-31907F1A2DC3}"/>
                  </a:ext>
                </a:extLst>
              </p:cNvPr>
              <p:cNvSpPr/>
              <p:nvPr>
                <p:custDataLst>
                  <p:tags r:id="rId65"/>
                </p:custDataLst>
              </p:nvPr>
            </p:nvSpPr>
            <p:spPr>
              <a:xfrm>
                <a:off x="1981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462CEFEC-2A75-4378-85FD-B4097B31EC26}"/>
                  </a:ext>
                </a:extLst>
              </p:cNvPr>
              <p:cNvSpPr/>
              <p:nvPr>
                <p:custDataLst>
                  <p:tags r:id="rId66"/>
                </p:custDataLst>
              </p:nvPr>
            </p:nvSpPr>
            <p:spPr>
              <a:xfrm>
                <a:off x="20421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DBEAA78F-EF1C-4E86-A8F7-90BE0BC55014}"/>
                  </a:ext>
                </a:extLst>
              </p:cNvPr>
              <p:cNvSpPr/>
              <p:nvPr>
                <p:custDataLst>
                  <p:tags r:id="rId67"/>
                </p:custDataLst>
              </p:nvPr>
            </p:nvSpPr>
            <p:spPr>
              <a:xfrm>
                <a:off x="2133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A1EEF75B-701F-46F3-8725-84BE45BDDDA0}"/>
                  </a:ext>
                </a:extLst>
              </p:cNvPr>
              <p:cNvSpPr/>
              <p:nvPr>
                <p:custDataLst>
                  <p:tags r:id="rId68"/>
                </p:custDataLst>
              </p:nvPr>
            </p:nvSpPr>
            <p:spPr>
              <a:xfrm>
                <a:off x="2209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83A49BE3-63AA-4EF3-A9D3-6C9C25E88552}"/>
                  </a:ext>
                </a:extLst>
              </p:cNvPr>
              <p:cNvSpPr/>
              <p:nvPr>
                <p:custDataLst>
                  <p:tags r:id="rId69"/>
                </p:custDataLst>
              </p:nvPr>
            </p:nvSpPr>
            <p:spPr>
              <a:xfrm>
                <a:off x="2286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03E5BFBC-70E9-4285-ADA0-733331B462F0}"/>
                  </a:ext>
                </a:extLst>
              </p:cNvPr>
              <p:cNvSpPr/>
              <p:nvPr>
                <p:custDataLst>
                  <p:tags r:id="rId70"/>
                </p:custDataLst>
              </p:nvPr>
            </p:nvSpPr>
            <p:spPr>
              <a:xfrm>
                <a:off x="23469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836543EC-A9A2-4B16-A87C-F15CFFE1A86C}"/>
                  </a:ext>
                </a:extLst>
              </p:cNvPr>
              <p:cNvSpPr/>
              <p:nvPr>
                <p:custDataLst>
                  <p:tags r:id="rId71"/>
                </p:custDataLst>
              </p:nvPr>
            </p:nvSpPr>
            <p:spPr>
              <a:xfrm>
                <a:off x="2438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9716995F-C8FE-4CAB-A199-B3E5ADC979E3}"/>
                  </a:ext>
                </a:extLst>
              </p:cNvPr>
              <p:cNvSpPr/>
              <p:nvPr>
                <p:custDataLst>
                  <p:tags r:id="rId72"/>
                </p:custDataLst>
              </p:nvPr>
            </p:nvSpPr>
            <p:spPr>
              <a:xfrm>
                <a:off x="2514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BF5F34ED-E9E3-4B43-8E7D-888FB219AB40}"/>
                  </a:ext>
                </a:extLst>
              </p:cNvPr>
              <p:cNvSpPr/>
              <p:nvPr>
                <p:custDataLst>
                  <p:tags r:id="rId73"/>
                </p:custDataLst>
              </p:nvPr>
            </p:nvSpPr>
            <p:spPr>
              <a:xfrm>
                <a:off x="2590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7CEDF53C-0F4A-4807-9547-2FF9E04A4CEF}"/>
                  </a:ext>
                </a:extLst>
              </p:cNvPr>
              <p:cNvSpPr/>
              <p:nvPr>
                <p:custDataLst>
                  <p:tags r:id="rId74"/>
                </p:custDataLst>
              </p:nvPr>
            </p:nvSpPr>
            <p:spPr>
              <a:xfrm>
                <a:off x="26517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B581BAEF-BC7F-47E8-ADA8-A7CFF1405435}"/>
                  </a:ext>
                </a:extLst>
              </p:cNvPr>
              <p:cNvSpPr/>
              <p:nvPr>
                <p:custDataLst>
                  <p:tags r:id="rId75"/>
                </p:custDataLst>
              </p:nvPr>
            </p:nvSpPr>
            <p:spPr>
              <a:xfrm>
                <a:off x="2743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C53FDF5F-85B5-405D-BC79-242BEA73CE7B}"/>
                  </a:ext>
                </a:extLst>
              </p:cNvPr>
              <p:cNvSpPr/>
              <p:nvPr>
                <p:custDataLst>
                  <p:tags r:id="rId76"/>
                </p:custDataLst>
              </p:nvPr>
            </p:nvSpPr>
            <p:spPr>
              <a:xfrm>
                <a:off x="2819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B9DB3181-5E48-456F-81CD-35E4AD51BA5C}"/>
                  </a:ext>
                </a:extLst>
              </p:cNvPr>
              <p:cNvSpPr/>
              <p:nvPr>
                <p:custDataLst>
                  <p:tags r:id="rId77"/>
                </p:custDataLst>
              </p:nvPr>
            </p:nvSpPr>
            <p:spPr>
              <a:xfrm>
                <a:off x="2895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6C3B45DF-CE52-4530-ACDB-3A5CEA71353E}"/>
                  </a:ext>
                </a:extLst>
              </p:cNvPr>
              <p:cNvSpPr/>
              <p:nvPr>
                <p:custDataLst>
                  <p:tags r:id="rId78"/>
                </p:custDataLst>
              </p:nvPr>
            </p:nvSpPr>
            <p:spPr>
              <a:xfrm>
                <a:off x="2956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9632A4DB-DDDE-455D-92C3-88EE111271BA}"/>
                  </a:ext>
                </a:extLst>
              </p:cNvPr>
              <p:cNvSpPr/>
              <p:nvPr>
                <p:custDataLst>
                  <p:tags r:id="rId79"/>
                </p:custDataLst>
              </p:nvPr>
            </p:nvSpPr>
            <p:spPr>
              <a:xfrm>
                <a:off x="3048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28F035B2-E65D-450D-B763-1E62BCB7E2BA}"/>
                  </a:ext>
                </a:extLst>
              </p:cNvPr>
              <p:cNvSpPr/>
              <p:nvPr>
                <p:custDataLst>
                  <p:tags r:id="rId80"/>
                </p:custDataLst>
              </p:nvPr>
            </p:nvSpPr>
            <p:spPr>
              <a:xfrm>
                <a:off x="3124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3545E6BE-69E8-46DF-96B1-7C582DCA7CA9}"/>
                  </a:ext>
                </a:extLst>
              </p:cNvPr>
              <p:cNvSpPr/>
              <p:nvPr>
                <p:custDataLst>
                  <p:tags r:id="rId81"/>
                </p:custDataLst>
              </p:nvPr>
            </p:nvSpPr>
            <p:spPr>
              <a:xfrm>
                <a:off x="3200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10210139-E030-411A-A756-CA42659EDE5A}"/>
                  </a:ext>
                </a:extLst>
              </p:cNvPr>
              <p:cNvSpPr/>
              <p:nvPr>
                <p:custDataLst>
                  <p:tags r:id="rId82"/>
                </p:custDataLst>
              </p:nvPr>
            </p:nvSpPr>
            <p:spPr>
              <a:xfrm>
                <a:off x="3261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7" name="Rectangle 116">
              <a:extLst>
                <a:ext uri="{FF2B5EF4-FFF2-40B4-BE49-F238E27FC236}">
                  <a16:creationId xmlns:a16="http://schemas.microsoft.com/office/drawing/2014/main" id="{ED4559B8-3CFA-4E3B-A951-48CE52495260}"/>
                </a:ext>
              </a:extLst>
            </p:cNvPr>
            <p:cNvSpPr/>
            <p:nvPr>
              <p:custDataLst>
                <p:tags r:id="rId53"/>
              </p:custDataLst>
            </p:nvPr>
          </p:nvSpPr>
          <p:spPr>
            <a:xfrm>
              <a:off x="3243072" y="5334000"/>
              <a:ext cx="795528" cy="18054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MSI, SC</a:t>
              </a:r>
            </a:p>
          </p:txBody>
        </p:sp>
        <p:sp>
          <p:nvSpPr>
            <p:cNvPr id="118" name="Rectangle 117">
              <a:extLst>
                <a:ext uri="{FF2B5EF4-FFF2-40B4-BE49-F238E27FC236}">
                  <a16:creationId xmlns:a16="http://schemas.microsoft.com/office/drawing/2014/main" id="{8151B412-17A4-43E7-966F-24302FB60030}"/>
                </a:ext>
              </a:extLst>
            </p:cNvPr>
            <p:cNvSpPr/>
            <p:nvPr>
              <p:custDataLst>
                <p:tags r:id="rId54"/>
              </p:custDataLst>
            </p:nvPr>
          </p:nvSpPr>
          <p:spPr>
            <a:xfrm>
              <a:off x="533400" y="5334000"/>
              <a:ext cx="795528" cy="18054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MSI, SC</a:t>
              </a:r>
            </a:p>
          </p:txBody>
        </p:sp>
      </p:grpSp>
      <p:grpSp>
        <p:nvGrpSpPr>
          <p:cNvPr id="119" name="Group 118">
            <a:extLst>
              <a:ext uri="{FF2B5EF4-FFF2-40B4-BE49-F238E27FC236}">
                <a16:creationId xmlns:a16="http://schemas.microsoft.com/office/drawing/2014/main" id="{BBDEBE23-3D90-4F4C-BD5D-743C49446BAF}"/>
              </a:ext>
            </a:extLst>
          </p:cNvPr>
          <p:cNvGrpSpPr/>
          <p:nvPr>
            <p:custDataLst>
              <p:tags r:id="rId13"/>
            </p:custDataLst>
          </p:nvPr>
        </p:nvGrpSpPr>
        <p:grpSpPr>
          <a:xfrm>
            <a:off x="4881563" y="3137854"/>
            <a:ext cx="3957637" cy="2546666"/>
            <a:chOff x="304800" y="3137854"/>
            <a:chExt cx="3957637" cy="2546666"/>
          </a:xfrm>
        </p:grpSpPr>
        <p:pic>
          <p:nvPicPr>
            <p:cNvPr id="120"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A47BDE6F-7A43-4CAB-BE7A-5CC10F4FED3D}"/>
                </a:ext>
              </a:extLst>
            </p:cNvPr>
            <p:cNvPicPr>
              <a:picLocks noChangeAspect="1" noChangeArrowheads="1"/>
            </p:cNvPicPr>
            <p:nvPr/>
          </p:nvPicPr>
          <p:blipFill>
            <a:blip r:embed="rId85">
              <a:extLst>
                <a:ext uri="{28A0092B-C50C-407E-A947-70E740481C1C}">
                  <a14:useLocalDpi xmlns:a14="http://schemas.microsoft.com/office/drawing/2010/main" val="0"/>
                </a:ext>
              </a:extLst>
            </a:blip>
            <a:srcRect/>
            <a:stretch>
              <a:fillRect/>
            </a:stretch>
          </p:blipFill>
          <p:spPr bwMode="auto">
            <a:xfrm>
              <a:off x="304800" y="3139440"/>
              <a:ext cx="3957637" cy="1986618"/>
            </a:xfrm>
            <a:prstGeom prst="rect">
              <a:avLst/>
            </a:prstGeom>
            <a:noFill/>
            <a:ln/>
            <a:extLst>
              <a:ext uri="{909E8E84-426E-40DD-AFC4-6F175D3DCCD1}">
                <a14:hiddenFill xmlns:a14="http://schemas.microsoft.com/office/drawing/2010/main">
                  <a:solidFill>
                    <a:srgbClr val="FFFFFF"/>
                  </a:solidFill>
                </a14:hiddenFill>
              </a:ext>
            </a:extLst>
          </p:spPr>
        </p:pic>
        <p:cxnSp>
          <p:nvCxnSpPr>
            <p:cNvPr id="121" name="Straight Connector 120">
              <a:extLst>
                <a:ext uri="{FF2B5EF4-FFF2-40B4-BE49-F238E27FC236}">
                  <a16:creationId xmlns:a16="http://schemas.microsoft.com/office/drawing/2014/main" id="{61B369D2-38C2-448A-98C2-2CBA6B6AD394}"/>
                </a:ext>
              </a:extLst>
            </p:cNvPr>
            <p:cNvCxnSpPr>
              <a:cxnSpLocks/>
            </p:cNvCxnSpPr>
            <p:nvPr/>
          </p:nvCxnSpPr>
          <p:spPr>
            <a:xfrm flipV="1">
              <a:off x="477105" y="4427617"/>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20C1036E-7040-47BD-9BC9-5C582B97A62A}"/>
                </a:ext>
              </a:extLst>
            </p:cNvPr>
            <p:cNvCxnSpPr>
              <a:cxnSpLocks/>
            </p:cNvCxnSpPr>
            <p:nvPr/>
          </p:nvCxnSpPr>
          <p:spPr>
            <a:xfrm flipH="1" flipV="1">
              <a:off x="1050634" y="4428775"/>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F3090D8C-DA70-4CF6-B26A-C27CE0B8E539}"/>
                </a:ext>
              </a:extLst>
            </p:cNvPr>
            <p:cNvCxnSpPr>
              <a:cxnSpLocks/>
            </p:cNvCxnSpPr>
            <p:nvPr/>
          </p:nvCxnSpPr>
          <p:spPr>
            <a:xfrm flipV="1">
              <a:off x="3188221" y="4417910"/>
              <a:ext cx="283561" cy="698440"/>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75400202-05F6-43DC-B195-42EAFC30AFB5}"/>
                </a:ext>
              </a:extLst>
            </p:cNvPr>
            <p:cNvCxnSpPr>
              <a:cxnSpLocks/>
            </p:cNvCxnSpPr>
            <p:nvPr/>
          </p:nvCxnSpPr>
          <p:spPr>
            <a:xfrm flipH="1" flipV="1">
              <a:off x="3761750" y="4419068"/>
              <a:ext cx="328382" cy="690932"/>
            </a:xfrm>
            <a:prstGeom prst="line">
              <a:avLst/>
            </a:prstGeom>
            <a:noFill/>
            <a:ln w="25400" cap="flat" cmpd="sng" algn="ctr">
              <a:solidFill>
                <a:schemeClr val="tx1"/>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00FA7DC1-0D7A-4430-9E35-0A703F8F331A}"/>
                </a:ext>
              </a:extLst>
            </p:cNvPr>
            <p:cNvCxnSpPr>
              <a:cxnSpLocks/>
            </p:cNvCxnSpPr>
            <p:nvPr/>
          </p:nvCxnSpPr>
          <p:spPr>
            <a:xfrm rot="5400000">
              <a:off x="844591"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DD0DDC0-93B7-4CE9-BB51-01B70ABC0A71}"/>
                </a:ext>
              </a:extLst>
            </p:cNvPr>
            <p:cNvCxnSpPr>
              <a:cxnSpLocks/>
            </p:cNvCxnSpPr>
            <p:nvPr/>
          </p:nvCxnSpPr>
          <p:spPr>
            <a:xfrm rot="5400000">
              <a:off x="3613048" y="5592431"/>
              <a:ext cx="184178"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127" name="Rectangle 126">
              <a:extLst>
                <a:ext uri="{FF2B5EF4-FFF2-40B4-BE49-F238E27FC236}">
                  <a16:creationId xmlns:a16="http://schemas.microsoft.com/office/drawing/2014/main" id="{4D110095-F3DF-44BA-92E3-4775CE92D2E9}"/>
                </a:ext>
              </a:extLst>
            </p:cNvPr>
            <p:cNvSpPr/>
            <p:nvPr>
              <p:custDataLst>
                <p:tags r:id="rId15"/>
              </p:custDataLst>
            </p:nvPr>
          </p:nvSpPr>
          <p:spPr>
            <a:xfrm>
              <a:off x="477105" y="5119706"/>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solidFill>
                    <a:schemeClr val="tx1"/>
                  </a:solidFill>
                </a:rPr>
                <a:t>L1-I cache</a:t>
              </a:r>
            </a:p>
          </p:txBody>
        </p:sp>
        <p:sp>
          <p:nvSpPr>
            <p:cNvPr id="128" name="Rectangle 127">
              <a:extLst>
                <a:ext uri="{FF2B5EF4-FFF2-40B4-BE49-F238E27FC236}">
                  <a16:creationId xmlns:a16="http://schemas.microsoft.com/office/drawing/2014/main" id="{1518D577-7978-4F27-903F-E336FC27D71B}"/>
                </a:ext>
              </a:extLst>
            </p:cNvPr>
            <p:cNvSpPr/>
            <p:nvPr>
              <p:custDataLst>
                <p:tags r:id="rId16"/>
              </p:custDataLst>
            </p:nvPr>
          </p:nvSpPr>
          <p:spPr>
            <a:xfrm>
              <a:off x="3190913" y="5104009"/>
              <a:ext cx="901911" cy="42975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solidFill>
                    <a:schemeClr val="tx1"/>
                  </a:solidFill>
                </a:rPr>
                <a:t>L1-D cache</a:t>
              </a:r>
            </a:p>
          </p:txBody>
        </p:sp>
        <p:cxnSp>
          <p:nvCxnSpPr>
            <p:cNvPr id="129" name="Straight Connector 128">
              <a:extLst>
                <a:ext uri="{FF2B5EF4-FFF2-40B4-BE49-F238E27FC236}">
                  <a16:creationId xmlns:a16="http://schemas.microsoft.com/office/drawing/2014/main" id="{D138BF15-6617-471C-8AAE-DAD66864F7F4}"/>
                </a:ext>
              </a:extLst>
            </p:cNvPr>
            <p:cNvCxnSpPr>
              <a:cxnSpLocks/>
            </p:cNvCxnSpPr>
            <p:nvPr/>
          </p:nvCxnSpPr>
          <p:spPr>
            <a:xfrm rot="5400000">
              <a:off x="757833" y="496900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CEEBBDFB-DD57-47F8-8AD7-F0F49267F817}"/>
                </a:ext>
              </a:extLst>
            </p:cNvPr>
            <p:cNvCxnSpPr>
              <a:cxnSpLocks/>
            </p:cNvCxnSpPr>
            <p:nvPr/>
          </p:nvCxnSpPr>
          <p:spPr>
            <a:xfrm rot="5400000">
              <a:off x="3471641" y="4950558"/>
              <a:ext cx="294685"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sp>
          <p:nvSpPr>
            <p:cNvPr id="131" name="Rectangle 130">
              <a:extLst>
                <a:ext uri="{FF2B5EF4-FFF2-40B4-BE49-F238E27FC236}">
                  <a16:creationId xmlns:a16="http://schemas.microsoft.com/office/drawing/2014/main" id="{8DC57621-6E37-470B-B5AE-85C4DAD81427}"/>
                </a:ext>
              </a:extLst>
            </p:cNvPr>
            <p:cNvSpPr/>
            <p:nvPr>
              <p:custDataLst>
                <p:tags r:id="rId17"/>
              </p:custDataLst>
            </p:nvPr>
          </p:nvSpPr>
          <p:spPr>
            <a:xfrm>
              <a:off x="3409135" y="4567171"/>
              <a:ext cx="415262" cy="329056"/>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sp>
          <p:nvSpPr>
            <p:cNvPr id="132" name="Rectangle 131">
              <a:extLst>
                <a:ext uri="{FF2B5EF4-FFF2-40B4-BE49-F238E27FC236}">
                  <a16:creationId xmlns:a16="http://schemas.microsoft.com/office/drawing/2014/main" id="{1EEE14C0-0048-4C38-8130-7DB904B9D31C}"/>
                </a:ext>
              </a:extLst>
            </p:cNvPr>
            <p:cNvSpPr/>
            <p:nvPr>
              <p:custDataLst>
                <p:tags r:id="rId18"/>
              </p:custDataLst>
            </p:nvPr>
          </p:nvSpPr>
          <p:spPr>
            <a:xfrm>
              <a:off x="689794" y="4567171"/>
              <a:ext cx="415262" cy="329056"/>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TLB</a:t>
              </a:r>
            </a:p>
          </p:txBody>
        </p:sp>
        <p:pic>
          <p:nvPicPr>
            <p:cNvPr id="133"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D0C7D387-874E-45DC-8692-6F59045BCC08}"/>
                </a:ext>
              </a:extLst>
            </p:cNvPr>
            <p:cNvPicPr>
              <a:picLocks noChangeAspect="1" noChangeArrowheads="1"/>
            </p:cNvPicPr>
            <p:nvPr/>
          </p:nvPicPr>
          <p:blipFill rotWithShape="1">
            <a:blip r:embed="rId85">
              <a:extLst>
                <a:ext uri="{28A0092B-C50C-407E-A947-70E740481C1C}">
                  <a14:useLocalDpi xmlns:a14="http://schemas.microsoft.com/office/drawing/2010/main" val="0"/>
                </a:ext>
              </a:extLst>
            </a:blip>
            <a:srcRect l="51985" t="37048" r="28761" b="28687"/>
            <a:stretch/>
          </p:blipFill>
          <p:spPr bwMode="auto">
            <a:xfrm>
              <a:off x="2357437" y="43637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134"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6CA9ABC8-227E-4D28-960D-654B54ECC9DD}"/>
                </a:ext>
              </a:extLst>
            </p:cNvPr>
            <p:cNvPicPr>
              <a:picLocks noChangeAspect="1" noChangeArrowheads="1"/>
            </p:cNvPicPr>
            <p:nvPr/>
          </p:nvPicPr>
          <p:blipFill rotWithShape="1">
            <a:blip r:embed="rId85">
              <a:extLst>
                <a:ext uri="{28A0092B-C50C-407E-A947-70E740481C1C}">
                  <a14:useLocalDpi xmlns:a14="http://schemas.microsoft.com/office/drawing/2010/main" val="0"/>
                </a:ext>
              </a:extLst>
            </a:blip>
            <a:srcRect l="51985" t="37048" r="28761" b="28687"/>
            <a:stretch/>
          </p:blipFill>
          <p:spPr bwMode="auto">
            <a:xfrm>
              <a:off x="2357437" y="38303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135"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4113DDC9-0D6D-43F0-A2FF-CC792324DBF6}"/>
                </a:ext>
              </a:extLst>
            </p:cNvPr>
            <p:cNvPicPr>
              <a:picLocks noChangeAspect="1" noChangeArrowheads="1"/>
            </p:cNvPicPr>
            <p:nvPr/>
          </p:nvPicPr>
          <p:blipFill rotWithShape="1">
            <a:blip r:embed="rId85">
              <a:extLst>
                <a:ext uri="{28A0092B-C50C-407E-A947-70E740481C1C}">
                  <a14:useLocalDpi xmlns:a14="http://schemas.microsoft.com/office/drawing/2010/main" val="0"/>
                </a:ext>
              </a:extLst>
            </a:blip>
            <a:srcRect l="51985" t="37048" r="28761" b="28687"/>
            <a:stretch/>
          </p:blipFill>
          <p:spPr bwMode="auto">
            <a:xfrm>
              <a:off x="2357436"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pic>
          <p:nvPicPr>
            <p:cNvPr id="136"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4256CB84-B280-4BA9-A595-AFF97EEF4895}"/>
                </a:ext>
              </a:extLst>
            </p:cNvPr>
            <p:cNvPicPr>
              <a:picLocks noChangeAspect="1" noChangeArrowheads="1"/>
            </p:cNvPicPr>
            <p:nvPr/>
          </p:nvPicPr>
          <p:blipFill rotWithShape="1">
            <a:blip r:embed="rId85">
              <a:extLst>
                <a:ext uri="{28A0092B-C50C-407E-A947-70E740481C1C}">
                  <a14:useLocalDpi xmlns:a14="http://schemas.microsoft.com/office/drawing/2010/main" val="0"/>
                </a:ext>
              </a:extLst>
            </a:blip>
            <a:srcRect l="51985" t="37048" r="28761" b="28687"/>
            <a:stretch/>
          </p:blipFill>
          <p:spPr bwMode="auto">
            <a:xfrm>
              <a:off x="3043237" y="3296939"/>
              <a:ext cx="762001" cy="680701"/>
            </a:xfrm>
            <a:prstGeom prst="rect">
              <a:avLst/>
            </a:prstGeom>
            <a:noFill/>
            <a:ln/>
            <a:extLst>
              <a:ext uri="{909E8E84-426E-40DD-AFC4-6F175D3DCCD1}">
                <a14:hiddenFill xmlns:a14="http://schemas.microsoft.com/office/drawing/2010/main">
                  <a:solidFill>
                    <a:srgbClr val="FFFFFF"/>
                  </a:solidFill>
                </a14:hiddenFill>
              </a:ext>
            </a:extLst>
          </p:spPr>
        </p:pic>
        <p:grpSp>
          <p:nvGrpSpPr>
            <p:cNvPr id="137" name="Group 136">
              <a:extLst>
                <a:ext uri="{FF2B5EF4-FFF2-40B4-BE49-F238E27FC236}">
                  <a16:creationId xmlns:a16="http://schemas.microsoft.com/office/drawing/2014/main" id="{068968A7-FC72-481C-90CE-EF1BD40063DC}"/>
                </a:ext>
              </a:extLst>
            </p:cNvPr>
            <p:cNvGrpSpPr/>
            <p:nvPr/>
          </p:nvGrpSpPr>
          <p:grpSpPr>
            <a:xfrm>
              <a:off x="1981200" y="3137854"/>
              <a:ext cx="2133600" cy="182880"/>
              <a:chOff x="1219200" y="1477735"/>
              <a:chExt cx="2133600" cy="182880"/>
            </a:xfrm>
          </p:grpSpPr>
          <p:sp>
            <p:nvSpPr>
              <p:cNvPr id="140" name="Rectangle 139">
                <a:extLst>
                  <a:ext uri="{FF2B5EF4-FFF2-40B4-BE49-F238E27FC236}">
                    <a16:creationId xmlns:a16="http://schemas.microsoft.com/office/drawing/2014/main" id="{E947E6D3-EFA7-4D69-B6BE-7F1927B2FE57}"/>
                  </a:ext>
                </a:extLst>
              </p:cNvPr>
              <p:cNvSpPr/>
              <p:nvPr>
                <p:custDataLst>
                  <p:tags r:id="rId21"/>
                </p:custDataLst>
              </p:nvPr>
            </p:nvSpPr>
            <p:spPr>
              <a:xfrm>
                <a:off x="1219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CE68DB61-B0CE-4836-B07A-EFBC47C5BCC6}"/>
                  </a:ext>
                </a:extLst>
              </p:cNvPr>
              <p:cNvSpPr/>
              <p:nvPr>
                <p:custDataLst>
                  <p:tags r:id="rId22"/>
                </p:custDataLst>
              </p:nvPr>
            </p:nvSpPr>
            <p:spPr>
              <a:xfrm>
                <a:off x="1295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80A65588-81F6-474B-B0DA-D1F5B37085C2}"/>
                  </a:ext>
                </a:extLst>
              </p:cNvPr>
              <p:cNvSpPr/>
              <p:nvPr>
                <p:custDataLst>
                  <p:tags r:id="rId23"/>
                </p:custDataLst>
              </p:nvPr>
            </p:nvSpPr>
            <p:spPr>
              <a:xfrm>
                <a:off x="1371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F53F2D14-3AC2-4501-B309-08AA7DC8043B}"/>
                  </a:ext>
                </a:extLst>
              </p:cNvPr>
              <p:cNvSpPr/>
              <p:nvPr>
                <p:custDataLst>
                  <p:tags r:id="rId24"/>
                </p:custDataLst>
              </p:nvPr>
            </p:nvSpPr>
            <p:spPr>
              <a:xfrm>
                <a:off x="1432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F3613A87-8D33-4B54-A7A5-0BA12B8D9750}"/>
                  </a:ext>
                </a:extLst>
              </p:cNvPr>
              <p:cNvSpPr/>
              <p:nvPr>
                <p:custDataLst>
                  <p:tags r:id="rId25"/>
                </p:custDataLst>
              </p:nvPr>
            </p:nvSpPr>
            <p:spPr>
              <a:xfrm>
                <a:off x="1524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F8190C7E-5373-4091-BADD-BCB342BEFC6A}"/>
                  </a:ext>
                </a:extLst>
              </p:cNvPr>
              <p:cNvSpPr/>
              <p:nvPr>
                <p:custDataLst>
                  <p:tags r:id="rId26"/>
                </p:custDataLst>
              </p:nvPr>
            </p:nvSpPr>
            <p:spPr>
              <a:xfrm>
                <a:off x="1600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C8462349-9A65-4BCE-A10E-220808069CA9}"/>
                  </a:ext>
                </a:extLst>
              </p:cNvPr>
              <p:cNvSpPr/>
              <p:nvPr>
                <p:custDataLst>
                  <p:tags r:id="rId27"/>
                </p:custDataLst>
              </p:nvPr>
            </p:nvSpPr>
            <p:spPr>
              <a:xfrm>
                <a:off x="1676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ED0D1CE3-B191-4419-BDF0-C910A7D86EA1}"/>
                  </a:ext>
                </a:extLst>
              </p:cNvPr>
              <p:cNvSpPr/>
              <p:nvPr>
                <p:custDataLst>
                  <p:tags r:id="rId28"/>
                </p:custDataLst>
              </p:nvPr>
            </p:nvSpPr>
            <p:spPr>
              <a:xfrm>
                <a:off x="1737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393A4F02-48FC-4B4E-B5E1-7AC38E129248}"/>
                  </a:ext>
                </a:extLst>
              </p:cNvPr>
              <p:cNvSpPr/>
              <p:nvPr>
                <p:custDataLst>
                  <p:tags r:id="rId29"/>
                </p:custDataLst>
              </p:nvPr>
            </p:nvSpPr>
            <p:spPr>
              <a:xfrm>
                <a:off x="1828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0DAF6311-67BC-4442-B91E-A30F4BF8EE0A}"/>
                  </a:ext>
                </a:extLst>
              </p:cNvPr>
              <p:cNvSpPr/>
              <p:nvPr>
                <p:custDataLst>
                  <p:tags r:id="rId30"/>
                </p:custDataLst>
              </p:nvPr>
            </p:nvSpPr>
            <p:spPr>
              <a:xfrm>
                <a:off x="1905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DA97FE4B-E64E-4110-90B3-65D05C7989B8}"/>
                  </a:ext>
                </a:extLst>
              </p:cNvPr>
              <p:cNvSpPr/>
              <p:nvPr>
                <p:custDataLst>
                  <p:tags r:id="rId31"/>
                </p:custDataLst>
              </p:nvPr>
            </p:nvSpPr>
            <p:spPr>
              <a:xfrm>
                <a:off x="1981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CAB4AD2D-EB8E-4712-83B0-C6D6C86E4AC1}"/>
                  </a:ext>
                </a:extLst>
              </p:cNvPr>
              <p:cNvSpPr/>
              <p:nvPr>
                <p:custDataLst>
                  <p:tags r:id="rId32"/>
                </p:custDataLst>
              </p:nvPr>
            </p:nvSpPr>
            <p:spPr>
              <a:xfrm>
                <a:off x="20421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8A196952-4676-4A76-8129-DE129B6CEB75}"/>
                  </a:ext>
                </a:extLst>
              </p:cNvPr>
              <p:cNvSpPr/>
              <p:nvPr>
                <p:custDataLst>
                  <p:tags r:id="rId33"/>
                </p:custDataLst>
              </p:nvPr>
            </p:nvSpPr>
            <p:spPr>
              <a:xfrm>
                <a:off x="2133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08A32752-A630-4F6A-867E-13E6305D67D1}"/>
                  </a:ext>
                </a:extLst>
              </p:cNvPr>
              <p:cNvSpPr/>
              <p:nvPr>
                <p:custDataLst>
                  <p:tags r:id="rId34"/>
                </p:custDataLst>
              </p:nvPr>
            </p:nvSpPr>
            <p:spPr>
              <a:xfrm>
                <a:off x="2209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1FF0C6F6-1CA2-4DD0-8334-18E7A1A83194}"/>
                  </a:ext>
                </a:extLst>
              </p:cNvPr>
              <p:cNvSpPr/>
              <p:nvPr>
                <p:custDataLst>
                  <p:tags r:id="rId35"/>
                </p:custDataLst>
              </p:nvPr>
            </p:nvSpPr>
            <p:spPr>
              <a:xfrm>
                <a:off x="2286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179E8871-B11F-4E18-ABF3-221483A0711E}"/>
                  </a:ext>
                </a:extLst>
              </p:cNvPr>
              <p:cNvSpPr/>
              <p:nvPr>
                <p:custDataLst>
                  <p:tags r:id="rId36"/>
                </p:custDataLst>
              </p:nvPr>
            </p:nvSpPr>
            <p:spPr>
              <a:xfrm>
                <a:off x="23469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F4EC6F52-8DC6-4EC8-B969-D1E174F74F7E}"/>
                  </a:ext>
                </a:extLst>
              </p:cNvPr>
              <p:cNvSpPr/>
              <p:nvPr>
                <p:custDataLst>
                  <p:tags r:id="rId37"/>
                </p:custDataLst>
              </p:nvPr>
            </p:nvSpPr>
            <p:spPr>
              <a:xfrm>
                <a:off x="2438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ABDCFB9E-57FA-4234-A35A-419D8C9CA31E}"/>
                  </a:ext>
                </a:extLst>
              </p:cNvPr>
              <p:cNvSpPr/>
              <p:nvPr>
                <p:custDataLst>
                  <p:tags r:id="rId38"/>
                </p:custDataLst>
              </p:nvPr>
            </p:nvSpPr>
            <p:spPr>
              <a:xfrm>
                <a:off x="2514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A8D71B24-BBAD-40E0-BF60-81A4DC54C7F4}"/>
                  </a:ext>
                </a:extLst>
              </p:cNvPr>
              <p:cNvSpPr/>
              <p:nvPr>
                <p:custDataLst>
                  <p:tags r:id="rId39"/>
                </p:custDataLst>
              </p:nvPr>
            </p:nvSpPr>
            <p:spPr>
              <a:xfrm>
                <a:off x="25908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B9A52C26-7B9A-4914-9266-45F9572CFE04}"/>
                  </a:ext>
                </a:extLst>
              </p:cNvPr>
              <p:cNvSpPr/>
              <p:nvPr>
                <p:custDataLst>
                  <p:tags r:id="rId40"/>
                </p:custDataLst>
              </p:nvPr>
            </p:nvSpPr>
            <p:spPr>
              <a:xfrm>
                <a:off x="26517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39C1D1E5-3456-4697-A6E8-9412CC59B1F5}"/>
                  </a:ext>
                </a:extLst>
              </p:cNvPr>
              <p:cNvSpPr/>
              <p:nvPr>
                <p:custDataLst>
                  <p:tags r:id="rId41"/>
                </p:custDataLst>
              </p:nvPr>
            </p:nvSpPr>
            <p:spPr>
              <a:xfrm>
                <a:off x="2743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1968FA7B-080B-4AC6-A8FA-32FCDCBC098A}"/>
                  </a:ext>
                </a:extLst>
              </p:cNvPr>
              <p:cNvSpPr/>
              <p:nvPr>
                <p:custDataLst>
                  <p:tags r:id="rId42"/>
                </p:custDataLst>
              </p:nvPr>
            </p:nvSpPr>
            <p:spPr>
              <a:xfrm>
                <a:off x="2819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533509C0-9152-4229-8D58-F24172E8EDFF}"/>
                  </a:ext>
                </a:extLst>
              </p:cNvPr>
              <p:cNvSpPr/>
              <p:nvPr>
                <p:custDataLst>
                  <p:tags r:id="rId43"/>
                </p:custDataLst>
              </p:nvPr>
            </p:nvSpPr>
            <p:spPr>
              <a:xfrm>
                <a:off x="28956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51EA7FBF-BAE5-4EA9-B7D5-F637C1B5F7C6}"/>
                  </a:ext>
                </a:extLst>
              </p:cNvPr>
              <p:cNvSpPr/>
              <p:nvPr>
                <p:custDataLst>
                  <p:tags r:id="rId44"/>
                </p:custDataLst>
              </p:nvPr>
            </p:nvSpPr>
            <p:spPr>
              <a:xfrm>
                <a:off x="29565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C39F6B1A-7E8A-4142-B2F5-072C800E2D0D}"/>
                  </a:ext>
                </a:extLst>
              </p:cNvPr>
              <p:cNvSpPr/>
              <p:nvPr>
                <p:custDataLst>
                  <p:tags r:id="rId45"/>
                </p:custDataLst>
              </p:nvPr>
            </p:nvSpPr>
            <p:spPr>
              <a:xfrm>
                <a:off x="30480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09F9E7C9-33AC-4B22-9866-BBCF88C7CE9B}"/>
                  </a:ext>
                </a:extLst>
              </p:cNvPr>
              <p:cNvSpPr/>
              <p:nvPr>
                <p:custDataLst>
                  <p:tags r:id="rId46"/>
                </p:custDataLst>
              </p:nvPr>
            </p:nvSpPr>
            <p:spPr>
              <a:xfrm>
                <a:off x="31242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9CA96196-1C59-463E-BF9A-456D16C5DB6F}"/>
                  </a:ext>
                </a:extLst>
              </p:cNvPr>
              <p:cNvSpPr/>
              <p:nvPr>
                <p:custDataLst>
                  <p:tags r:id="rId47"/>
                </p:custDataLst>
              </p:nvPr>
            </p:nvSpPr>
            <p:spPr>
              <a:xfrm>
                <a:off x="320040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709CFE54-D4D5-425A-A5B2-75F6A16B2C4A}"/>
                  </a:ext>
                </a:extLst>
              </p:cNvPr>
              <p:cNvSpPr/>
              <p:nvPr>
                <p:custDataLst>
                  <p:tags r:id="rId48"/>
                </p:custDataLst>
              </p:nvPr>
            </p:nvSpPr>
            <p:spPr>
              <a:xfrm>
                <a:off x="3261360" y="1477735"/>
                <a:ext cx="91440" cy="182880"/>
              </a:xfrm>
              <a:prstGeom prst="rect">
                <a:avLst/>
              </a:prstGeom>
              <a:solidFill>
                <a:schemeClr val="bg1"/>
              </a:solidFill>
              <a:ln w="9525"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8" name="Rectangle 137">
              <a:extLst>
                <a:ext uri="{FF2B5EF4-FFF2-40B4-BE49-F238E27FC236}">
                  <a16:creationId xmlns:a16="http://schemas.microsoft.com/office/drawing/2014/main" id="{7829EE59-2949-4572-A98D-BAE8BB4D21DD}"/>
                </a:ext>
              </a:extLst>
            </p:cNvPr>
            <p:cNvSpPr/>
            <p:nvPr>
              <p:custDataLst>
                <p:tags r:id="rId19"/>
              </p:custDataLst>
            </p:nvPr>
          </p:nvSpPr>
          <p:spPr>
            <a:xfrm>
              <a:off x="3243072" y="5334000"/>
              <a:ext cx="795528" cy="18054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MSI, SC</a:t>
              </a:r>
            </a:p>
          </p:txBody>
        </p:sp>
        <p:sp>
          <p:nvSpPr>
            <p:cNvPr id="139" name="Rectangle 138">
              <a:extLst>
                <a:ext uri="{FF2B5EF4-FFF2-40B4-BE49-F238E27FC236}">
                  <a16:creationId xmlns:a16="http://schemas.microsoft.com/office/drawing/2014/main" id="{AD5526C1-0FB1-4EE8-A730-CF6D129668FF}"/>
                </a:ext>
              </a:extLst>
            </p:cNvPr>
            <p:cNvSpPr/>
            <p:nvPr>
              <p:custDataLst>
                <p:tags r:id="rId20"/>
              </p:custDataLst>
            </p:nvPr>
          </p:nvSpPr>
          <p:spPr>
            <a:xfrm>
              <a:off x="533400" y="5334000"/>
              <a:ext cx="795528" cy="180542"/>
            </a:xfrm>
            <a:prstGeom prst="rect">
              <a:avLst/>
            </a:prstGeom>
            <a:solidFill>
              <a:schemeClr val="bg1">
                <a:lumMod val="85000"/>
              </a:schemeClr>
            </a:solidFill>
            <a:ln w="25400" cap="flat" cmpd="sng" algn="ctr">
              <a:solidFill>
                <a:schemeClr val="tx1"/>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MSI, SC</a:t>
              </a:r>
            </a:p>
          </p:txBody>
        </p:sp>
      </p:grpSp>
      <p:sp>
        <p:nvSpPr>
          <p:cNvPr id="116" name="Rectangle 3">
            <a:extLst>
              <a:ext uri="{FF2B5EF4-FFF2-40B4-BE49-F238E27FC236}">
                <a16:creationId xmlns:a16="http://schemas.microsoft.com/office/drawing/2014/main" id="{272D9EE3-95EC-417E-8016-35246E4684AE}"/>
              </a:ext>
            </a:extLst>
          </p:cNvPr>
          <p:cNvSpPr txBox="1">
            <a:spLocks noChangeArrowheads="1"/>
          </p:cNvSpPr>
          <p:nvPr>
            <p:custDataLst>
              <p:tags r:id="rId14"/>
            </p:custDataLst>
          </p:nvPr>
        </p:nvSpPr>
        <p:spPr bwMode="auto">
          <a:xfrm>
            <a:off x="381000" y="1219200"/>
            <a:ext cx="8461375" cy="648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80000"/>
              </a:lnSpc>
              <a:buNone/>
            </a:pPr>
            <a:r>
              <a:rPr lang="en-US" altLang="en-US" sz="2800"/>
              <a:t>…You’ve architected a modern computer</a:t>
            </a:r>
          </a:p>
        </p:txBody>
      </p:sp>
    </p:spTree>
    <p:custDataLst>
      <p:tags r:id="rId1"/>
    </p:custDataLst>
    <p:extLst>
      <p:ext uri="{BB962C8B-B14F-4D97-AF65-F5344CB8AC3E}">
        <p14:creationId xmlns:p14="http://schemas.microsoft.com/office/powerpoint/2010/main" val="155301047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A66A6B0-70A3-4C03-B54F-E491B2E28362}"/>
              </a:ext>
            </a:extLst>
          </p:cNvPr>
          <p:cNvSpPr>
            <a:spLocks noGrp="1"/>
          </p:cNvSpPr>
          <p:nvPr>
            <p:ph type="title"/>
            <p:custDataLst>
              <p:tags r:id="rId2"/>
            </p:custDataLst>
          </p:nvPr>
        </p:nvSpPr>
        <p:spPr>
          <a:xfrm>
            <a:off x="457200" y="274638"/>
            <a:ext cx="7997825" cy="1143000"/>
          </a:xfrm>
        </p:spPr>
        <p:txBody>
          <a:bodyPr/>
          <a:lstStyle/>
          <a:p>
            <a:pPr eaLnBrk="1" hangingPunct="1"/>
            <a:r>
              <a:rPr lang="en-US" altLang="en-US"/>
              <a:t>Future of Computer Architecture?</a:t>
            </a:r>
          </a:p>
        </p:txBody>
      </p:sp>
      <p:sp>
        <p:nvSpPr>
          <p:cNvPr id="25603" name="Slide Number Placeholder 1">
            <a:extLst>
              <a:ext uri="{FF2B5EF4-FFF2-40B4-BE49-F238E27FC236}">
                <a16:creationId xmlns:a16="http://schemas.microsoft.com/office/drawing/2014/main" id="{727A9C2C-BACA-4421-B83D-48B4C5247537}"/>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EF5CF0D0-DA9B-4B30-A2D0-EDBE86FC2D31}" type="slidenum">
              <a:rPr lang="en-US" altLang="en-US" sz="2400" smtClean="0"/>
              <a:pPr lvl="1">
                <a:spcBef>
                  <a:spcPct val="0"/>
                </a:spcBef>
                <a:buFontTx/>
                <a:buNone/>
              </a:pPr>
              <a:t>28</a:t>
            </a:fld>
            <a:endParaRPr lang="en-US" altLang="en-US" sz="2400"/>
          </a:p>
        </p:txBody>
      </p:sp>
      <p:grpSp>
        <p:nvGrpSpPr>
          <p:cNvPr id="25604" name="Group 16">
            <a:extLst>
              <a:ext uri="{FF2B5EF4-FFF2-40B4-BE49-F238E27FC236}">
                <a16:creationId xmlns:a16="http://schemas.microsoft.com/office/drawing/2014/main" id="{FCC69CA9-5C30-4682-A61E-492B38FA6732}"/>
              </a:ext>
            </a:extLst>
          </p:cNvPr>
          <p:cNvGrpSpPr>
            <a:grpSpLocks/>
          </p:cNvGrpSpPr>
          <p:nvPr>
            <p:custDataLst>
              <p:tags r:id="rId4"/>
            </p:custDataLst>
          </p:nvPr>
        </p:nvGrpSpPr>
        <p:grpSpPr bwMode="auto">
          <a:xfrm>
            <a:off x="-1066800" y="1828800"/>
            <a:ext cx="11201400" cy="3762049"/>
            <a:chOff x="-2342464" y="1507503"/>
            <a:chExt cx="16791306" cy="4779284"/>
          </a:xfrm>
        </p:grpSpPr>
        <p:sp>
          <p:nvSpPr>
            <p:cNvPr id="18" name="TextBox 17">
              <a:extLst>
                <a:ext uri="{FF2B5EF4-FFF2-40B4-BE49-F238E27FC236}">
                  <a16:creationId xmlns:a16="http://schemas.microsoft.com/office/drawing/2014/main" id="{0532EE74-D1C9-4DAC-B28F-633348FE9593}"/>
                </a:ext>
              </a:extLst>
            </p:cNvPr>
            <p:cNvSpPr txBox="1"/>
            <p:nvPr>
              <p:custDataLst>
                <p:tags r:id="rId5"/>
              </p:custDataLst>
            </p:nvPr>
          </p:nvSpPr>
          <p:spPr>
            <a:xfrm>
              <a:off x="2802491" y="3524253"/>
              <a:ext cx="6948783" cy="655445"/>
            </a:xfrm>
            <a:prstGeom prst="rect">
              <a:avLst/>
            </a:prstGeom>
            <a:noFill/>
          </p:spPr>
          <p:txBody>
            <a:bodyPr anchor="ctr">
              <a:spAutoFit/>
            </a:bodyPr>
            <a:lstStyle/>
            <a:p>
              <a:pPr algn="ctr">
                <a:defRPr/>
              </a:pPr>
              <a:r>
                <a:rPr lang="en-US" sz="3200">
                  <a:latin typeface="+mn-lt"/>
                </a:rPr>
                <a:t>Many-Core Processors</a:t>
              </a:r>
            </a:p>
          </p:txBody>
        </p:sp>
        <p:sp>
          <p:nvSpPr>
            <p:cNvPr id="19" name="TextBox 18">
              <a:extLst>
                <a:ext uri="{FF2B5EF4-FFF2-40B4-BE49-F238E27FC236}">
                  <a16:creationId xmlns:a16="http://schemas.microsoft.com/office/drawing/2014/main" id="{25D57D0A-E6BC-4970-8A38-9D9BC3AF481B}"/>
                </a:ext>
              </a:extLst>
            </p:cNvPr>
            <p:cNvSpPr txBox="1"/>
            <p:nvPr>
              <p:custDataLst>
                <p:tags r:id="rId6"/>
              </p:custDataLst>
            </p:nvPr>
          </p:nvSpPr>
          <p:spPr>
            <a:xfrm>
              <a:off x="4054224" y="2437226"/>
              <a:ext cx="7881633" cy="655443"/>
            </a:xfrm>
            <a:prstGeom prst="rect">
              <a:avLst/>
            </a:prstGeom>
            <a:noFill/>
          </p:spPr>
          <p:txBody>
            <a:bodyPr anchor="ctr">
              <a:spAutoFit/>
            </a:bodyPr>
            <a:lstStyle/>
            <a:p>
              <a:pPr algn="ctr">
                <a:defRPr/>
              </a:pPr>
              <a:r>
                <a:rPr lang="en-US" sz="3200">
                  <a:latin typeface="+mn-lt"/>
                </a:rPr>
                <a:t>Approximate Computing</a:t>
              </a:r>
            </a:p>
          </p:txBody>
        </p:sp>
        <p:sp>
          <p:nvSpPr>
            <p:cNvPr id="20" name="TextBox 19">
              <a:extLst>
                <a:ext uri="{FF2B5EF4-FFF2-40B4-BE49-F238E27FC236}">
                  <a16:creationId xmlns:a16="http://schemas.microsoft.com/office/drawing/2014/main" id="{B4B66F3B-0B6A-4927-B932-AA8F2F427C82}"/>
                </a:ext>
              </a:extLst>
            </p:cNvPr>
            <p:cNvSpPr txBox="1"/>
            <p:nvPr>
              <p:custDataLst>
                <p:tags r:id="rId7"/>
              </p:custDataLst>
            </p:nvPr>
          </p:nvSpPr>
          <p:spPr>
            <a:xfrm>
              <a:off x="4582522" y="4068776"/>
              <a:ext cx="7881633" cy="655445"/>
            </a:xfrm>
            <a:prstGeom prst="rect">
              <a:avLst/>
            </a:prstGeom>
            <a:noFill/>
          </p:spPr>
          <p:txBody>
            <a:bodyPr anchor="ctr">
              <a:spAutoFit/>
            </a:bodyPr>
            <a:lstStyle/>
            <a:p>
              <a:pPr algn="ctr">
                <a:defRPr/>
              </a:pPr>
              <a:r>
                <a:rPr lang="en-US" sz="3200">
                  <a:latin typeface="+mn-lt"/>
                </a:rPr>
                <a:t>Quantum Computers</a:t>
              </a:r>
            </a:p>
          </p:txBody>
        </p:sp>
        <p:sp>
          <p:nvSpPr>
            <p:cNvPr id="21" name="TextBox 20">
              <a:extLst>
                <a:ext uri="{FF2B5EF4-FFF2-40B4-BE49-F238E27FC236}">
                  <a16:creationId xmlns:a16="http://schemas.microsoft.com/office/drawing/2014/main" id="{234F57EE-61E3-4AD6-8B5B-856F9852AB81}"/>
                </a:ext>
              </a:extLst>
            </p:cNvPr>
            <p:cNvSpPr txBox="1"/>
            <p:nvPr>
              <p:custDataLst>
                <p:tags r:id="rId8"/>
              </p:custDataLst>
            </p:nvPr>
          </p:nvSpPr>
          <p:spPr>
            <a:xfrm>
              <a:off x="-172159" y="4615316"/>
              <a:ext cx="7879254" cy="653427"/>
            </a:xfrm>
            <a:prstGeom prst="rect">
              <a:avLst/>
            </a:prstGeom>
            <a:noFill/>
          </p:spPr>
          <p:txBody>
            <a:bodyPr anchor="ctr">
              <a:spAutoFit/>
            </a:bodyPr>
            <a:lstStyle/>
            <a:p>
              <a:pPr algn="ctr">
                <a:defRPr/>
              </a:pPr>
              <a:r>
                <a:rPr lang="en-US" sz="3200">
                  <a:latin typeface="+mn-lt"/>
                </a:rPr>
                <a:t>Energy-Harvesting Processors</a:t>
              </a:r>
            </a:p>
          </p:txBody>
        </p:sp>
        <p:sp>
          <p:nvSpPr>
            <p:cNvPr id="22" name="TextBox 21">
              <a:extLst>
                <a:ext uri="{FF2B5EF4-FFF2-40B4-BE49-F238E27FC236}">
                  <a16:creationId xmlns:a16="http://schemas.microsoft.com/office/drawing/2014/main" id="{D0DB9953-A767-45F6-90C1-9B9A3B8CE06B}"/>
                </a:ext>
              </a:extLst>
            </p:cNvPr>
            <p:cNvSpPr txBox="1"/>
            <p:nvPr>
              <p:custDataLst>
                <p:tags r:id="rId9"/>
              </p:custDataLst>
            </p:nvPr>
          </p:nvSpPr>
          <p:spPr>
            <a:xfrm>
              <a:off x="-115046" y="5226391"/>
              <a:ext cx="7879254" cy="508221"/>
            </a:xfrm>
            <a:prstGeom prst="rect">
              <a:avLst/>
            </a:prstGeom>
            <a:noFill/>
          </p:spPr>
          <p:txBody>
            <a:bodyPr anchor="ctr">
              <a:spAutoFit/>
            </a:bodyPr>
            <a:lstStyle/>
            <a:p>
              <a:pPr algn="ctr">
                <a:defRPr/>
              </a:pPr>
              <a:r>
                <a:rPr lang="en-US" sz="2000">
                  <a:latin typeface="+mn-lt"/>
                </a:rPr>
                <a:t>Warehouse-Scale Computers</a:t>
              </a:r>
            </a:p>
          </p:txBody>
        </p:sp>
        <p:sp>
          <p:nvSpPr>
            <p:cNvPr id="23" name="TextBox 22">
              <a:extLst>
                <a:ext uri="{FF2B5EF4-FFF2-40B4-BE49-F238E27FC236}">
                  <a16:creationId xmlns:a16="http://schemas.microsoft.com/office/drawing/2014/main" id="{EA44D097-2435-4679-862D-3606D7C53FE2}"/>
                </a:ext>
              </a:extLst>
            </p:cNvPr>
            <p:cNvSpPr txBox="1"/>
            <p:nvPr>
              <p:custDataLst>
                <p:tags r:id="rId10"/>
              </p:custDataLst>
            </p:nvPr>
          </p:nvSpPr>
          <p:spPr>
            <a:xfrm>
              <a:off x="1805389" y="1507503"/>
              <a:ext cx="7879253" cy="504188"/>
            </a:xfrm>
            <a:prstGeom prst="rect">
              <a:avLst/>
            </a:prstGeom>
            <a:noFill/>
          </p:spPr>
          <p:txBody>
            <a:bodyPr anchor="ctr">
              <a:spAutoFit/>
            </a:bodyPr>
            <a:lstStyle/>
            <a:p>
              <a:pPr algn="ctr">
                <a:defRPr/>
              </a:pPr>
              <a:r>
                <a:rPr lang="en-US">
                  <a:latin typeface="+mn-lt"/>
                </a:rPr>
                <a:t>Mobile Computers</a:t>
              </a:r>
            </a:p>
          </p:txBody>
        </p:sp>
        <p:sp>
          <p:nvSpPr>
            <p:cNvPr id="24" name="TextBox 23">
              <a:extLst>
                <a:ext uri="{FF2B5EF4-FFF2-40B4-BE49-F238E27FC236}">
                  <a16:creationId xmlns:a16="http://schemas.microsoft.com/office/drawing/2014/main" id="{CD2E9FB2-541B-41A2-8FAC-4887E4282190}"/>
                </a:ext>
              </a:extLst>
            </p:cNvPr>
            <p:cNvSpPr txBox="1"/>
            <p:nvPr>
              <p:custDataLst>
                <p:tags r:id="rId11"/>
              </p:custDataLst>
            </p:nvPr>
          </p:nvSpPr>
          <p:spPr>
            <a:xfrm>
              <a:off x="4739583" y="3102753"/>
              <a:ext cx="7881633" cy="437634"/>
            </a:xfrm>
            <a:prstGeom prst="rect">
              <a:avLst/>
            </a:prstGeom>
            <a:noFill/>
          </p:spPr>
          <p:txBody>
            <a:bodyPr anchor="ctr">
              <a:spAutoFit/>
            </a:bodyPr>
            <a:lstStyle/>
            <a:p>
              <a:pPr algn="ctr">
                <a:defRPr/>
              </a:pPr>
              <a:r>
                <a:rPr lang="en-US" sz="2000">
                  <a:latin typeface="+mn-lt"/>
                </a:rPr>
                <a:t>Ultra-Low-Power Processors</a:t>
              </a:r>
            </a:p>
          </p:txBody>
        </p:sp>
        <p:sp>
          <p:nvSpPr>
            <p:cNvPr id="25" name="TextBox 24">
              <a:extLst>
                <a:ext uri="{FF2B5EF4-FFF2-40B4-BE49-F238E27FC236}">
                  <a16:creationId xmlns:a16="http://schemas.microsoft.com/office/drawing/2014/main" id="{52A9E974-0FD1-44A0-AAEA-6E4EC6037BBF}"/>
                </a:ext>
              </a:extLst>
            </p:cNvPr>
            <p:cNvSpPr txBox="1"/>
            <p:nvPr>
              <p:custDataLst>
                <p:tags r:id="rId12"/>
              </p:custDataLst>
            </p:nvPr>
          </p:nvSpPr>
          <p:spPr>
            <a:xfrm>
              <a:off x="2174245" y="5622092"/>
              <a:ext cx="5029607" cy="664695"/>
            </a:xfrm>
            <a:prstGeom prst="rect">
              <a:avLst/>
            </a:prstGeom>
            <a:noFill/>
          </p:spPr>
          <p:txBody>
            <a:bodyPr wrap="square" lIns="91440" tIns="45720" rIns="91440" bIns="45720" anchor="ctr">
              <a:spAutoFit/>
            </a:bodyPr>
            <a:lstStyle/>
            <a:p>
              <a:pPr algn="ctr">
                <a:defRPr/>
              </a:pPr>
              <a:r>
                <a:rPr lang="en-US" sz="2800" dirty="0">
                  <a:latin typeface="+mn-lt"/>
                </a:rPr>
                <a:t>AI Accelerators</a:t>
              </a:r>
            </a:p>
          </p:txBody>
        </p:sp>
        <p:sp>
          <p:nvSpPr>
            <p:cNvPr id="26" name="TextBox 25">
              <a:extLst>
                <a:ext uri="{FF2B5EF4-FFF2-40B4-BE49-F238E27FC236}">
                  <a16:creationId xmlns:a16="http://schemas.microsoft.com/office/drawing/2014/main" id="{8B586A9B-C88E-4F3D-BAA0-AAED4BDCF5F5}"/>
                </a:ext>
              </a:extLst>
            </p:cNvPr>
            <p:cNvSpPr txBox="1"/>
            <p:nvPr>
              <p:custDataLst>
                <p:tags r:id="rId13"/>
              </p:custDataLst>
            </p:nvPr>
          </p:nvSpPr>
          <p:spPr>
            <a:xfrm>
              <a:off x="-629065" y="1991523"/>
              <a:ext cx="7879254" cy="592925"/>
            </a:xfrm>
            <a:prstGeom prst="rect">
              <a:avLst/>
            </a:prstGeom>
            <a:noFill/>
          </p:spPr>
          <p:txBody>
            <a:bodyPr anchor="ctr">
              <a:spAutoFit/>
            </a:bodyPr>
            <a:lstStyle/>
            <a:p>
              <a:pPr algn="ctr">
                <a:defRPr/>
              </a:pPr>
              <a:r>
                <a:rPr lang="en-US" sz="2800">
                  <a:latin typeface="+mn-lt"/>
                </a:rPr>
                <a:t>Graphics Processors</a:t>
              </a:r>
            </a:p>
          </p:txBody>
        </p:sp>
        <p:sp>
          <p:nvSpPr>
            <p:cNvPr id="27" name="TextBox 26">
              <a:extLst>
                <a:ext uri="{FF2B5EF4-FFF2-40B4-BE49-F238E27FC236}">
                  <a16:creationId xmlns:a16="http://schemas.microsoft.com/office/drawing/2014/main" id="{9314F245-041E-46FE-9369-0E8F3A34A1E4}"/>
                </a:ext>
              </a:extLst>
            </p:cNvPr>
            <p:cNvSpPr txBox="1"/>
            <p:nvPr>
              <p:custDataLst>
                <p:tags r:id="rId14"/>
              </p:custDataLst>
            </p:nvPr>
          </p:nvSpPr>
          <p:spPr>
            <a:xfrm>
              <a:off x="4285058" y="1888669"/>
              <a:ext cx="7879253" cy="592925"/>
            </a:xfrm>
            <a:prstGeom prst="rect">
              <a:avLst/>
            </a:prstGeom>
            <a:noFill/>
          </p:spPr>
          <p:txBody>
            <a:bodyPr anchor="ctr">
              <a:spAutoFit/>
            </a:bodyPr>
            <a:lstStyle/>
            <a:p>
              <a:pPr algn="ctr">
                <a:defRPr/>
              </a:pPr>
              <a:r>
                <a:rPr lang="en-US" sz="2800">
                  <a:latin typeface="+mn-lt"/>
                </a:rPr>
                <a:t>Intermittent Computing</a:t>
              </a:r>
            </a:p>
          </p:txBody>
        </p:sp>
        <p:sp>
          <p:nvSpPr>
            <p:cNvPr id="28" name="TextBox 27">
              <a:extLst>
                <a:ext uri="{FF2B5EF4-FFF2-40B4-BE49-F238E27FC236}">
                  <a16:creationId xmlns:a16="http://schemas.microsoft.com/office/drawing/2014/main" id="{21798F45-9CC7-4342-99CD-BAA50D9E21C8}"/>
                </a:ext>
              </a:extLst>
            </p:cNvPr>
            <p:cNvSpPr txBox="1"/>
            <p:nvPr>
              <p:custDataLst>
                <p:tags r:id="rId15"/>
              </p:custDataLst>
            </p:nvPr>
          </p:nvSpPr>
          <p:spPr>
            <a:xfrm>
              <a:off x="-455345" y="3009983"/>
              <a:ext cx="7881633" cy="592925"/>
            </a:xfrm>
            <a:prstGeom prst="rect">
              <a:avLst/>
            </a:prstGeom>
            <a:noFill/>
          </p:spPr>
          <p:txBody>
            <a:bodyPr anchor="ctr">
              <a:spAutoFit/>
            </a:bodyPr>
            <a:lstStyle/>
            <a:p>
              <a:pPr algn="ctr">
                <a:defRPr/>
              </a:pPr>
              <a:r>
                <a:rPr lang="en-US" sz="2800">
                  <a:latin typeface="+mn-lt"/>
                </a:rPr>
                <a:t>Stochastic Computing</a:t>
              </a:r>
            </a:p>
          </p:txBody>
        </p:sp>
        <p:sp>
          <p:nvSpPr>
            <p:cNvPr id="29" name="TextBox 28">
              <a:extLst>
                <a:ext uri="{FF2B5EF4-FFF2-40B4-BE49-F238E27FC236}">
                  <a16:creationId xmlns:a16="http://schemas.microsoft.com/office/drawing/2014/main" id="{076231CA-1937-4AB7-879B-DF92375E3222}"/>
                </a:ext>
              </a:extLst>
            </p:cNvPr>
            <p:cNvSpPr txBox="1"/>
            <p:nvPr>
              <p:custDataLst>
                <p:tags r:id="rId16"/>
              </p:custDataLst>
            </p:nvPr>
          </p:nvSpPr>
          <p:spPr>
            <a:xfrm>
              <a:off x="-372056" y="4205915"/>
              <a:ext cx="7881633" cy="437635"/>
            </a:xfrm>
            <a:prstGeom prst="rect">
              <a:avLst/>
            </a:prstGeom>
            <a:noFill/>
          </p:spPr>
          <p:txBody>
            <a:bodyPr anchor="ctr">
              <a:spAutoFit/>
            </a:bodyPr>
            <a:lstStyle/>
            <a:p>
              <a:pPr algn="ctr">
                <a:defRPr/>
              </a:pPr>
              <a:r>
                <a:rPr lang="en-US" sz="2000">
                  <a:latin typeface="+mn-lt"/>
                </a:rPr>
                <a:t>Reconfigurable Architectures</a:t>
              </a:r>
            </a:p>
          </p:txBody>
        </p:sp>
        <p:sp>
          <p:nvSpPr>
            <p:cNvPr id="30" name="TextBox 29">
              <a:extLst>
                <a:ext uri="{FF2B5EF4-FFF2-40B4-BE49-F238E27FC236}">
                  <a16:creationId xmlns:a16="http://schemas.microsoft.com/office/drawing/2014/main" id="{BB9DD812-84F7-4579-828E-FBBCEE626EB5}"/>
                </a:ext>
              </a:extLst>
            </p:cNvPr>
            <p:cNvSpPr txBox="1"/>
            <p:nvPr>
              <p:custDataLst>
                <p:tags r:id="rId17"/>
              </p:custDataLst>
            </p:nvPr>
          </p:nvSpPr>
          <p:spPr>
            <a:xfrm>
              <a:off x="5779522" y="4724221"/>
              <a:ext cx="7881633" cy="435618"/>
            </a:xfrm>
            <a:prstGeom prst="rect">
              <a:avLst/>
            </a:prstGeom>
            <a:noFill/>
          </p:spPr>
          <p:txBody>
            <a:bodyPr anchor="ctr">
              <a:spAutoFit/>
            </a:bodyPr>
            <a:lstStyle/>
            <a:p>
              <a:pPr algn="ctr">
                <a:defRPr/>
              </a:pPr>
              <a:r>
                <a:rPr lang="en-US" sz="2000">
                  <a:latin typeface="+mn-lt"/>
                </a:rPr>
                <a:t>Near-Threshold Computing</a:t>
              </a:r>
            </a:p>
          </p:txBody>
        </p:sp>
        <p:sp>
          <p:nvSpPr>
            <p:cNvPr id="31" name="TextBox 30">
              <a:extLst>
                <a:ext uri="{FF2B5EF4-FFF2-40B4-BE49-F238E27FC236}">
                  <a16:creationId xmlns:a16="http://schemas.microsoft.com/office/drawing/2014/main" id="{F92A00CB-3D52-4769-9AA1-7C9699191335}"/>
                </a:ext>
              </a:extLst>
            </p:cNvPr>
            <p:cNvSpPr txBox="1"/>
            <p:nvPr>
              <p:custDataLst>
                <p:tags r:id="rId18"/>
              </p:custDataLst>
            </p:nvPr>
          </p:nvSpPr>
          <p:spPr>
            <a:xfrm>
              <a:off x="-2342464" y="3683577"/>
              <a:ext cx="7881633" cy="405366"/>
            </a:xfrm>
            <a:prstGeom prst="rect">
              <a:avLst/>
            </a:prstGeom>
            <a:noFill/>
          </p:spPr>
          <p:txBody>
            <a:bodyPr anchor="ctr">
              <a:spAutoFit/>
            </a:bodyPr>
            <a:lstStyle/>
            <a:p>
              <a:pPr algn="ctr">
                <a:defRPr/>
              </a:pPr>
              <a:r>
                <a:rPr lang="en-US" sz="1800">
                  <a:latin typeface="+mn-lt"/>
                </a:rPr>
                <a:t>In-Memory Computing</a:t>
              </a:r>
            </a:p>
          </p:txBody>
        </p:sp>
        <p:sp>
          <p:nvSpPr>
            <p:cNvPr id="32" name="TextBox 31">
              <a:extLst>
                <a:ext uri="{FF2B5EF4-FFF2-40B4-BE49-F238E27FC236}">
                  <a16:creationId xmlns:a16="http://schemas.microsoft.com/office/drawing/2014/main" id="{548919A7-A838-477E-8D34-054427ABF1D1}"/>
                </a:ext>
              </a:extLst>
            </p:cNvPr>
            <p:cNvSpPr txBox="1"/>
            <p:nvPr>
              <p:custDataLst>
                <p:tags r:id="rId19"/>
              </p:custDataLst>
            </p:nvPr>
          </p:nvSpPr>
          <p:spPr>
            <a:xfrm>
              <a:off x="-907493" y="2532012"/>
              <a:ext cx="7881635" cy="437635"/>
            </a:xfrm>
            <a:prstGeom prst="rect">
              <a:avLst/>
            </a:prstGeom>
            <a:noFill/>
          </p:spPr>
          <p:txBody>
            <a:bodyPr anchor="ctr">
              <a:spAutoFit/>
            </a:bodyPr>
            <a:lstStyle/>
            <a:p>
              <a:pPr algn="ctr">
                <a:defRPr/>
              </a:pPr>
              <a:r>
                <a:rPr lang="en-US" sz="2000">
                  <a:latin typeface="+mn-lt"/>
                </a:rPr>
                <a:t>Internet-Of-Things</a:t>
              </a:r>
            </a:p>
          </p:txBody>
        </p:sp>
        <p:sp>
          <p:nvSpPr>
            <p:cNvPr id="33" name="TextBox 32">
              <a:extLst>
                <a:ext uri="{FF2B5EF4-FFF2-40B4-BE49-F238E27FC236}">
                  <a16:creationId xmlns:a16="http://schemas.microsoft.com/office/drawing/2014/main" id="{198029FA-097A-41A8-9348-FC19EA0B6308}"/>
                </a:ext>
              </a:extLst>
            </p:cNvPr>
            <p:cNvSpPr txBox="1"/>
            <p:nvPr>
              <p:custDataLst>
                <p:tags r:id="rId20"/>
              </p:custDataLst>
            </p:nvPr>
          </p:nvSpPr>
          <p:spPr>
            <a:xfrm>
              <a:off x="6567209" y="3681560"/>
              <a:ext cx="7881633" cy="405367"/>
            </a:xfrm>
            <a:prstGeom prst="rect">
              <a:avLst/>
            </a:prstGeom>
            <a:noFill/>
          </p:spPr>
          <p:txBody>
            <a:bodyPr anchor="ctr">
              <a:spAutoFit/>
            </a:bodyPr>
            <a:lstStyle/>
            <a:p>
              <a:pPr algn="ctr">
                <a:defRPr/>
              </a:pPr>
              <a:r>
                <a:rPr lang="en-US" sz="1800">
                  <a:latin typeface="+mn-lt"/>
                </a:rPr>
                <a:t>Cloud Computing</a:t>
              </a:r>
            </a:p>
          </p:txBody>
        </p:sp>
        <p:sp>
          <p:nvSpPr>
            <p:cNvPr id="34" name="TextBox 33">
              <a:extLst>
                <a:ext uri="{FF2B5EF4-FFF2-40B4-BE49-F238E27FC236}">
                  <a16:creationId xmlns:a16="http://schemas.microsoft.com/office/drawing/2014/main" id="{F0368E26-6902-4CFD-B63F-F7154AF37847}"/>
                </a:ext>
              </a:extLst>
            </p:cNvPr>
            <p:cNvSpPr txBox="1"/>
            <p:nvPr>
              <p:custDataLst>
                <p:tags r:id="rId21"/>
              </p:custDataLst>
            </p:nvPr>
          </p:nvSpPr>
          <p:spPr>
            <a:xfrm>
              <a:off x="4732445" y="5204207"/>
              <a:ext cx="7879253" cy="435618"/>
            </a:xfrm>
            <a:prstGeom prst="rect">
              <a:avLst/>
            </a:prstGeom>
            <a:noFill/>
          </p:spPr>
          <p:txBody>
            <a:bodyPr anchor="ctr">
              <a:spAutoFit/>
            </a:bodyPr>
            <a:lstStyle/>
            <a:p>
              <a:pPr algn="ctr">
                <a:defRPr/>
              </a:pPr>
              <a:r>
                <a:rPr lang="en-US" sz="2000">
                  <a:latin typeface="+mn-lt"/>
                </a:rPr>
                <a:t>Biodegradable Processors</a:t>
              </a:r>
            </a:p>
          </p:txBody>
        </p:sp>
      </p:grpSp>
      <p:sp>
        <p:nvSpPr>
          <p:cNvPr id="4" name="TextBox 3">
            <a:extLst>
              <a:ext uri="{FF2B5EF4-FFF2-40B4-BE49-F238E27FC236}">
                <a16:creationId xmlns:a16="http://schemas.microsoft.com/office/drawing/2014/main" id="{C3D0222C-D193-9AEB-C363-8C1EF6451ED9}"/>
              </a:ext>
            </a:extLst>
          </p:cNvPr>
          <p:cNvSpPr txBox="1"/>
          <p:nvPr/>
        </p:nvSpPr>
        <p:spPr>
          <a:xfrm>
            <a:off x="5326234" y="5005903"/>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Calibri"/>
                <a:cs typeface="Calibri"/>
              </a:rPr>
              <a:t>Video Coding Unit</a:t>
            </a:r>
            <a:endParaRPr lang="en-US" sz="2000">
              <a:cs typeface="Times New Roman" panose="02020603050405020304" pitchFamily="18" charset="0"/>
            </a:endParaRPr>
          </a:p>
        </p:txBody>
      </p:sp>
    </p:spTree>
    <p:custDataLst>
      <p:tags r:id="rId1"/>
    </p:custDataLst>
  </p:cSld>
  <p:clrMapOvr>
    <a:overrideClrMapping bg1="lt1" tx1="dk1" bg2="lt2" tx2="dk2" accent1="accent1" accent2="accent2" accent3="accent3" accent4="accent4" accent5="accent5" accent6="accent6" hlink="hlink" folHlink="folHlink"/>
  </p:clrMapOv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0887B29E-76A8-4748-8D61-10F13E4DB7BC}"/>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Abstraction</a:t>
            </a:r>
          </a:p>
        </p:txBody>
      </p:sp>
      <p:sp>
        <p:nvSpPr>
          <p:cNvPr id="30723" name="Rectangle 3">
            <a:extLst>
              <a:ext uri="{FF2B5EF4-FFF2-40B4-BE49-F238E27FC236}">
                <a16:creationId xmlns:a16="http://schemas.microsoft.com/office/drawing/2014/main" id="{7A0958AA-B7C9-44E4-B7A9-F7ECFD9746DA}"/>
              </a:ext>
            </a:extLst>
          </p:cNvPr>
          <p:cNvSpPr>
            <a:spLocks noGrp="1"/>
          </p:cNvSpPr>
          <p:nvPr>
            <p:ph idx="1"/>
            <p:custDataLst>
              <p:tags r:id="rId3"/>
            </p:custDataLst>
          </p:nvPr>
        </p:nvSpPr>
        <p:spPr>
          <a:xfrm>
            <a:off x="682625" y="1981200"/>
            <a:ext cx="7470775" cy="4114800"/>
          </a:xfrm>
        </p:spPr>
        <p:txBody>
          <a:bodyPr/>
          <a:lstStyle/>
          <a:p>
            <a:pPr eaLnBrk="1" hangingPunct="1"/>
            <a:r>
              <a:rPr lang="en-US" altLang="en-US"/>
              <a:t>Difference between interface and implementation</a:t>
            </a:r>
          </a:p>
          <a:p>
            <a:pPr lvl="1" eaLnBrk="1" hangingPunct="1"/>
            <a:r>
              <a:rPr lang="en-US" altLang="en-US"/>
              <a:t>Interface: </a:t>
            </a:r>
            <a:r>
              <a:rPr lang="en-US" altLang="en-US">
                <a:solidFill>
                  <a:schemeClr val="accent6">
                    <a:lumMod val="75000"/>
                  </a:schemeClr>
                </a:solidFill>
              </a:rPr>
              <a:t>WHAT</a:t>
            </a:r>
            <a:r>
              <a:rPr lang="en-US" altLang="en-US"/>
              <a:t> something does</a:t>
            </a:r>
          </a:p>
          <a:p>
            <a:pPr lvl="1" eaLnBrk="1" hangingPunct="1"/>
            <a:r>
              <a:rPr lang="en-US" altLang="en-US"/>
              <a:t>Implementation: </a:t>
            </a:r>
            <a:r>
              <a:rPr lang="en-US" altLang="en-US">
                <a:solidFill>
                  <a:schemeClr val="accent6">
                    <a:lumMod val="75000"/>
                  </a:schemeClr>
                </a:solidFill>
              </a:rPr>
              <a:t>HOW</a:t>
            </a:r>
            <a:r>
              <a:rPr lang="en-US" altLang="en-US"/>
              <a:t> it does so</a:t>
            </a:r>
          </a:p>
        </p:txBody>
      </p:sp>
      <p:sp>
        <p:nvSpPr>
          <p:cNvPr id="30724" name="Slide Number Placeholder 1">
            <a:extLst>
              <a:ext uri="{FF2B5EF4-FFF2-40B4-BE49-F238E27FC236}">
                <a16:creationId xmlns:a16="http://schemas.microsoft.com/office/drawing/2014/main" id="{8AC78074-DC0C-4986-A464-449CF6063344}"/>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F6DA62DF-492A-4DE7-B628-F511B7F58F7F}" type="slidenum">
              <a:rPr lang="en-US" altLang="en-US" sz="2400" smtClean="0"/>
              <a:pPr lvl="1">
                <a:spcBef>
                  <a:spcPct val="0"/>
                </a:spcBef>
                <a:buFontTx/>
                <a:buNone/>
              </a:pPr>
              <a:t>29</a:t>
            </a:fld>
            <a:endParaRPr lang="en-US" altLang="en-US" sz="2400"/>
          </a:p>
        </p:txBody>
      </p:sp>
    </p:spTree>
    <p:custDataLst>
      <p:tags r:id="rId1"/>
    </p:custDataLst>
  </p:cSld>
  <p:clrMapOvr>
    <a:overrideClrMapping bg1="lt1" tx1="dk1" bg2="lt2" tx2="dk2" accent1="accent1" accent2="accent2" accent3="accent3" accent4="accent4" accent5="accent5" accent6="accent6" hlink="hlink" folHlink="folHlink"/>
  </p:clrMapOvr>
  <p:transition/>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8747556B-DEA9-40A3-B3A4-DECA38A830C0}"/>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Abstraction, E.g.</a:t>
            </a:r>
          </a:p>
        </p:txBody>
      </p:sp>
      <p:sp>
        <p:nvSpPr>
          <p:cNvPr id="31747" name="Rectangle 3">
            <a:extLst>
              <a:ext uri="{FF2B5EF4-FFF2-40B4-BE49-F238E27FC236}">
                <a16:creationId xmlns:a16="http://schemas.microsoft.com/office/drawing/2014/main" id="{F90EF60C-03EE-479E-AC9A-7C90CB5246AF}"/>
              </a:ext>
            </a:extLst>
          </p:cNvPr>
          <p:cNvSpPr>
            <a:spLocks noGrp="1"/>
          </p:cNvSpPr>
          <p:nvPr>
            <p:ph idx="1"/>
            <p:custDataLst>
              <p:tags r:id="rId3"/>
            </p:custDataLst>
          </p:nvPr>
        </p:nvSpPr>
        <p:spPr>
          <a:xfrm>
            <a:off x="682625" y="1981200"/>
            <a:ext cx="7772400" cy="3733800"/>
          </a:xfrm>
        </p:spPr>
        <p:txBody>
          <a:bodyPr/>
          <a:lstStyle/>
          <a:p>
            <a:pPr eaLnBrk="1" hangingPunct="1"/>
            <a:r>
              <a:rPr lang="en-US" altLang="en-US"/>
              <a:t>2:1 Mux </a:t>
            </a:r>
          </a:p>
          <a:p>
            <a:pPr eaLnBrk="1" hangingPunct="1"/>
            <a:r>
              <a:rPr lang="en-US" altLang="en-US"/>
              <a:t>Interface</a:t>
            </a:r>
          </a:p>
          <a:p>
            <a:pPr eaLnBrk="1" hangingPunct="1"/>
            <a:endParaRPr lang="en-US" altLang="en-US"/>
          </a:p>
          <a:p>
            <a:pPr eaLnBrk="1" hangingPunct="1"/>
            <a:endParaRPr lang="en-US" altLang="en-US"/>
          </a:p>
          <a:p>
            <a:pPr eaLnBrk="1" hangingPunct="1"/>
            <a:endParaRPr lang="en-US" altLang="en-US"/>
          </a:p>
          <a:p>
            <a:pPr eaLnBrk="1" hangingPunct="1"/>
            <a:r>
              <a:rPr lang="en-US" altLang="en-US"/>
              <a:t>Implementations</a:t>
            </a:r>
          </a:p>
          <a:p>
            <a:pPr lvl="1" eaLnBrk="1" hangingPunct="1"/>
            <a:r>
              <a:rPr lang="en-US" altLang="en-US"/>
              <a:t>Gates (fast or slow), pass transistors</a:t>
            </a:r>
          </a:p>
        </p:txBody>
      </p:sp>
      <p:sp>
        <p:nvSpPr>
          <p:cNvPr id="31748" name="Slide Number Placeholder 1">
            <a:extLst>
              <a:ext uri="{FF2B5EF4-FFF2-40B4-BE49-F238E27FC236}">
                <a16:creationId xmlns:a16="http://schemas.microsoft.com/office/drawing/2014/main" id="{B9E53E49-5BD1-484A-B04B-43DE0CBB0B42}"/>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E2B27429-8E47-4B96-8F62-9072068D5D17}" type="slidenum">
              <a:rPr lang="en-US" altLang="en-US" sz="2400" smtClean="0"/>
              <a:pPr lvl="1">
                <a:spcBef>
                  <a:spcPct val="0"/>
                </a:spcBef>
                <a:buFontTx/>
                <a:buNone/>
              </a:pPr>
              <a:t>30</a:t>
            </a:fld>
            <a:endParaRPr lang="en-US" altLang="en-US" sz="2400"/>
          </a:p>
        </p:txBody>
      </p:sp>
      <p:sp>
        <p:nvSpPr>
          <p:cNvPr id="31765" name="Line 6">
            <a:extLst>
              <a:ext uri="{FF2B5EF4-FFF2-40B4-BE49-F238E27FC236}">
                <a16:creationId xmlns:a16="http://schemas.microsoft.com/office/drawing/2014/main" id="{08A3B439-387E-4193-8C19-A47F6819D44C}"/>
              </a:ext>
            </a:extLst>
          </p:cNvPr>
          <p:cNvSpPr>
            <a:spLocks noChangeShapeType="1"/>
          </p:cNvSpPr>
          <p:nvPr>
            <p:custDataLst>
              <p:tags r:id="rId5"/>
            </p:custDataLst>
          </p:nvPr>
        </p:nvSpPr>
        <p:spPr bwMode="auto">
          <a:xfrm>
            <a:off x="4638494" y="3429000"/>
            <a:ext cx="533400" cy="0"/>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31766" name="Text Box 7">
            <a:extLst>
              <a:ext uri="{FF2B5EF4-FFF2-40B4-BE49-F238E27FC236}">
                <a16:creationId xmlns:a16="http://schemas.microsoft.com/office/drawing/2014/main" id="{BEECAE98-83C8-49BF-A81A-F1F0CB33C9B6}"/>
              </a:ext>
            </a:extLst>
          </p:cNvPr>
          <p:cNvSpPr txBox="1">
            <a:spLocks noChangeArrowheads="1"/>
          </p:cNvSpPr>
          <p:nvPr>
            <p:custDataLst>
              <p:tags r:id="rId6"/>
            </p:custDataLst>
          </p:nvPr>
        </p:nvSpPr>
        <p:spPr bwMode="auto">
          <a:xfrm>
            <a:off x="4285682" y="3179375"/>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latin typeface="Times New Roman" panose="02020603050405020304" pitchFamily="18" charset="0"/>
              </a:rPr>
              <a:t>S</a:t>
            </a:r>
          </a:p>
        </p:txBody>
      </p:sp>
      <p:sp>
        <p:nvSpPr>
          <p:cNvPr id="31767" name="Line 8">
            <a:extLst>
              <a:ext uri="{FF2B5EF4-FFF2-40B4-BE49-F238E27FC236}">
                <a16:creationId xmlns:a16="http://schemas.microsoft.com/office/drawing/2014/main" id="{85645BEA-EC9E-4A8C-96C1-12406F2D0D4C}"/>
              </a:ext>
            </a:extLst>
          </p:cNvPr>
          <p:cNvSpPr>
            <a:spLocks noChangeShapeType="1"/>
          </p:cNvSpPr>
          <p:nvPr>
            <p:custDataLst>
              <p:tags r:id="rId7"/>
            </p:custDataLst>
          </p:nvPr>
        </p:nvSpPr>
        <p:spPr bwMode="auto">
          <a:xfrm rot="5358831">
            <a:off x="5205767" y="2883809"/>
            <a:ext cx="533400" cy="1588"/>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31768" name="Line 10">
            <a:extLst>
              <a:ext uri="{FF2B5EF4-FFF2-40B4-BE49-F238E27FC236}">
                <a16:creationId xmlns:a16="http://schemas.microsoft.com/office/drawing/2014/main" id="{59ECCE8C-ECF9-4844-AF0F-AE8D94BB68AD}"/>
              </a:ext>
            </a:extLst>
          </p:cNvPr>
          <p:cNvSpPr>
            <a:spLocks noChangeShapeType="1"/>
          </p:cNvSpPr>
          <p:nvPr>
            <p:custDataLst>
              <p:tags r:id="rId8"/>
            </p:custDataLst>
          </p:nvPr>
        </p:nvSpPr>
        <p:spPr bwMode="auto">
          <a:xfrm rot="5358831">
            <a:off x="5636282" y="2883809"/>
            <a:ext cx="533400" cy="1588"/>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31769" name="Text Box 11">
            <a:extLst>
              <a:ext uri="{FF2B5EF4-FFF2-40B4-BE49-F238E27FC236}">
                <a16:creationId xmlns:a16="http://schemas.microsoft.com/office/drawing/2014/main" id="{34E1D284-45FE-4103-8DDE-BC0DEA906BDA}"/>
              </a:ext>
            </a:extLst>
          </p:cNvPr>
          <p:cNvSpPr txBox="1">
            <a:spLocks noChangeArrowheads="1"/>
          </p:cNvSpPr>
          <p:nvPr>
            <p:custDataLst>
              <p:tags r:id="rId9"/>
            </p:custDataLst>
          </p:nvPr>
        </p:nvSpPr>
        <p:spPr bwMode="auto">
          <a:xfrm>
            <a:off x="5268964" y="2202118"/>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latin typeface="Times New Roman" panose="02020603050405020304" pitchFamily="18" charset="0"/>
              </a:rPr>
              <a:t>X</a:t>
            </a:r>
          </a:p>
        </p:txBody>
      </p:sp>
      <p:sp>
        <p:nvSpPr>
          <p:cNvPr id="31770" name="Text Box 12">
            <a:extLst>
              <a:ext uri="{FF2B5EF4-FFF2-40B4-BE49-F238E27FC236}">
                <a16:creationId xmlns:a16="http://schemas.microsoft.com/office/drawing/2014/main" id="{D8342C4E-0097-4194-99FF-6179C0AC9927}"/>
              </a:ext>
            </a:extLst>
          </p:cNvPr>
          <p:cNvSpPr txBox="1">
            <a:spLocks noChangeArrowheads="1"/>
          </p:cNvSpPr>
          <p:nvPr>
            <p:custDataLst>
              <p:tags r:id="rId10"/>
            </p:custDataLst>
          </p:nvPr>
        </p:nvSpPr>
        <p:spPr bwMode="auto">
          <a:xfrm>
            <a:off x="5726164" y="2202118"/>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latin typeface="Times New Roman" panose="02020603050405020304" pitchFamily="18" charset="0"/>
              </a:rPr>
              <a:t>Y</a:t>
            </a:r>
          </a:p>
        </p:txBody>
      </p:sp>
      <p:sp>
        <p:nvSpPr>
          <p:cNvPr id="31771" name="Line 15">
            <a:extLst>
              <a:ext uri="{FF2B5EF4-FFF2-40B4-BE49-F238E27FC236}">
                <a16:creationId xmlns:a16="http://schemas.microsoft.com/office/drawing/2014/main" id="{3F49F71C-C180-4DCC-B967-6AC45EB1B595}"/>
              </a:ext>
            </a:extLst>
          </p:cNvPr>
          <p:cNvSpPr>
            <a:spLocks noChangeShapeType="1"/>
          </p:cNvSpPr>
          <p:nvPr>
            <p:custDataLst>
              <p:tags r:id="rId11"/>
            </p:custDataLst>
          </p:nvPr>
        </p:nvSpPr>
        <p:spPr bwMode="auto">
          <a:xfrm rot="5358831">
            <a:off x="5461052" y="3980259"/>
            <a:ext cx="533400" cy="1588"/>
          </a:xfrm>
          <a:prstGeom prst="line">
            <a:avLst/>
          </a:prstGeom>
          <a:noFill/>
          <a:ln w="12700">
            <a:solidFill>
              <a:schemeClr val="tx1"/>
            </a:solidFill>
            <a:round/>
            <a:headEnd type="none" w="sm" len="sm"/>
            <a:tailEnd type="triangle" w="lg" len="med"/>
          </a:ln>
          <a:extLst>
            <a:ext uri="{909E8E84-426E-40DD-AFC4-6F175D3DCCD1}">
              <a14:hiddenFill xmlns:a14="http://schemas.microsoft.com/office/drawing/2010/main">
                <a:noFill/>
              </a14:hiddenFill>
            </a:ext>
          </a:extLst>
        </p:spPr>
        <p:txBody>
          <a:bodyPr lIns="91440" tIns="45720" rIns="91440" bIns="45720" anchor="t"/>
          <a:lstStyle/>
          <a:p>
            <a:endParaRPr lang="en-US" dirty="0">
              <a:cs typeface="Times New Roman"/>
            </a:endParaRPr>
          </a:p>
        </p:txBody>
      </p:sp>
      <p:sp>
        <p:nvSpPr>
          <p:cNvPr id="31772" name="Text Box 16">
            <a:extLst>
              <a:ext uri="{FF2B5EF4-FFF2-40B4-BE49-F238E27FC236}">
                <a16:creationId xmlns:a16="http://schemas.microsoft.com/office/drawing/2014/main" id="{29740DB4-5F7D-4E8A-A5A6-B764F5011F23}"/>
              </a:ext>
            </a:extLst>
          </p:cNvPr>
          <p:cNvSpPr txBox="1">
            <a:spLocks noChangeArrowheads="1"/>
          </p:cNvSpPr>
          <p:nvPr>
            <p:custDataLst>
              <p:tags r:id="rId12"/>
            </p:custDataLst>
          </p:nvPr>
        </p:nvSpPr>
        <p:spPr bwMode="auto">
          <a:xfrm>
            <a:off x="5573764" y="4248547"/>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latin typeface="Times New Roman" panose="02020603050405020304" pitchFamily="18" charset="0"/>
              </a:rPr>
              <a:t>F</a:t>
            </a:r>
          </a:p>
        </p:txBody>
      </p:sp>
      <p:graphicFrame>
        <p:nvGraphicFramePr>
          <p:cNvPr id="26655" name="Group 31">
            <a:extLst>
              <a:ext uri="{FF2B5EF4-FFF2-40B4-BE49-F238E27FC236}">
                <a16:creationId xmlns:a16="http://schemas.microsoft.com/office/drawing/2014/main" id="{816EF7B7-1AA1-49BF-B979-D394644DDDF4}"/>
              </a:ext>
            </a:extLst>
          </p:cNvPr>
          <p:cNvGraphicFramePr>
            <a:graphicFrameLocks noGrp="1"/>
          </p:cNvGraphicFramePr>
          <p:nvPr>
            <p:custDataLst>
              <p:tags r:id="rId13"/>
            </p:custDataLst>
            <p:extLst>
              <p:ext uri="{D42A27DB-BD31-4B8C-83A1-F6EECF244321}">
                <p14:modId xmlns:p14="http://schemas.microsoft.com/office/powerpoint/2010/main" val="2873296588"/>
              </p:ext>
            </p:extLst>
          </p:nvPr>
        </p:nvGraphicFramePr>
        <p:xfrm>
          <a:off x="6400800" y="2819400"/>
          <a:ext cx="1752600" cy="1574801"/>
        </p:xfrm>
        <a:graphic>
          <a:graphicData uri="http://schemas.openxmlformats.org/drawingml/2006/table">
            <a:tbl>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tblGrid>
              <a:tr h="525463">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Times New Roman"/>
                        </a:rPr>
                        <a:t>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Times New Roman"/>
                        </a:rPr>
                        <a:t>F</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23875">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Times New Roman"/>
                        </a:rPr>
                        <a:t>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Times New Roman"/>
                        </a:rPr>
                        <a:t>X</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25463">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Times New Roman"/>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Times New Roman"/>
                        </a:rPr>
                        <a:t>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 name="Trapezoid 1">
            <a:extLst>
              <a:ext uri="{FF2B5EF4-FFF2-40B4-BE49-F238E27FC236}">
                <a16:creationId xmlns:a16="http://schemas.microsoft.com/office/drawing/2014/main" id="{74B67C34-9905-6607-0FFE-0E4BC9CCFF82}"/>
              </a:ext>
            </a:extLst>
          </p:cNvPr>
          <p:cNvSpPr/>
          <p:nvPr/>
        </p:nvSpPr>
        <p:spPr>
          <a:xfrm rot="10800000">
            <a:off x="5115592" y="3149923"/>
            <a:ext cx="1155133" cy="563006"/>
          </a:xfrm>
          <a:prstGeom prst="trapezoid">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a:cs typeface="Calibri"/>
            </a:endParaRPr>
          </a:p>
        </p:txBody>
      </p:sp>
      <p:sp>
        <p:nvSpPr>
          <p:cNvPr id="3" name="TextBox 2">
            <a:extLst>
              <a:ext uri="{FF2B5EF4-FFF2-40B4-BE49-F238E27FC236}">
                <a16:creationId xmlns:a16="http://schemas.microsoft.com/office/drawing/2014/main" id="{A55F7392-8192-698E-008A-E11C8F731129}"/>
              </a:ext>
            </a:extLst>
          </p:cNvPr>
          <p:cNvSpPr txBox="1"/>
          <p:nvPr/>
        </p:nvSpPr>
        <p:spPr>
          <a:xfrm>
            <a:off x="5232076" y="3183897"/>
            <a:ext cx="89304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latin typeface="Times New Roman"/>
                <a:cs typeface="Times New Roman"/>
              </a:rPr>
              <a:t>Mux</a:t>
            </a:r>
            <a:endParaRPr lang="en-US" dirty="0">
              <a:cs typeface="Times New Roman" panose="02020603050405020304" pitchFamily="18" charset="0"/>
            </a:endParaRPr>
          </a:p>
        </p:txBody>
      </p:sp>
    </p:spTree>
    <p:custDataLst>
      <p:tags r:id="rId1"/>
    </p:custDataLst>
  </p:cSld>
  <p:clrMapOvr>
    <a:overrideClrMapping bg1="lt1" tx1="dk1" bg2="lt2" tx2="dk2" accent1="accent1" accent2="accent2" accent3="accent3" accent4="accent4" accent5="accent5" accent6="accent6" hlink="hlink" folHlink="folHlink"/>
  </p:clrMapOvr>
  <p:transition/>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E2183B11-AAB9-48C5-8ADC-6B206FD54719}"/>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What’s the Big Deal?</a:t>
            </a:r>
          </a:p>
        </p:txBody>
      </p:sp>
      <p:sp>
        <p:nvSpPr>
          <p:cNvPr id="32771" name="Rectangle 3">
            <a:extLst>
              <a:ext uri="{FF2B5EF4-FFF2-40B4-BE49-F238E27FC236}">
                <a16:creationId xmlns:a16="http://schemas.microsoft.com/office/drawing/2014/main" id="{48762872-62A8-4697-A874-1C56311278AE}"/>
              </a:ext>
            </a:extLst>
          </p:cNvPr>
          <p:cNvSpPr>
            <a:spLocks noGrp="1"/>
          </p:cNvSpPr>
          <p:nvPr>
            <p:ph idx="1"/>
            <p:custDataLst>
              <p:tags r:id="rId3"/>
            </p:custDataLst>
          </p:nvPr>
        </p:nvSpPr>
        <p:spPr>
          <a:xfrm>
            <a:off x="682625" y="1981200"/>
            <a:ext cx="5565775" cy="4114800"/>
          </a:xfrm>
        </p:spPr>
        <p:txBody>
          <a:bodyPr/>
          <a:lstStyle/>
          <a:p>
            <a:pPr eaLnBrk="1" hangingPunct="1"/>
            <a:r>
              <a:rPr lang="en-US" altLang="en-US"/>
              <a:t>Tower of abstraction</a:t>
            </a:r>
          </a:p>
          <a:p>
            <a:pPr eaLnBrk="1" hangingPunct="1"/>
            <a:r>
              <a:rPr lang="en-US" altLang="en-US"/>
              <a:t>Complex interfaces implemented by layers below</a:t>
            </a:r>
          </a:p>
          <a:p>
            <a:pPr eaLnBrk="1" hangingPunct="1"/>
            <a:r>
              <a:rPr lang="en-US" altLang="en-US">
                <a:solidFill>
                  <a:schemeClr val="accent6">
                    <a:lumMod val="75000"/>
                  </a:schemeClr>
                </a:solidFill>
              </a:rPr>
              <a:t>Abstraction hides detail</a:t>
            </a:r>
          </a:p>
          <a:p>
            <a:pPr eaLnBrk="1" hangingPunct="1"/>
            <a:r>
              <a:rPr lang="en-US" altLang="en-US"/>
              <a:t>Hundreds of engineers build one product</a:t>
            </a:r>
          </a:p>
          <a:p>
            <a:pPr eaLnBrk="1" hangingPunct="1"/>
            <a:r>
              <a:rPr lang="en-US" altLang="en-US"/>
              <a:t>Complexity unmanageable otherwise</a:t>
            </a:r>
          </a:p>
        </p:txBody>
      </p:sp>
      <p:sp>
        <p:nvSpPr>
          <p:cNvPr id="32772" name="Slide Number Placeholder 1">
            <a:extLst>
              <a:ext uri="{FF2B5EF4-FFF2-40B4-BE49-F238E27FC236}">
                <a16:creationId xmlns:a16="http://schemas.microsoft.com/office/drawing/2014/main" id="{C115C823-7FD6-46DB-8C7A-A78722FDD8EC}"/>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F3B52712-CDD2-4709-BA11-0C3342884698}" type="slidenum">
              <a:rPr lang="en-US" altLang="en-US" sz="2400" smtClean="0"/>
              <a:pPr lvl="1">
                <a:spcBef>
                  <a:spcPct val="0"/>
                </a:spcBef>
                <a:buFontTx/>
                <a:buNone/>
              </a:pPr>
              <a:t>31</a:t>
            </a:fld>
            <a:endParaRPr lang="en-US" altLang="en-US" sz="2400"/>
          </a:p>
        </p:txBody>
      </p:sp>
      <p:grpSp>
        <p:nvGrpSpPr>
          <p:cNvPr id="32773" name="Group 26">
            <a:extLst>
              <a:ext uri="{FF2B5EF4-FFF2-40B4-BE49-F238E27FC236}">
                <a16:creationId xmlns:a16="http://schemas.microsoft.com/office/drawing/2014/main" id="{F20A1916-755E-4323-AB0A-A19DA7191E24}"/>
              </a:ext>
            </a:extLst>
          </p:cNvPr>
          <p:cNvGrpSpPr>
            <a:grpSpLocks/>
          </p:cNvGrpSpPr>
          <p:nvPr>
            <p:custDataLst>
              <p:tags r:id="rId5"/>
            </p:custDataLst>
          </p:nvPr>
        </p:nvGrpSpPr>
        <p:grpSpPr bwMode="auto">
          <a:xfrm>
            <a:off x="6400800" y="1295400"/>
            <a:ext cx="2514600" cy="4648200"/>
            <a:chOff x="0" y="1752600"/>
            <a:chExt cx="2286000" cy="4495800"/>
          </a:xfrm>
        </p:grpSpPr>
        <p:sp>
          <p:nvSpPr>
            <p:cNvPr id="18" name="Rectangle 5">
              <a:extLst>
                <a:ext uri="{FF2B5EF4-FFF2-40B4-BE49-F238E27FC236}">
                  <a16:creationId xmlns:a16="http://schemas.microsoft.com/office/drawing/2014/main" id="{1C2F759B-F7CD-4CD1-AA5B-0D9C38CC8720}"/>
                </a:ext>
              </a:extLst>
            </p:cNvPr>
            <p:cNvSpPr>
              <a:spLocks noChangeArrowheads="1"/>
            </p:cNvSpPr>
            <p:nvPr>
              <p:custDataLst>
                <p:tags r:id="rId6"/>
              </p:custDataLst>
            </p:nvPr>
          </p:nvSpPr>
          <p:spPr bwMode="auto">
            <a:xfrm>
              <a:off x="0" y="5715599"/>
              <a:ext cx="2286000" cy="528195"/>
            </a:xfrm>
            <a:prstGeom prst="rect">
              <a:avLst/>
            </a:prstGeom>
            <a:solidFill>
              <a:schemeClr val="bg1">
                <a:lumMod val="95000"/>
              </a:schemeClr>
            </a:solidFill>
            <a:ln w="12700">
              <a:noFill/>
              <a:miter lim="800000"/>
              <a:headEnd type="none" w="sm" len="sm"/>
              <a:tailEnd type="none" w="sm" len="sm"/>
            </a:ln>
          </p:spPr>
          <p:txBody>
            <a:bodyPr wrap="none" anchor="ctr"/>
            <a:lstStyle/>
            <a:p>
              <a:pPr algn="ctr" eaLnBrk="1" hangingPunct="1">
                <a:defRPr/>
              </a:pPr>
              <a:r>
                <a:rPr lang="en-US" sz="1600">
                  <a:latin typeface="+mn-lt"/>
                </a:rPr>
                <a:t>Quantum Physics</a:t>
              </a:r>
            </a:p>
          </p:txBody>
        </p:sp>
        <p:sp>
          <p:nvSpPr>
            <p:cNvPr id="19" name="Rectangle 5">
              <a:extLst>
                <a:ext uri="{FF2B5EF4-FFF2-40B4-BE49-F238E27FC236}">
                  <a16:creationId xmlns:a16="http://schemas.microsoft.com/office/drawing/2014/main" id="{7E097A81-5841-4552-877F-474B5C191177}"/>
                </a:ext>
              </a:extLst>
            </p:cNvPr>
            <p:cNvSpPr>
              <a:spLocks noChangeArrowheads="1"/>
            </p:cNvSpPr>
            <p:nvPr>
              <p:custDataLst>
                <p:tags r:id="rId7"/>
              </p:custDataLst>
            </p:nvPr>
          </p:nvSpPr>
          <p:spPr bwMode="auto">
            <a:xfrm>
              <a:off x="0" y="5187404"/>
              <a:ext cx="2286000" cy="528195"/>
            </a:xfrm>
            <a:prstGeom prst="rect">
              <a:avLst/>
            </a:prstGeom>
            <a:solidFill>
              <a:schemeClr val="bg1">
                <a:lumMod val="75000"/>
              </a:schemeClr>
            </a:solidFill>
            <a:ln w="12700">
              <a:noFill/>
              <a:miter lim="800000"/>
              <a:headEnd type="none" w="sm" len="sm"/>
              <a:tailEnd type="none" w="sm" len="sm"/>
            </a:ln>
          </p:spPr>
          <p:txBody>
            <a:bodyPr wrap="none" anchor="ctr"/>
            <a:lstStyle/>
            <a:p>
              <a:pPr algn="ctr" eaLnBrk="1" hangingPunct="1">
                <a:defRPr/>
              </a:pPr>
              <a:r>
                <a:rPr lang="en-US" sz="1600">
                  <a:latin typeface="+mn-lt"/>
                </a:rPr>
                <a:t>Transistors &amp; Devices</a:t>
              </a:r>
            </a:p>
          </p:txBody>
        </p:sp>
        <p:sp>
          <p:nvSpPr>
            <p:cNvPr id="20" name="Rectangle 6">
              <a:extLst>
                <a:ext uri="{FF2B5EF4-FFF2-40B4-BE49-F238E27FC236}">
                  <a16:creationId xmlns:a16="http://schemas.microsoft.com/office/drawing/2014/main" id="{77E60706-8E1C-4DA4-9BE0-BC55BC9962A7}"/>
                </a:ext>
              </a:extLst>
            </p:cNvPr>
            <p:cNvSpPr>
              <a:spLocks noChangeArrowheads="1"/>
            </p:cNvSpPr>
            <p:nvPr>
              <p:custDataLst>
                <p:tags r:id="rId8"/>
              </p:custDataLst>
            </p:nvPr>
          </p:nvSpPr>
          <p:spPr bwMode="auto">
            <a:xfrm>
              <a:off x="0" y="4657673"/>
              <a:ext cx="2286000" cy="529731"/>
            </a:xfrm>
            <a:prstGeom prst="rect">
              <a:avLst/>
            </a:prstGeom>
            <a:solidFill>
              <a:schemeClr val="accent6">
                <a:lumMod val="60000"/>
                <a:lumOff val="40000"/>
              </a:schemeClr>
            </a:solidFill>
            <a:ln w="12700">
              <a:noFill/>
              <a:miter lim="800000"/>
              <a:headEnd type="none" w="sm" len="sm"/>
              <a:tailEnd type="none" w="sm" len="sm"/>
            </a:ln>
          </p:spPr>
          <p:txBody>
            <a:bodyPr wrap="none" anchor="ctr"/>
            <a:lstStyle/>
            <a:p>
              <a:pPr algn="ctr" eaLnBrk="1" hangingPunct="1">
                <a:defRPr/>
              </a:pPr>
              <a:r>
                <a:rPr lang="en-US" sz="1600">
                  <a:latin typeface="+mn-lt"/>
                </a:rPr>
                <a:t>Logic Gates &amp; Memory</a:t>
              </a:r>
            </a:p>
          </p:txBody>
        </p:sp>
        <p:sp>
          <p:nvSpPr>
            <p:cNvPr id="21" name="Rectangle 7">
              <a:extLst>
                <a:ext uri="{FF2B5EF4-FFF2-40B4-BE49-F238E27FC236}">
                  <a16:creationId xmlns:a16="http://schemas.microsoft.com/office/drawing/2014/main" id="{0E170A5B-CAAD-4451-8D94-15826957CD32}"/>
                </a:ext>
              </a:extLst>
            </p:cNvPr>
            <p:cNvSpPr>
              <a:spLocks noChangeArrowheads="1"/>
            </p:cNvSpPr>
            <p:nvPr>
              <p:custDataLst>
                <p:tags r:id="rId9"/>
              </p:custDataLst>
            </p:nvPr>
          </p:nvSpPr>
          <p:spPr bwMode="auto">
            <a:xfrm>
              <a:off x="0" y="4063454"/>
              <a:ext cx="2286000" cy="594219"/>
            </a:xfrm>
            <a:prstGeom prst="rect">
              <a:avLst/>
            </a:prstGeom>
            <a:solidFill>
              <a:schemeClr val="accent6">
                <a:lumMod val="75000"/>
              </a:schemeClr>
            </a:solidFill>
            <a:ln w="12700">
              <a:noFill/>
              <a:miter lim="800000"/>
              <a:headEnd type="none" w="sm" len="sm"/>
              <a:tailEnd type="none" w="sm" len="sm"/>
            </a:ln>
          </p:spPr>
          <p:txBody>
            <a:bodyPr wrap="none" anchor="ctr"/>
            <a:lstStyle/>
            <a:p>
              <a:pPr algn="ctr" eaLnBrk="1" hangingPunct="1">
                <a:defRPr/>
              </a:pPr>
              <a:r>
                <a:rPr lang="en-US" sz="1600">
                  <a:solidFill>
                    <a:schemeClr val="bg1"/>
                  </a:solidFill>
                  <a:latin typeface="+mn-lt"/>
                </a:rPr>
                <a:t>Microarchitecture</a:t>
              </a:r>
            </a:p>
          </p:txBody>
        </p:sp>
        <p:sp>
          <p:nvSpPr>
            <p:cNvPr id="22" name="Rectangle 8">
              <a:extLst>
                <a:ext uri="{FF2B5EF4-FFF2-40B4-BE49-F238E27FC236}">
                  <a16:creationId xmlns:a16="http://schemas.microsoft.com/office/drawing/2014/main" id="{CE83B0C7-736D-4372-AFE6-87B857534F7B}"/>
                </a:ext>
              </a:extLst>
            </p:cNvPr>
            <p:cNvSpPr>
              <a:spLocks noChangeArrowheads="1"/>
            </p:cNvSpPr>
            <p:nvPr>
              <p:custDataLst>
                <p:tags r:id="rId10"/>
              </p:custDataLst>
            </p:nvPr>
          </p:nvSpPr>
          <p:spPr bwMode="auto">
            <a:xfrm>
              <a:off x="0" y="3469234"/>
              <a:ext cx="2286000" cy="594220"/>
            </a:xfrm>
            <a:prstGeom prst="rect">
              <a:avLst/>
            </a:prstGeom>
            <a:solidFill>
              <a:schemeClr val="accent6">
                <a:lumMod val="60000"/>
                <a:lumOff val="40000"/>
              </a:schemeClr>
            </a:solidFill>
            <a:ln w="12700">
              <a:noFill/>
              <a:miter lim="800000"/>
              <a:headEnd type="none" w="sm" len="sm"/>
              <a:tailEnd type="none" w="sm" len="sm"/>
            </a:ln>
          </p:spPr>
          <p:txBody>
            <a:bodyPr wrap="none" anchor="ctr"/>
            <a:lstStyle/>
            <a:p>
              <a:pPr algn="ctr" eaLnBrk="1" hangingPunct="1">
                <a:defRPr/>
              </a:pPr>
              <a:r>
                <a:rPr lang="en-US" sz="1600">
                  <a:latin typeface="+mn-lt"/>
                </a:rPr>
                <a:t>x86 Machine Primitives</a:t>
              </a:r>
            </a:p>
          </p:txBody>
        </p:sp>
        <p:sp>
          <p:nvSpPr>
            <p:cNvPr id="23" name="Rectangle 9">
              <a:extLst>
                <a:ext uri="{FF2B5EF4-FFF2-40B4-BE49-F238E27FC236}">
                  <a16:creationId xmlns:a16="http://schemas.microsoft.com/office/drawing/2014/main" id="{EDEBBCB1-B5F4-41F3-80B8-1228311BC7D1}"/>
                </a:ext>
              </a:extLst>
            </p:cNvPr>
            <p:cNvSpPr>
              <a:spLocks noChangeArrowheads="1"/>
            </p:cNvSpPr>
            <p:nvPr>
              <p:custDataLst>
                <p:tags r:id="rId11"/>
              </p:custDataLst>
            </p:nvPr>
          </p:nvSpPr>
          <p:spPr bwMode="auto">
            <a:xfrm>
              <a:off x="0" y="2875015"/>
              <a:ext cx="1448955" cy="594219"/>
            </a:xfrm>
            <a:prstGeom prst="rect">
              <a:avLst/>
            </a:prstGeom>
            <a:solidFill>
              <a:schemeClr val="bg1">
                <a:lumMod val="65000"/>
              </a:schemeClr>
            </a:solidFill>
            <a:ln w="12700">
              <a:noFill/>
              <a:miter lim="800000"/>
              <a:headEnd type="none" w="sm" len="sm"/>
              <a:tailEnd type="none" w="sm" len="sm"/>
            </a:ln>
          </p:spPr>
          <p:txBody>
            <a:bodyPr wrap="none" anchor="ctr"/>
            <a:lstStyle/>
            <a:p>
              <a:pPr algn="ctr" eaLnBrk="1" hangingPunct="1">
                <a:defRPr/>
              </a:pPr>
              <a:r>
                <a:rPr lang="en-US" sz="1600">
                  <a:latin typeface="+mn-lt"/>
                </a:rPr>
                <a:t>Visual C++</a:t>
              </a:r>
            </a:p>
          </p:txBody>
        </p:sp>
        <p:sp>
          <p:nvSpPr>
            <p:cNvPr id="24" name="Rectangle 10">
              <a:extLst>
                <a:ext uri="{FF2B5EF4-FFF2-40B4-BE49-F238E27FC236}">
                  <a16:creationId xmlns:a16="http://schemas.microsoft.com/office/drawing/2014/main" id="{17B5C32A-A746-4C5D-9866-54B474666201}"/>
                </a:ext>
              </a:extLst>
            </p:cNvPr>
            <p:cNvSpPr>
              <a:spLocks noChangeArrowheads="1"/>
            </p:cNvSpPr>
            <p:nvPr>
              <p:custDataLst>
                <p:tags r:id="rId12"/>
              </p:custDataLst>
            </p:nvPr>
          </p:nvSpPr>
          <p:spPr bwMode="auto">
            <a:xfrm>
              <a:off x="0" y="1752600"/>
              <a:ext cx="2286000" cy="528195"/>
            </a:xfrm>
            <a:prstGeom prst="rect">
              <a:avLst/>
            </a:prstGeom>
            <a:solidFill>
              <a:schemeClr val="bg1">
                <a:lumMod val="95000"/>
              </a:schemeClr>
            </a:solidFill>
            <a:ln w="12700">
              <a:noFill/>
              <a:miter lim="800000"/>
              <a:headEnd type="none" w="sm" len="sm"/>
              <a:tailEnd type="none" w="sm" len="sm"/>
            </a:ln>
          </p:spPr>
          <p:txBody>
            <a:bodyPr wrap="none" anchor="ctr"/>
            <a:lstStyle/>
            <a:p>
              <a:pPr algn="ctr" eaLnBrk="1" hangingPunct="1">
                <a:defRPr/>
              </a:pPr>
              <a:r>
                <a:rPr lang="en-US" sz="1600">
                  <a:latin typeface="+mn-lt"/>
                </a:rPr>
                <a:t>Firefox, MS Excel</a:t>
              </a:r>
            </a:p>
          </p:txBody>
        </p:sp>
        <p:sp>
          <p:nvSpPr>
            <p:cNvPr id="25" name="Rectangle 11">
              <a:extLst>
                <a:ext uri="{FF2B5EF4-FFF2-40B4-BE49-F238E27FC236}">
                  <a16:creationId xmlns:a16="http://schemas.microsoft.com/office/drawing/2014/main" id="{8509FA37-24ED-4826-BD11-8A0D0AA17542}"/>
                </a:ext>
              </a:extLst>
            </p:cNvPr>
            <p:cNvSpPr>
              <a:spLocks noChangeArrowheads="1"/>
            </p:cNvSpPr>
            <p:nvPr>
              <p:custDataLst>
                <p:tags r:id="rId13"/>
              </p:custDataLst>
            </p:nvPr>
          </p:nvSpPr>
          <p:spPr bwMode="auto">
            <a:xfrm>
              <a:off x="0" y="2280795"/>
              <a:ext cx="596035" cy="594220"/>
            </a:xfrm>
            <a:prstGeom prst="rect">
              <a:avLst/>
            </a:prstGeom>
            <a:solidFill>
              <a:schemeClr val="bg1">
                <a:lumMod val="95000"/>
              </a:schemeClr>
            </a:solidFill>
            <a:ln w="12700">
              <a:noFill/>
              <a:miter lim="800000"/>
              <a:headEnd type="none" w="sm" len="sm"/>
              <a:tailEnd type="none" w="sm" len="sm"/>
            </a:ln>
          </p:spPr>
          <p:txBody>
            <a:bodyPr wrap="none" anchor="ctr"/>
            <a:lstStyle/>
            <a:p>
              <a:pPr algn="ctr" eaLnBrk="1" hangingPunct="1">
                <a:defRPr/>
              </a:pPr>
              <a:endParaRPr lang="en-US" sz="1600">
                <a:latin typeface="+mn-lt"/>
              </a:endParaRPr>
            </a:p>
          </p:txBody>
        </p:sp>
        <p:grpSp>
          <p:nvGrpSpPr>
            <p:cNvPr id="32782" name="Group 12">
              <a:extLst>
                <a:ext uri="{FF2B5EF4-FFF2-40B4-BE49-F238E27FC236}">
                  <a16:creationId xmlns:a16="http://schemas.microsoft.com/office/drawing/2014/main" id="{D78CF4E0-D1D4-41D6-ACFA-2E1A34E50453}"/>
                </a:ext>
              </a:extLst>
            </p:cNvPr>
            <p:cNvGrpSpPr>
              <a:grpSpLocks/>
            </p:cNvGrpSpPr>
            <p:nvPr/>
          </p:nvGrpSpPr>
          <p:grpSpPr bwMode="auto">
            <a:xfrm>
              <a:off x="593822" y="2280920"/>
              <a:ext cx="1692177" cy="1188720"/>
              <a:chOff x="2542" y="1488"/>
              <a:chExt cx="1634" cy="864"/>
            </a:xfrm>
          </p:grpSpPr>
          <p:sp>
            <p:nvSpPr>
              <p:cNvPr id="28" name="Rectangle 13">
                <a:extLst>
                  <a:ext uri="{FF2B5EF4-FFF2-40B4-BE49-F238E27FC236}">
                    <a16:creationId xmlns:a16="http://schemas.microsoft.com/office/drawing/2014/main" id="{1F3740E0-8B15-45DC-99A0-0337B9A982CE}"/>
                  </a:ext>
                </a:extLst>
              </p:cNvPr>
              <p:cNvSpPr>
                <a:spLocks noChangeArrowheads="1"/>
              </p:cNvSpPr>
              <p:nvPr>
                <p:custDataLst>
                  <p:tags r:id="rId15"/>
                </p:custDataLst>
              </p:nvPr>
            </p:nvSpPr>
            <p:spPr bwMode="auto">
              <a:xfrm>
                <a:off x="2540" y="1488"/>
                <a:ext cx="1636" cy="432"/>
              </a:xfrm>
              <a:prstGeom prst="rect">
                <a:avLst/>
              </a:prstGeom>
              <a:solidFill>
                <a:schemeClr val="bg1">
                  <a:lumMod val="75000"/>
                </a:schemeClr>
              </a:solidFill>
              <a:ln w="12700">
                <a:noFill/>
                <a:miter lim="800000"/>
                <a:headEnd type="none" w="sm" len="sm"/>
                <a:tailEnd type="none" w="sm" len="sm"/>
              </a:ln>
            </p:spPr>
            <p:txBody>
              <a:bodyPr wrap="none" lIns="91440" tIns="45720" rIns="91440" bIns="45720" anchor="ctr"/>
              <a:lstStyle/>
              <a:p>
                <a:pPr algn="ctr" eaLnBrk="1" hangingPunct="1">
                  <a:defRPr/>
                </a:pPr>
                <a:r>
                  <a:rPr lang="en-US" sz="1600" dirty="0">
                    <a:latin typeface="+mn-lt"/>
                  </a:rPr>
                  <a:t>Windows 11</a:t>
                </a:r>
              </a:p>
            </p:txBody>
          </p:sp>
          <p:sp>
            <p:nvSpPr>
              <p:cNvPr id="29" name="Rectangle 14">
                <a:extLst>
                  <a:ext uri="{FF2B5EF4-FFF2-40B4-BE49-F238E27FC236}">
                    <a16:creationId xmlns:a16="http://schemas.microsoft.com/office/drawing/2014/main" id="{66BD8A09-C6DD-4CD6-9200-4D0FF7ADE78A}"/>
                  </a:ext>
                </a:extLst>
              </p:cNvPr>
              <p:cNvSpPr>
                <a:spLocks noChangeArrowheads="1"/>
              </p:cNvSpPr>
              <p:nvPr>
                <p:custDataLst>
                  <p:tags r:id="rId16"/>
                </p:custDataLst>
              </p:nvPr>
            </p:nvSpPr>
            <p:spPr bwMode="auto">
              <a:xfrm>
                <a:off x="3368" y="1920"/>
                <a:ext cx="808" cy="432"/>
              </a:xfrm>
              <a:prstGeom prst="rect">
                <a:avLst/>
              </a:prstGeom>
              <a:solidFill>
                <a:schemeClr val="bg1">
                  <a:lumMod val="75000"/>
                </a:schemeClr>
              </a:solidFill>
              <a:ln w="12700">
                <a:noFill/>
                <a:miter lim="800000"/>
                <a:headEnd type="none" w="sm" len="sm"/>
                <a:tailEnd type="none" w="sm" len="sm"/>
              </a:ln>
            </p:spPr>
            <p:txBody>
              <a:bodyPr wrap="none" anchor="ctr"/>
              <a:lstStyle/>
              <a:p>
                <a:pPr algn="ctr" eaLnBrk="1" hangingPunct="1">
                  <a:defRPr/>
                </a:pPr>
                <a:endParaRPr lang="en-US" sz="1600">
                  <a:latin typeface="+mn-lt"/>
                </a:endParaRPr>
              </a:p>
            </p:txBody>
          </p:sp>
        </p:grpSp>
        <p:sp>
          <p:nvSpPr>
            <p:cNvPr id="27" name="Rectangle 16">
              <a:extLst>
                <a:ext uri="{FF2B5EF4-FFF2-40B4-BE49-F238E27FC236}">
                  <a16:creationId xmlns:a16="http://schemas.microsoft.com/office/drawing/2014/main" id="{9300616E-2DF0-400C-80F7-3C51F6239EFB}"/>
                </a:ext>
              </a:extLst>
            </p:cNvPr>
            <p:cNvSpPr>
              <a:spLocks noChangeArrowheads="1"/>
            </p:cNvSpPr>
            <p:nvPr>
              <p:custDataLst>
                <p:tags r:id="rId14"/>
              </p:custDataLst>
            </p:nvPr>
          </p:nvSpPr>
          <p:spPr bwMode="auto">
            <a:xfrm>
              <a:off x="0" y="1752600"/>
              <a:ext cx="2286000" cy="4495800"/>
            </a:xfrm>
            <a:prstGeom prst="rect">
              <a:avLst/>
            </a:prstGeom>
            <a:noFill/>
            <a:ln w="12700">
              <a:solidFill>
                <a:schemeClr val="tx1"/>
              </a:solidFill>
              <a:miter lim="800000"/>
              <a:headEnd type="none" w="sm" len="sm"/>
              <a:tailEnd type="none" w="sm" len="sm"/>
            </a:ln>
          </p:spPr>
          <p:txBody>
            <a:bodyPr wrap="none" anchor="ctr"/>
            <a:lstStyle/>
            <a:p>
              <a:pPr eaLnBrk="1" hangingPunct="1">
                <a:defRPr/>
              </a:pPr>
              <a:endParaRPr lang="en-US" sz="1800">
                <a:latin typeface="+mn-lt"/>
              </a:endParaRPr>
            </a:p>
          </p:txBody>
        </p:sp>
      </p:grpSp>
    </p:spTree>
    <p:custDataLst>
      <p:tags r:id="rId1"/>
    </p:custDataLst>
  </p:cSld>
  <p:clrMapOvr>
    <a:overrideClrMapping bg1="lt1" tx1="dk1" bg2="lt2" tx2="dk2" accent1="accent1" accent2="accent2" accent3="accent3" accent4="accent4" accent5="accent5" accent6="accent6" hlink="hlink" folHlink="folHlink"/>
  </p:clrMapOvr>
  <p:transition/>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8D70031-64E9-4641-90D8-B30FF3CC7A40}"/>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Hardware Organization</a:t>
            </a:r>
          </a:p>
        </p:txBody>
      </p:sp>
      <p:sp>
        <p:nvSpPr>
          <p:cNvPr id="33795" name="Rectangle 3">
            <a:extLst>
              <a:ext uri="{FF2B5EF4-FFF2-40B4-BE49-F238E27FC236}">
                <a16:creationId xmlns:a16="http://schemas.microsoft.com/office/drawing/2014/main" id="{F4633C13-3E3D-453B-A571-0D5511FD7A13}"/>
              </a:ext>
            </a:extLst>
          </p:cNvPr>
          <p:cNvSpPr>
            <a:spLocks noGrp="1"/>
          </p:cNvSpPr>
          <p:nvPr>
            <p:ph idx="1"/>
            <p:custDataLst>
              <p:tags r:id="rId3"/>
            </p:custDataLst>
          </p:nvPr>
        </p:nvSpPr>
        <p:spPr>
          <a:xfrm>
            <a:off x="457200" y="1600200"/>
            <a:ext cx="8229600" cy="4525963"/>
          </a:xfrm>
        </p:spPr>
        <p:txBody>
          <a:bodyPr/>
          <a:lstStyle/>
          <a:p>
            <a:pPr eaLnBrk="1" hangingPunct="1"/>
            <a:r>
              <a:rPr lang="en-US" altLang="en-US"/>
              <a:t>In space:</a:t>
            </a:r>
          </a:p>
        </p:txBody>
      </p:sp>
      <p:sp>
        <p:nvSpPr>
          <p:cNvPr id="33796" name="Slide Number Placeholder 1">
            <a:extLst>
              <a:ext uri="{FF2B5EF4-FFF2-40B4-BE49-F238E27FC236}">
                <a16:creationId xmlns:a16="http://schemas.microsoft.com/office/drawing/2014/main" id="{17D07312-102A-40E0-8AC2-389CFEA14956}"/>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FB4ABF2F-D880-40E3-9EF3-BABB00BA00F1}" type="slidenum">
              <a:rPr lang="en-US" altLang="en-US" sz="2400" smtClean="0"/>
              <a:pPr lvl="1">
                <a:spcBef>
                  <a:spcPct val="0"/>
                </a:spcBef>
                <a:buFontTx/>
                <a:buNone/>
              </a:pPr>
              <a:t>32</a:t>
            </a:fld>
            <a:endParaRPr lang="en-US" altLang="en-US" sz="2400"/>
          </a:p>
        </p:txBody>
      </p:sp>
      <p:sp>
        <p:nvSpPr>
          <p:cNvPr id="33797" name="AutoShape 4">
            <a:extLst>
              <a:ext uri="{FF2B5EF4-FFF2-40B4-BE49-F238E27FC236}">
                <a16:creationId xmlns:a16="http://schemas.microsoft.com/office/drawing/2014/main" id="{ECDDD4A3-4892-43E5-8DFC-4B72E71DFD0D}"/>
              </a:ext>
            </a:extLst>
          </p:cNvPr>
          <p:cNvSpPr>
            <a:spLocks noChangeArrowheads="1"/>
          </p:cNvSpPr>
          <p:nvPr>
            <p:custDataLst>
              <p:tags r:id="rId5"/>
            </p:custDataLst>
          </p:nvPr>
        </p:nvSpPr>
        <p:spPr bwMode="auto">
          <a:xfrm>
            <a:off x="1600200" y="2971800"/>
            <a:ext cx="1524000" cy="2362200"/>
          </a:xfrm>
          <a:prstGeom prst="roundRect">
            <a:avLst>
              <a:gd name="adj" fmla="val 16667"/>
            </a:avLst>
          </a:prstGeom>
          <a:solidFill>
            <a:schemeClr val="accent6">
              <a:lumMod val="75000"/>
            </a:schemeClr>
          </a:solidFill>
          <a:ln w="12700">
            <a:solidFill>
              <a:schemeClr val="tx1"/>
            </a:solidFill>
            <a:round/>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a:latin typeface="+mn-lt"/>
            </a:endParaRPr>
          </a:p>
        </p:txBody>
      </p:sp>
      <p:sp>
        <p:nvSpPr>
          <p:cNvPr id="33798" name="Oval 5">
            <a:extLst>
              <a:ext uri="{FF2B5EF4-FFF2-40B4-BE49-F238E27FC236}">
                <a16:creationId xmlns:a16="http://schemas.microsoft.com/office/drawing/2014/main" id="{2B851D08-AF66-4307-AC6D-529DAA6C5D27}"/>
              </a:ext>
            </a:extLst>
          </p:cNvPr>
          <p:cNvSpPr>
            <a:spLocks noChangeArrowheads="1"/>
          </p:cNvSpPr>
          <p:nvPr>
            <p:custDataLst>
              <p:tags r:id="rId6"/>
            </p:custDataLst>
          </p:nvPr>
        </p:nvSpPr>
        <p:spPr bwMode="auto">
          <a:xfrm>
            <a:off x="1752600" y="3124200"/>
            <a:ext cx="990600" cy="914400"/>
          </a:xfrm>
          <a:prstGeom prst="ellipse">
            <a:avLst/>
          </a:prstGeom>
          <a:solidFill>
            <a:schemeClr val="bg1">
              <a:lumMod val="85000"/>
            </a:schemeClr>
          </a:solidFill>
          <a:ln w="12700">
            <a:solidFill>
              <a:schemeClr val="tx1"/>
            </a:solidFill>
            <a:round/>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a:latin typeface="+mn-lt"/>
              </a:rPr>
              <a:t>Control</a:t>
            </a:r>
          </a:p>
        </p:txBody>
      </p:sp>
      <p:sp>
        <p:nvSpPr>
          <p:cNvPr id="33799" name="Text Box 8">
            <a:extLst>
              <a:ext uri="{FF2B5EF4-FFF2-40B4-BE49-F238E27FC236}">
                <a16:creationId xmlns:a16="http://schemas.microsoft.com/office/drawing/2014/main" id="{BA4A5A3D-F413-47FB-8DC7-E6D3E978727E}"/>
              </a:ext>
            </a:extLst>
          </p:cNvPr>
          <p:cNvSpPr txBox="1">
            <a:spLocks noChangeArrowheads="1"/>
          </p:cNvSpPr>
          <p:nvPr>
            <p:custDataLst>
              <p:tags r:id="rId7"/>
            </p:custDataLst>
          </p:nvPr>
        </p:nvSpPr>
        <p:spPr bwMode="auto">
          <a:xfrm>
            <a:off x="1676400" y="4648200"/>
            <a:ext cx="14012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solidFill>
                  <a:schemeClr val="bg2"/>
                </a:solidFill>
                <a:latin typeface="+mn-lt"/>
              </a:rPr>
              <a:t>Processor</a:t>
            </a:r>
          </a:p>
        </p:txBody>
      </p:sp>
      <p:sp>
        <p:nvSpPr>
          <p:cNvPr id="33800" name="Rectangle 9">
            <a:extLst>
              <a:ext uri="{FF2B5EF4-FFF2-40B4-BE49-F238E27FC236}">
                <a16:creationId xmlns:a16="http://schemas.microsoft.com/office/drawing/2014/main" id="{CDCF4975-086A-4AAB-9529-17EFA67D5EC6}"/>
              </a:ext>
            </a:extLst>
          </p:cNvPr>
          <p:cNvSpPr>
            <a:spLocks noChangeArrowheads="1"/>
          </p:cNvSpPr>
          <p:nvPr>
            <p:custDataLst>
              <p:tags r:id="rId8"/>
            </p:custDataLst>
          </p:nvPr>
        </p:nvSpPr>
        <p:spPr bwMode="auto">
          <a:xfrm>
            <a:off x="1676400" y="4338638"/>
            <a:ext cx="1447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solidFill>
                  <a:schemeClr val="bg2"/>
                </a:solidFill>
                <a:latin typeface="+mn-lt"/>
              </a:rPr>
              <a:t>Data Path</a:t>
            </a:r>
          </a:p>
        </p:txBody>
      </p:sp>
      <p:sp>
        <p:nvSpPr>
          <p:cNvPr id="33801" name="Rectangle 10">
            <a:extLst>
              <a:ext uri="{FF2B5EF4-FFF2-40B4-BE49-F238E27FC236}">
                <a16:creationId xmlns:a16="http://schemas.microsoft.com/office/drawing/2014/main" id="{F06AA818-32DD-4282-9D5B-FA2F7D65E6B8}"/>
              </a:ext>
            </a:extLst>
          </p:cNvPr>
          <p:cNvSpPr>
            <a:spLocks noChangeArrowheads="1"/>
          </p:cNvSpPr>
          <p:nvPr>
            <p:custDataLst>
              <p:tags r:id="rId9"/>
            </p:custDataLst>
          </p:nvPr>
        </p:nvSpPr>
        <p:spPr bwMode="auto">
          <a:xfrm>
            <a:off x="3581400" y="2971800"/>
            <a:ext cx="1371600" cy="2362200"/>
          </a:xfrm>
          <a:prstGeom prst="rect">
            <a:avLst/>
          </a:prstGeom>
          <a:solidFill>
            <a:schemeClr val="accent6">
              <a:lumMod val="60000"/>
              <a:lumOff val="40000"/>
            </a:schemeClr>
          </a:solid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400">
                <a:latin typeface="+mn-lt"/>
              </a:rPr>
              <a:t>Memory</a:t>
            </a:r>
          </a:p>
        </p:txBody>
      </p:sp>
      <p:sp>
        <p:nvSpPr>
          <p:cNvPr id="33802" name="AutoShape 12">
            <a:extLst>
              <a:ext uri="{FF2B5EF4-FFF2-40B4-BE49-F238E27FC236}">
                <a16:creationId xmlns:a16="http://schemas.microsoft.com/office/drawing/2014/main" id="{8B6C7395-D0B1-4EB3-A09C-B627D24F7C32}"/>
              </a:ext>
            </a:extLst>
          </p:cNvPr>
          <p:cNvSpPr>
            <a:spLocks noChangeArrowheads="1"/>
          </p:cNvSpPr>
          <p:nvPr>
            <p:custDataLst>
              <p:tags r:id="rId10"/>
            </p:custDataLst>
          </p:nvPr>
        </p:nvSpPr>
        <p:spPr bwMode="auto">
          <a:xfrm flipV="1">
            <a:off x="2847975" y="3429000"/>
            <a:ext cx="962025" cy="1214438"/>
          </a:xfrm>
          <a:prstGeom prst="curvedRightArrow">
            <a:avLst>
              <a:gd name="adj1" fmla="val 25248"/>
              <a:gd name="adj2" fmla="val 50495"/>
              <a:gd name="adj3" fmla="val 33333"/>
            </a:avLst>
          </a:prstGeom>
          <a:solidFill>
            <a:schemeClr val="bg2"/>
          </a:solid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3803" name="AutoShape 13">
            <a:extLst>
              <a:ext uri="{FF2B5EF4-FFF2-40B4-BE49-F238E27FC236}">
                <a16:creationId xmlns:a16="http://schemas.microsoft.com/office/drawing/2014/main" id="{9B1D1472-AD14-4D1D-B695-FCDADD08C5F2}"/>
              </a:ext>
            </a:extLst>
          </p:cNvPr>
          <p:cNvSpPr>
            <a:spLocks noChangeArrowheads="1"/>
          </p:cNvSpPr>
          <p:nvPr>
            <p:custDataLst>
              <p:tags r:id="rId11"/>
            </p:custDataLst>
          </p:nvPr>
        </p:nvSpPr>
        <p:spPr bwMode="auto">
          <a:xfrm>
            <a:off x="4953000" y="3276600"/>
            <a:ext cx="976313" cy="485775"/>
          </a:xfrm>
          <a:prstGeom prst="rightArrow">
            <a:avLst>
              <a:gd name="adj1" fmla="val 50000"/>
              <a:gd name="adj2" fmla="val 50245"/>
            </a:avLst>
          </a:prstGeom>
          <a:solidFill>
            <a:schemeClr val="bg1">
              <a:lumMod val="95000"/>
            </a:schemeClr>
          </a:solid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3804" name="AutoShape 14">
            <a:extLst>
              <a:ext uri="{FF2B5EF4-FFF2-40B4-BE49-F238E27FC236}">
                <a16:creationId xmlns:a16="http://schemas.microsoft.com/office/drawing/2014/main" id="{12733831-66BC-4344-87D9-23503109CEB8}"/>
              </a:ext>
            </a:extLst>
          </p:cNvPr>
          <p:cNvSpPr>
            <a:spLocks noChangeArrowheads="1"/>
          </p:cNvSpPr>
          <p:nvPr>
            <p:custDataLst>
              <p:tags r:id="rId12"/>
            </p:custDataLst>
          </p:nvPr>
        </p:nvSpPr>
        <p:spPr bwMode="auto">
          <a:xfrm flipH="1">
            <a:off x="4953000" y="4419600"/>
            <a:ext cx="976313" cy="485775"/>
          </a:xfrm>
          <a:prstGeom prst="rightArrow">
            <a:avLst>
              <a:gd name="adj1" fmla="val 50000"/>
              <a:gd name="adj2" fmla="val 50245"/>
            </a:avLst>
          </a:prstGeom>
          <a:solidFill>
            <a:schemeClr val="bg1">
              <a:lumMod val="75000"/>
            </a:schemeClr>
          </a:solid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400">
              <a:latin typeface="Times New Roman" panose="02020603050405020304" pitchFamily="18" charset="0"/>
            </a:endParaRPr>
          </a:p>
        </p:txBody>
      </p:sp>
      <p:sp>
        <p:nvSpPr>
          <p:cNvPr id="33805" name="Text Box 15">
            <a:extLst>
              <a:ext uri="{FF2B5EF4-FFF2-40B4-BE49-F238E27FC236}">
                <a16:creationId xmlns:a16="http://schemas.microsoft.com/office/drawing/2014/main" id="{554680BA-66B8-460F-A067-C0B96A3DF4C0}"/>
              </a:ext>
            </a:extLst>
          </p:cNvPr>
          <p:cNvSpPr txBox="1">
            <a:spLocks noChangeArrowheads="1"/>
          </p:cNvSpPr>
          <p:nvPr>
            <p:custDataLst>
              <p:tags r:id="rId13"/>
            </p:custDataLst>
          </p:nvPr>
        </p:nvSpPr>
        <p:spPr bwMode="auto">
          <a:xfrm>
            <a:off x="6019800" y="3276600"/>
            <a:ext cx="10791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latin typeface="+mn-lt"/>
              </a:rPr>
              <a:t>Output</a:t>
            </a:r>
          </a:p>
        </p:txBody>
      </p:sp>
      <p:sp>
        <p:nvSpPr>
          <p:cNvPr id="33806" name="Text Box 16">
            <a:extLst>
              <a:ext uri="{FF2B5EF4-FFF2-40B4-BE49-F238E27FC236}">
                <a16:creationId xmlns:a16="http://schemas.microsoft.com/office/drawing/2014/main" id="{A0188911-638F-4325-B6DC-9B8AD3D95853}"/>
              </a:ext>
            </a:extLst>
          </p:cNvPr>
          <p:cNvSpPr txBox="1">
            <a:spLocks noChangeArrowheads="1"/>
          </p:cNvSpPr>
          <p:nvPr>
            <p:custDataLst>
              <p:tags r:id="rId14"/>
            </p:custDataLst>
          </p:nvPr>
        </p:nvSpPr>
        <p:spPr bwMode="auto">
          <a:xfrm>
            <a:off x="6003925" y="4419600"/>
            <a:ext cx="8499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latin typeface="+mn-lt"/>
              </a:rPr>
              <a:t>Input</a:t>
            </a:r>
          </a:p>
        </p:txBody>
      </p:sp>
    </p:spTree>
    <p:custDataLst>
      <p:tags r:id="rId1"/>
    </p:custDataLst>
  </p:cSld>
  <p:clrMapOvr>
    <a:overrideClrMapping bg1="lt1" tx1="dk1" bg2="lt2" tx2="dk2" accent1="accent1" accent2="accent2" accent3="accent3" accent4="accent4" accent5="accent5" accent6="accent6" hlink="hlink" folHlink="folHlink"/>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showMasterPhAnim="0">
  <p:cSld>
    <p:bg>
      <p:bgPr>
        <a:solidFill>
          <a:schemeClr val="bg1"/>
        </a:solidFill>
        <a:effectLst/>
      </p:bgPr>
    </p:bg>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D3F927F2-DBC8-456E-B2EE-0516F07514D5}"/>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Hardware Organization</a:t>
            </a:r>
          </a:p>
        </p:txBody>
      </p:sp>
      <p:sp>
        <p:nvSpPr>
          <p:cNvPr id="29699" name="Rectangle 3">
            <a:extLst>
              <a:ext uri="{FF2B5EF4-FFF2-40B4-BE49-F238E27FC236}">
                <a16:creationId xmlns:a16="http://schemas.microsoft.com/office/drawing/2014/main" id="{46F6B906-192F-4C2D-8044-14C3383A6757}"/>
              </a:ext>
            </a:extLst>
          </p:cNvPr>
          <p:cNvSpPr>
            <a:spLocks noGrp="1"/>
          </p:cNvSpPr>
          <p:nvPr>
            <p:ph idx="1"/>
            <p:custDataLst>
              <p:tags r:id="rId3"/>
            </p:custDataLst>
          </p:nvPr>
        </p:nvSpPr>
        <p:spPr>
          <a:xfrm>
            <a:off x="457200" y="1600200"/>
            <a:ext cx="8229600" cy="4525963"/>
          </a:xfrm>
        </p:spPr>
        <p:txBody>
          <a:bodyPr/>
          <a:lstStyle/>
          <a:p>
            <a:pPr eaLnBrk="1" hangingPunct="1"/>
            <a:r>
              <a:rPr lang="en-US" altLang="en-US"/>
              <a:t>In time:</a:t>
            </a:r>
          </a:p>
          <a:p>
            <a:pPr lvl="1" eaLnBrk="1" hangingPunct="1"/>
            <a:r>
              <a:rPr lang="en-US" altLang="en-US"/>
              <a:t>Fetch instruction from memory	001011001001</a:t>
            </a:r>
          </a:p>
          <a:p>
            <a:pPr lvl="1" eaLnBrk="1" hangingPunct="1"/>
            <a:r>
              <a:rPr lang="en-US" altLang="en-US"/>
              <a:t>Decode the instruction		“add r1, r2, r3”</a:t>
            </a:r>
          </a:p>
          <a:p>
            <a:pPr lvl="1" eaLnBrk="1" hangingPunct="1"/>
            <a:r>
              <a:rPr lang="en-US" altLang="en-US"/>
              <a:t>Read input operands		read [r2], [r3]</a:t>
            </a:r>
          </a:p>
          <a:p>
            <a:pPr lvl="1" eaLnBrk="1" hangingPunct="1"/>
            <a:r>
              <a:rPr lang="en-US" altLang="en-US">
                <a:solidFill>
                  <a:schemeClr val="accent6">
                    <a:lumMod val="75000"/>
                  </a:schemeClr>
                </a:solidFill>
              </a:rPr>
              <a:t>Perform operation			[r2] + [r3]</a:t>
            </a:r>
          </a:p>
          <a:p>
            <a:pPr lvl="1" eaLnBrk="1" hangingPunct="1"/>
            <a:r>
              <a:rPr lang="en-US" altLang="en-US"/>
              <a:t>Write results				write to [r1]</a:t>
            </a:r>
          </a:p>
          <a:p>
            <a:pPr lvl="1" eaLnBrk="1" hangingPunct="1"/>
            <a:r>
              <a:rPr lang="en-US" altLang="en-US"/>
              <a:t>Determine the next instruction	pc = pc + 4</a:t>
            </a:r>
          </a:p>
        </p:txBody>
      </p:sp>
      <p:sp>
        <p:nvSpPr>
          <p:cNvPr id="34820" name="Slide Number Placeholder 1">
            <a:extLst>
              <a:ext uri="{FF2B5EF4-FFF2-40B4-BE49-F238E27FC236}">
                <a16:creationId xmlns:a16="http://schemas.microsoft.com/office/drawing/2014/main" id="{906E9F70-888F-417A-8817-2CF6A0A45A93}"/>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B4C0395E-7CA0-4E50-B420-95179D75E44F}" type="slidenum">
              <a:rPr lang="en-US" altLang="en-US" sz="2400" smtClean="0"/>
              <a:pPr lvl="1">
                <a:spcBef>
                  <a:spcPct val="0"/>
                </a:spcBef>
                <a:buFontTx/>
                <a:buNone/>
              </a:pPr>
              <a:t>33</a:t>
            </a:fld>
            <a:endParaRPr lang="en-US" altLang="en-US" sz="2400"/>
          </a:p>
        </p:txBody>
      </p:sp>
    </p:spTree>
    <p:custDataLst>
      <p:tags r:id="rId1"/>
    </p:custDataLst>
  </p:cSld>
  <p:clrMapOvr>
    <a:overrideClrMapping bg1="lt1" tx1="dk1" bg2="lt2" tx2="dk2" accent1="accent1" accent2="accent2" accent3="accent3" accent4="accent4" accent5="accent5" accent6="accent6" hlink="hlink" folHlink="folHlink"/>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44781769-37DA-47FA-833E-BF6DEA420EAA}"/>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Exercise</a:t>
            </a:r>
          </a:p>
        </p:txBody>
      </p:sp>
      <p:sp>
        <p:nvSpPr>
          <p:cNvPr id="8195" name="Slide Number Placeholder 1">
            <a:extLst>
              <a:ext uri="{FF2B5EF4-FFF2-40B4-BE49-F238E27FC236}">
                <a16:creationId xmlns:a16="http://schemas.microsoft.com/office/drawing/2014/main" id="{13C1BB96-C69F-4FB9-8231-1B492C84BAF7}"/>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B0FCF8FD-E96B-45A2-80E4-6039EE53E21E}" type="slidenum">
              <a:rPr lang="en-US" altLang="en-US" sz="2400" smtClean="0"/>
              <a:pPr lvl="1">
                <a:spcBef>
                  <a:spcPct val="0"/>
                </a:spcBef>
                <a:buFontTx/>
                <a:buNone/>
              </a:pPr>
              <a:t>34</a:t>
            </a:fld>
            <a:endParaRPr lang="en-US" altLang="en-US" sz="2400"/>
          </a:p>
        </p:txBody>
      </p:sp>
      <p:sp>
        <p:nvSpPr>
          <p:cNvPr id="5" name="TextBox 4">
            <a:extLst>
              <a:ext uri="{FF2B5EF4-FFF2-40B4-BE49-F238E27FC236}">
                <a16:creationId xmlns:a16="http://schemas.microsoft.com/office/drawing/2014/main" id="{88E4B5F7-12FD-43F9-A275-6FEAB363A836}"/>
              </a:ext>
            </a:extLst>
          </p:cNvPr>
          <p:cNvSpPr txBox="1"/>
          <p:nvPr>
            <p:custDataLst>
              <p:tags r:id="rId4"/>
            </p:custDataLst>
          </p:nvPr>
        </p:nvSpPr>
        <p:spPr>
          <a:xfrm>
            <a:off x="609600" y="1414463"/>
            <a:ext cx="8077200" cy="5062537"/>
          </a:xfrm>
          <a:prstGeom prst="rect">
            <a:avLst/>
          </a:prstGeom>
          <a:noFill/>
        </p:spPr>
        <p:txBody>
          <a:bodyPr/>
          <a:lstStyle/>
          <a:p>
            <a:pPr>
              <a:defRPr/>
            </a:pPr>
            <a:r>
              <a:rPr lang="en-US" sz="2300">
                <a:latin typeface="+mn-lt"/>
              </a:rPr>
              <a:t>You have three international bank accounts: USD, EUR, JPY. You hire a foreign financial advisor to manage your accounts. But with your limited knowledge of the foreign language, you only know how to say one sentence:</a:t>
            </a:r>
          </a:p>
          <a:p>
            <a:pPr>
              <a:defRPr/>
            </a:pPr>
            <a:endParaRPr lang="en-US" sz="2300">
              <a:latin typeface="+mn-lt"/>
            </a:endParaRPr>
          </a:p>
          <a:p>
            <a:pPr>
              <a:defRPr/>
            </a:pPr>
            <a:r>
              <a:rPr lang="en-US" sz="2300" i="1">
                <a:solidFill>
                  <a:schemeClr val="accent6">
                    <a:lumMod val="75000"/>
                  </a:schemeClr>
                </a:solidFill>
                <a:latin typeface="+mn-lt"/>
              </a:rPr>
              <a:t>“Please deduct from X account the current balance of Y account, and if the resulting balance is ≤ 0, ignore my next Z sentences.”</a:t>
            </a:r>
          </a:p>
          <a:p>
            <a:pPr>
              <a:defRPr/>
            </a:pPr>
            <a:endParaRPr lang="en-US" sz="2300">
              <a:latin typeface="+mn-lt"/>
            </a:endParaRPr>
          </a:p>
          <a:p>
            <a:pPr>
              <a:defRPr/>
            </a:pPr>
            <a:r>
              <a:rPr lang="en-US" sz="2300">
                <a:latin typeface="+mn-lt"/>
              </a:rPr>
              <a:t>You also have a bunch of empty line of credit accounts (LOC1, LOC2, LOC3, ...) to facilitate transfers.</a:t>
            </a:r>
          </a:p>
          <a:p>
            <a:pPr>
              <a:defRPr/>
            </a:pPr>
            <a:endParaRPr lang="en-US" sz="2300">
              <a:latin typeface="+mn-lt"/>
            </a:endParaRPr>
          </a:p>
          <a:p>
            <a:pPr>
              <a:defRPr/>
            </a:pPr>
            <a:r>
              <a:rPr lang="en-US" sz="2300">
                <a:latin typeface="+mn-lt"/>
              </a:rPr>
              <a:t>e.g., Now ask your financial advisor to perform a simple task:</a:t>
            </a:r>
          </a:p>
          <a:p>
            <a:pPr>
              <a:defRPr/>
            </a:pPr>
            <a:r>
              <a:rPr lang="en-US" sz="2300" b="1">
                <a:latin typeface="+mn-lt"/>
              </a:rPr>
              <a:t>Transfer all funds in your EUR account into your USD account.</a:t>
            </a:r>
          </a:p>
          <a:p>
            <a:pPr>
              <a:defRPr/>
            </a:pPr>
            <a:endParaRPr lang="en-US" sz="2300">
              <a:latin typeface="+mn-lt"/>
            </a:endParaRPr>
          </a:p>
          <a:p>
            <a:pPr>
              <a:defRPr/>
            </a:pPr>
            <a:endParaRPr lang="en-US" sz="2300">
              <a:latin typeface="+mn-lt"/>
            </a:endParaRPr>
          </a:p>
        </p:txBody>
      </p:sp>
    </p:spTree>
    <p:custDataLst>
      <p:tags r:id="rId1"/>
    </p:custDataLst>
    <p:extLst>
      <p:ext uri="{BB962C8B-B14F-4D97-AF65-F5344CB8AC3E}">
        <p14:creationId xmlns:p14="http://schemas.microsoft.com/office/powerpoint/2010/main" val="21506572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44781769-37DA-47FA-833E-BF6DEA420EAA}"/>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Exercise</a:t>
            </a:r>
          </a:p>
        </p:txBody>
      </p:sp>
      <p:sp>
        <p:nvSpPr>
          <p:cNvPr id="8195" name="Slide Number Placeholder 1">
            <a:extLst>
              <a:ext uri="{FF2B5EF4-FFF2-40B4-BE49-F238E27FC236}">
                <a16:creationId xmlns:a16="http://schemas.microsoft.com/office/drawing/2014/main" id="{13C1BB96-C69F-4FB9-8231-1B492C84BAF7}"/>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B0FCF8FD-E96B-45A2-80E4-6039EE53E21E}" type="slidenum">
              <a:rPr lang="en-US" altLang="en-US" sz="2400" smtClean="0"/>
              <a:pPr lvl="1">
                <a:spcBef>
                  <a:spcPct val="0"/>
                </a:spcBef>
                <a:buFontTx/>
                <a:buNone/>
              </a:pPr>
              <a:t>35</a:t>
            </a:fld>
            <a:endParaRPr lang="en-US" altLang="en-US" sz="2400"/>
          </a:p>
        </p:txBody>
      </p:sp>
      <p:sp>
        <p:nvSpPr>
          <p:cNvPr id="5" name="TextBox 4">
            <a:extLst>
              <a:ext uri="{FF2B5EF4-FFF2-40B4-BE49-F238E27FC236}">
                <a16:creationId xmlns:a16="http://schemas.microsoft.com/office/drawing/2014/main" id="{88E4B5F7-12FD-43F9-A275-6FEAB363A836}"/>
              </a:ext>
            </a:extLst>
          </p:cNvPr>
          <p:cNvSpPr txBox="1"/>
          <p:nvPr>
            <p:custDataLst>
              <p:tags r:id="rId4"/>
            </p:custDataLst>
          </p:nvPr>
        </p:nvSpPr>
        <p:spPr>
          <a:xfrm>
            <a:off x="609600" y="1414463"/>
            <a:ext cx="8153400" cy="5062537"/>
          </a:xfrm>
          <a:prstGeom prst="rect">
            <a:avLst/>
          </a:prstGeom>
          <a:noFill/>
        </p:spPr>
        <p:txBody>
          <a:bodyPr/>
          <a:lstStyle/>
          <a:p>
            <a:pPr>
              <a:defRPr/>
            </a:pPr>
            <a:r>
              <a:rPr lang="en-US" sz="2300">
                <a:latin typeface="+mn-lt"/>
              </a:rPr>
              <a:t>e.g., Transfer all funds in your EUR account into your USD account.</a:t>
            </a:r>
          </a:p>
          <a:p>
            <a:pPr>
              <a:defRPr/>
            </a:pPr>
            <a:endParaRPr lang="en-US" sz="2300">
              <a:latin typeface="+mn-lt"/>
            </a:endParaRPr>
          </a:p>
          <a:p>
            <a:pPr>
              <a:defRPr/>
            </a:pPr>
            <a:r>
              <a:rPr lang="en-US" sz="2300" i="1">
                <a:latin typeface="+mn-lt"/>
              </a:rPr>
              <a:t>“Please deduct from X account the current balance of Y account, and if the resulting balance is ≤ 0, ignore my next Z sentences.”</a:t>
            </a:r>
          </a:p>
          <a:p>
            <a:pPr marL="342900" indent="-342900">
              <a:buFont typeface="Wingdings" panose="05000000000000000000" pitchFamily="2" charset="2"/>
              <a:buChar char="Ø"/>
              <a:defRPr/>
            </a:pPr>
            <a:r>
              <a:rPr lang="en-US" sz="2300" i="1">
                <a:latin typeface="+mn-lt"/>
              </a:rPr>
              <a:t>[X] = [X] – [Y], then if [X] ≤ 0, skip next Z;</a:t>
            </a:r>
          </a:p>
          <a:p>
            <a:pPr marL="342900" indent="-342900">
              <a:buFont typeface="Wingdings" panose="05000000000000000000" pitchFamily="2" charset="2"/>
              <a:buChar char="Ø"/>
              <a:defRPr/>
            </a:pPr>
            <a:r>
              <a:rPr lang="en-US" sz="2300" i="1">
                <a:latin typeface="+mn-lt"/>
              </a:rPr>
              <a:t>Shorthand: </a:t>
            </a:r>
            <a:r>
              <a:rPr lang="en-US" sz="2300">
                <a:latin typeface="Inconsolata" panose="00000509000000000000" pitchFamily="49" charset="0"/>
              </a:rPr>
              <a:t>please X, Y, Z</a:t>
            </a:r>
          </a:p>
          <a:p>
            <a:pPr>
              <a:defRPr/>
            </a:pPr>
            <a:endParaRPr lang="en-US" sz="2300">
              <a:latin typeface="+mn-lt"/>
            </a:endParaRPr>
          </a:p>
        </p:txBody>
      </p:sp>
    </p:spTree>
    <p:custDataLst>
      <p:tags r:id="rId1"/>
    </p:custDataLst>
    <p:extLst>
      <p:ext uri="{BB962C8B-B14F-4D97-AF65-F5344CB8AC3E}">
        <p14:creationId xmlns:p14="http://schemas.microsoft.com/office/powerpoint/2010/main" val="9167858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44781769-37DA-47FA-833E-BF6DEA420EAA}"/>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Exercise</a:t>
            </a:r>
          </a:p>
        </p:txBody>
      </p:sp>
      <p:sp>
        <p:nvSpPr>
          <p:cNvPr id="8195" name="Slide Number Placeholder 1">
            <a:extLst>
              <a:ext uri="{FF2B5EF4-FFF2-40B4-BE49-F238E27FC236}">
                <a16:creationId xmlns:a16="http://schemas.microsoft.com/office/drawing/2014/main" id="{13C1BB96-C69F-4FB9-8231-1B492C84BAF7}"/>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B0FCF8FD-E96B-45A2-80E4-6039EE53E21E}" type="slidenum">
              <a:rPr lang="en-US" altLang="en-US" sz="2400" smtClean="0"/>
              <a:pPr lvl="1">
                <a:spcBef>
                  <a:spcPct val="0"/>
                </a:spcBef>
                <a:buFontTx/>
                <a:buNone/>
              </a:pPr>
              <a:t>36</a:t>
            </a:fld>
            <a:endParaRPr lang="en-US" altLang="en-US" sz="2400"/>
          </a:p>
        </p:txBody>
      </p:sp>
      <p:sp>
        <p:nvSpPr>
          <p:cNvPr id="5" name="TextBox 4">
            <a:extLst>
              <a:ext uri="{FF2B5EF4-FFF2-40B4-BE49-F238E27FC236}">
                <a16:creationId xmlns:a16="http://schemas.microsoft.com/office/drawing/2014/main" id="{88E4B5F7-12FD-43F9-A275-6FEAB363A836}"/>
              </a:ext>
            </a:extLst>
          </p:cNvPr>
          <p:cNvSpPr txBox="1"/>
          <p:nvPr>
            <p:custDataLst>
              <p:tags r:id="rId4"/>
            </p:custDataLst>
          </p:nvPr>
        </p:nvSpPr>
        <p:spPr>
          <a:xfrm>
            <a:off x="609600" y="1414463"/>
            <a:ext cx="8153400" cy="5062537"/>
          </a:xfrm>
          <a:prstGeom prst="rect">
            <a:avLst/>
          </a:prstGeom>
          <a:noFill/>
        </p:spPr>
        <p:txBody>
          <a:bodyPr/>
          <a:lstStyle/>
          <a:p>
            <a:pPr>
              <a:defRPr/>
            </a:pPr>
            <a:r>
              <a:rPr lang="en-US" sz="2300">
                <a:latin typeface="+mn-lt"/>
              </a:rPr>
              <a:t>e.g., Transfer all funds in your EUR account into your USD account.</a:t>
            </a:r>
          </a:p>
          <a:p>
            <a:pPr>
              <a:defRPr/>
            </a:pPr>
            <a:endParaRPr lang="en-US" sz="2300">
              <a:latin typeface="+mn-lt"/>
            </a:endParaRPr>
          </a:p>
          <a:p>
            <a:pPr>
              <a:defRPr/>
            </a:pPr>
            <a:r>
              <a:rPr lang="en-US" sz="2300" i="1">
                <a:latin typeface="+mn-lt"/>
              </a:rPr>
              <a:t>“Please deduct from X account the current balance of Y account, and if the resulting balance is ≤ 0, ignore my next Z sentences.”</a:t>
            </a:r>
          </a:p>
          <a:p>
            <a:pPr marL="342900" indent="-342900">
              <a:buFont typeface="Wingdings" panose="05000000000000000000" pitchFamily="2" charset="2"/>
              <a:buChar char="Ø"/>
              <a:defRPr/>
            </a:pPr>
            <a:r>
              <a:rPr lang="en-US" sz="2300" i="1">
                <a:latin typeface="+mn-lt"/>
              </a:rPr>
              <a:t>[X] = [X] – [Y], then if [X] ≤ 0, skip next Z;</a:t>
            </a:r>
          </a:p>
          <a:p>
            <a:pPr marL="342900" indent="-342900">
              <a:buFont typeface="Wingdings" panose="05000000000000000000" pitchFamily="2" charset="2"/>
              <a:buChar char="Ø"/>
              <a:defRPr/>
            </a:pPr>
            <a:r>
              <a:rPr lang="en-US" sz="2300" i="1">
                <a:latin typeface="+mn-lt"/>
              </a:rPr>
              <a:t>Shorthand: </a:t>
            </a:r>
            <a:r>
              <a:rPr lang="en-US" sz="2300">
                <a:latin typeface="Inconsolata" panose="00000509000000000000" pitchFamily="49" charset="0"/>
              </a:rPr>
              <a:t>please X, Y, Z</a:t>
            </a:r>
          </a:p>
          <a:p>
            <a:pPr>
              <a:defRPr/>
            </a:pPr>
            <a:endParaRPr lang="en-US" sz="2300">
              <a:latin typeface="+mn-lt"/>
            </a:endParaRPr>
          </a:p>
          <a:p>
            <a:pPr>
              <a:defRPr/>
            </a:pPr>
            <a:r>
              <a:rPr lang="en-US" sz="2300" b="1">
                <a:latin typeface="+mn-lt"/>
              </a:rPr>
              <a:t>Solution:</a:t>
            </a:r>
          </a:p>
          <a:p>
            <a:pPr>
              <a:defRPr/>
            </a:pPr>
            <a:r>
              <a:rPr lang="en-US" sz="2300">
                <a:latin typeface="Inconsolata" panose="00000509000000000000" pitchFamily="49" charset="0"/>
              </a:rPr>
              <a:t>please LOC1, EUR, 0</a:t>
            </a:r>
          </a:p>
          <a:p>
            <a:pPr>
              <a:defRPr/>
            </a:pPr>
            <a:r>
              <a:rPr lang="en-US" sz="2300">
                <a:latin typeface="Inconsolata" panose="00000509000000000000" pitchFamily="49" charset="0"/>
              </a:rPr>
              <a:t>please USD, LOC1, 0</a:t>
            </a:r>
          </a:p>
          <a:p>
            <a:pPr>
              <a:defRPr/>
            </a:pPr>
            <a:r>
              <a:rPr lang="en-US" sz="2300">
                <a:latin typeface="Inconsolata" panose="00000509000000000000" pitchFamily="49" charset="0"/>
              </a:rPr>
              <a:t>please EUR, EUR, 0</a:t>
            </a:r>
          </a:p>
          <a:p>
            <a:pPr>
              <a:defRPr/>
            </a:pPr>
            <a:r>
              <a:rPr lang="en-US" sz="2300">
                <a:latin typeface="Inconsolata" panose="00000509000000000000" pitchFamily="49" charset="0"/>
              </a:rPr>
              <a:t>please LOC1, LOC1, 0</a:t>
            </a:r>
          </a:p>
        </p:txBody>
      </p:sp>
    </p:spTree>
    <p:custDataLst>
      <p:tags r:id="rId1"/>
    </p:custDataLst>
    <p:extLst>
      <p:ext uri="{BB962C8B-B14F-4D97-AF65-F5344CB8AC3E}">
        <p14:creationId xmlns:p14="http://schemas.microsoft.com/office/powerpoint/2010/main" val="38530368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44781769-37DA-47FA-833E-BF6DEA420EAA}"/>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Exercise</a:t>
            </a:r>
          </a:p>
        </p:txBody>
      </p:sp>
      <p:sp>
        <p:nvSpPr>
          <p:cNvPr id="8195" name="Slide Number Placeholder 1">
            <a:extLst>
              <a:ext uri="{FF2B5EF4-FFF2-40B4-BE49-F238E27FC236}">
                <a16:creationId xmlns:a16="http://schemas.microsoft.com/office/drawing/2014/main" id="{13C1BB96-C69F-4FB9-8231-1B492C84BAF7}"/>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B0FCF8FD-E96B-45A2-80E4-6039EE53E21E}" type="slidenum">
              <a:rPr lang="en-US" altLang="en-US" sz="2400" smtClean="0"/>
              <a:pPr lvl="1">
                <a:spcBef>
                  <a:spcPct val="0"/>
                </a:spcBef>
                <a:buFontTx/>
                <a:buNone/>
              </a:pPr>
              <a:t>37</a:t>
            </a:fld>
            <a:endParaRPr lang="en-US" altLang="en-US" sz="2400"/>
          </a:p>
        </p:txBody>
      </p:sp>
      <p:sp>
        <p:nvSpPr>
          <p:cNvPr id="5" name="TextBox 4">
            <a:extLst>
              <a:ext uri="{FF2B5EF4-FFF2-40B4-BE49-F238E27FC236}">
                <a16:creationId xmlns:a16="http://schemas.microsoft.com/office/drawing/2014/main" id="{88E4B5F7-12FD-43F9-A275-6FEAB363A836}"/>
              </a:ext>
            </a:extLst>
          </p:cNvPr>
          <p:cNvSpPr txBox="1"/>
          <p:nvPr>
            <p:custDataLst>
              <p:tags r:id="rId4"/>
            </p:custDataLst>
          </p:nvPr>
        </p:nvSpPr>
        <p:spPr>
          <a:xfrm>
            <a:off x="609600" y="1414463"/>
            <a:ext cx="8153400" cy="5062537"/>
          </a:xfrm>
          <a:prstGeom prst="rect">
            <a:avLst/>
          </a:prstGeom>
          <a:noFill/>
        </p:spPr>
        <p:txBody>
          <a:bodyPr/>
          <a:lstStyle/>
          <a:p>
            <a:pPr>
              <a:defRPr/>
            </a:pPr>
            <a:r>
              <a:rPr lang="en-US" sz="2300">
                <a:latin typeface="+mn-lt"/>
              </a:rPr>
              <a:t>e.g., Transfer all funds in your EUR account into your USD account </a:t>
            </a:r>
            <a:r>
              <a:rPr lang="en-US" sz="2300" b="1">
                <a:latin typeface="+mn-lt"/>
              </a:rPr>
              <a:t>if USD funds &gt; EUR funds</a:t>
            </a:r>
            <a:r>
              <a:rPr lang="en-US" sz="2300">
                <a:latin typeface="+mn-lt"/>
              </a:rPr>
              <a:t>.</a:t>
            </a:r>
          </a:p>
          <a:p>
            <a:pPr marL="342900" indent="-342900">
              <a:buFont typeface="Wingdings" panose="05000000000000000000" pitchFamily="2" charset="2"/>
              <a:buChar char="Ø"/>
              <a:defRPr/>
            </a:pPr>
            <a:r>
              <a:rPr lang="en-US" sz="2300" i="1">
                <a:latin typeface="+mn-lt"/>
              </a:rPr>
              <a:t>[X] = [X] – [Y], then if [X] ≤ 0, skip next Z;</a:t>
            </a:r>
          </a:p>
          <a:p>
            <a:pPr marL="342900" indent="-342900">
              <a:buFont typeface="Wingdings" panose="05000000000000000000" pitchFamily="2" charset="2"/>
              <a:buChar char="Ø"/>
              <a:defRPr/>
            </a:pPr>
            <a:r>
              <a:rPr lang="en-US" sz="2300" i="1">
                <a:latin typeface="+mn-lt"/>
              </a:rPr>
              <a:t>Shorthand: </a:t>
            </a:r>
            <a:r>
              <a:rPr lang="en-US" sz="2300">
                <a:latin typeface="Inconsolata" panose="00000509000000000000" pitchFamily="49" charset="0"/>
              </a:rPr>
              <a:t>please X, Y, Z</a:t>
            </a:r>
          </a:p>
          <a:p>
            <a:pPr>
              <a:defRPr/>
            </a:pPr>
            <a:endParaRPr lang="en-US" sz="2300">
              <a:latin typeface="+mn-lt"/>
            </a:endParaRPr>
          </a:p>
          <a:p>
            <a:pPr>
              <a:defRPr/>
            </a:pPr>
            <a:r>
              <a:rPr lang="en-US" sz="2300" b="1">
                <a:latin typeface="+mn-lt"/>
              </a:rPr>
              <a:t>Solution:</a:t>
            </a:r>
          </a:p>
          <a:p>
            <a:pPr>
              <a:defRPr/>
            </a:pPr>
            <a:r>
              <a:rPr lang="en-US" sz="2300">
                <a:latin typeface="Inconsolata" panose="00000509000000000000" pitchFamily="49" charset="0"/>
              </a:rPr>
              <a:t>please LOC1, EUR, 0</a:t>
            </a:r>
          </a:p>
          <a:p>
            <a:pPr>
              <a:defRPr/>
            </a:pPr>
            <a:r>
              <a:rPr lang="en-US" sz="2300">
                <a:latin typeface="Inconsolata" panose="00000509000000000000" pitchFamily="49" charset="0"/>
              </a:rPr>
              <a:t>please USD, LOC1, 0</a:t>
            </a:r>
          </a:p>
          <a:p>
            <a:pPr>
              <a:defRPr/>
            </a:pPr>
            <a:r>
              <a:rPr lang="en-US" sz="2300">
                <a:latin typeface="Inconsolata" panose="00000509000000000000" pitchFamily="49" charset="0"/>
              </a:rPr>
              <a:t>please EUR, EUR, 0</a:t>
            </a:r>
          </a:p>
          <a:p>
            <a:pPr>
              <a:defRPr/>
            </a:pPr>
            <a:r>
              <a:rPr lang="en-US" sz="2300">
                <a:latin typeface="Inconsolata" panose="00000509000000000000" pitchFamily="49" charset="0"/>
              </a:rPr>
              <a:t>please LOC1, LOC1, 0</a:t>
            </a:r>
          </a:p>
        </p:txBody>
      </p:sp>
    </p:spTree>
    <p:custDataLst>
      <p:tags r:id="rId1"/>
    </p:custDataLst>
    <p:extLst>
      <p:ext uri="{BB962C8B-B14F-4D97-AF65-F5344CB8AC3E}">
        <p14:creationId xmlns:p14="http://schemas.microsoft.com/office/powerpoint/2010/main" val="171978680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44781769-37DA-47FA-833E-BF6DEA420EAA}"/>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Exercise</a:t>
            </a:r>
          </a:p>
        </p:txBody>
      </p:sp>
      <p:sp>
        <p:nvSpPr>
          <p:cNvPr id="8195" name="Slide Number Placeholder 1">
            <a:extLst>
              <a:ext uri="{FF2B5EF4-FFF2-40B4-BE49-F238E27FC236}">
                <a16:creationId xmlns:a16="http://schemas.microsoft.com/office/drawing/2014/main" id="{13C1BB96-C69F-4FB9-8231-1B492C84BAF7}"/>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B0FCF8FD-E96B-45A2-80E4-6039EE53E21E}" type="slidenum">
              <a:rPr lang="en-US" altLang="en-US" sz="2400" smtClean="0"/>
              <a:pPr lvl="1">
                <a:spcBef>
                  <a:spcPct val="0"/>
                </a:spcBef>
                <a:buFontTx/>
                <a:buNone/>
              </a:pPr>
              <a:t>38</a:t>
            </a:fld>
            <a:endParaRPr lang="en-US" altLang="en-US" sz="2400"/>
          </a:p>
        </p:txBody>
      </p:sp>
      <p:sp>
        <p:nvSpPr>
          <p:cNvPr id="5" name="TextBox 4">
            <a:extLst>
              <a:ext uri="{FF2B5EF4-FFF2-40B4-BE49-F238E27FC236}">
                <a16:creationId xmlns:a16="http://schemas.microsoft.com/office/drawing/2014/main" id="{88E4B5F7-12FD-43F9-A275-6FEAB363A836}"/>
              </a:ext>
            </a:extLst>
          </p:cNvPr>
          <p:cNvSpPr txBox="1"/>
          <p:nvPr>
            <p:custDataLst>
              <p:tags r:id="rId4"/>
            </p:custDataLst>
          </p:nvPr>
        </p:nvSpPr>
        <p:spPr>
          <a:xfrm>
            <a:off x="609600" y="1414463"/>
            <a:ext cx="8153400" cy="5062537"/>
          </a:xfrm>
          <a:prstGeom prst="rect">
            <a:avLst/>
          </a:prstGeom>
          <a:noFill/>
        </p:spPr>
        <p:txBody>
          <a:bodyPr/>
          <a:lstStyle/>
          <a:p>
            <a:pPr>
              <a:defRPr/>
            </a:pPr>
            <a:r>
              <a:rPr lang="en-US" sz="2300">
                <a:latin typeface="+mn-lt"/>
              </a:rPr>
              <a:t>e.g., Transfer all funds in your EUR account into your USD account </a:t>
            </a:r>
            <a:r>
              <a:rPr lang="en-US" sz="2300" b="1">
                <a:latin typeface="+mn-lt"/>
              </a:rPr>
              <a:t>if USD funds &gt; EUR funds</a:t>
            </a:r>
            <a:r>
              <a:rPr lang="en-US" sz="2300">
                <a:latin typeface="+mn-lt"/>
              </a:rPr>
              <a:t>.</a:t>
            </a:r>
          </a:p>
          <a:p>
            <a:pPr marL="342900" indent="-342900">
              <a:buFont typeface="Wingdings" panose="05000000000000000000" pitchFamily="2" charset="2"/>
              <a:buChar char="Ø"/>
              <a:defRPr/>
            </a:pPr>
            <a:r>
              <a:rPr lang="en-US" sz="2300" i="1">
                <a:latin typeface="+mn-lt"/>
              </a:rPr>
              <a:t>[X] = [X] – [Y], then if [X] ≤ 0, skip next Z;</a:t>
            </a:r>
          </a:p>
          <a:p>
            <a:pPr marL="342900" indent="-342900">
              <a:buFont typeface="Wingdings" panose="05000000000000000000" pitchFamily="2" charset="2"/>
              <a:buChar char="Ø"/>
              <a:defRPr/>
            </a:pPr>
            <a:r>
              <a:rPr lang="en-US" sz="2300" i="1">
                <a:latin typeface="+mn-lt"/>
              </a:rPr>
              <a:t>Shorthand: </a:t>
            </a:r>
            <a:r>
              <a:rPr lang="en-US" sz="2300">
                <a:latin typeface="Inconsolata" panose="00000509000000000000" pitchFamily="49" charset="0"/>
              </a:rPr>
              <a:t>please X, Y, Z</a:t>
            </a:r>
          </a:p>
          <a:p>
            <a:pPr>
              <a:defRPr/>
            </a:pPr>
            <a:endParaRPr lang="en-US" sz="2300">
              <a:latin typeface="+mn-lt"/>
            </a:endParaRPr>
          </a:p>
          <a:p>
            <a:pPr>
              <a:defRPr/>
            </a:pPr>
            <a:r>
              <a:rPr lang="en-US" sz="2300" b="1">
                <a:latin typeface="+mn-lt"/>
              </a:rPr>
              <a:t>Solution:</a:t>
            </a:r>
          </a:p>
          <a:p>
            <a:pPr>
              <a:defRPr/>
            </a:pPr>
            <a:r>
              <a:rPr lang="en-US" sz="2300">
                <a:latin typeface="Inconsolata" panose="00000509000000000000" pitchFamily="49" charset="0"/>
              </a:rPr>
              <a:t>please LOC1, EUR, 0</a:t>
            </a:r>
          </a:p>
          <a:p>
            <a:pPr>
              <a:defRPr/>
            </a:pPr>
            <a:r>
              <a:rPr lang="en-US" sz="2300" b="1">
                <a:solidFill>
                  <a:schemeClr val="accent6">
                    <a:lumMod val="75000"/>
                  </a:schemeClr>
                </a:solidFill>
                <a:latin typeface="Inconsolata" panose="00000509000000000000" pitchFamily="49" charset="0"/>
              </a:rPr>
              <a:t>please USD, EUR, 1</a:t>
            </a:r>
          </a:p>
          <a:p>
            <a:pPr>
              <a:defRPr/>
            </a:pPr>
            <a:r>
              <a:rPr lang="en-US" sz="2300" b="1">
                <a:solidFill>
                  <a:schemeClr val="accent6">
                    <a:lumMod val="75000"/>
                  </a:schemeClr>
                </a:solidFill>
                <a:latin typeface="Inconsolata" panose="00000509000000000000" pitchFamily="49" charset="0"/>
              </a:rPr>
              <a:t>please USD, LOC1, 0</a:t>
            </a:r>
          </a:p>
          <a:p>
            <a:pPr>
              <a:defRPr/>
            </a:pPr>
            <a:r>
              <a:rPr lang="en-US" sz="2300">
                <a:latin typeface="Inconsolata" panose="00000509000000000000" pitchFamily="49" charset="0"/>
              </a:rPr>
              <a:t>please USD, LOC1, 0</a:t>
            </a:r>
          </a:p>
          <a:p>
            <a:pPr>
              <a:defRPr/>
            </a:pPr>
            <a:r>
              <a:rPr lang="en-US" sz="2300">
                <a:latin typeface="Inconsolata" panose="00000509000000000000" pitchFamily="49" charset="0"/>
              </a:rPr>
              <a:t>please EUR, EUR, 0</a:t>
            </a:r>
          </a:p>
          <a:p>
            <a:pPr>
              <a:defRPr/>
            </a:pPr>
            <a:r>
              <a:rPr lang="en-US" sz="2300">
                <a:latin typeface="Inconsolata" panose="00000509000000000000" pitchFamily="49" charset="0"/>
              </a:rPr>
              <a:t>please LOC1, LOC1, 0</a:t>
            </a:r>
          </a:p>
        </p:txBody>
      </p:sp>
    </p:spTree>
    <p:custDataLst>
      <p:tags r:id="rId1"/>
    </p:custDataLst>
    <p:extLst>
      <p:ext uri="{BB962C8B-B14F-4D97-AF65-F5344CB8AC3E}">
        <p14:creationId xmlns:p14="http://schemas.microsoft.com/office/powerpoint/2010/main" val="50712225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44781769-37DA-47FA-833E-BF6DEA420EAA}"/>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Exercise</a:t>
            </a:r>
          </a:p>
        </p:txBody>
      </p:sp>
      <p:sp>
        <p:nvSpPr>
          <p:cNvPr id="8195" name="Slide Number Placeholder 1">
            <a:extLst>
              <a:ext uri="{FF2B5EF4-FFF2-40B4-BE49-F238E27FC236}">
                <a16:creationId xmlns:a16="http://schemas.microsoft.com/office/drawing/2014/main" id="{13C1BB96-C69F-4FB9-8231-1B492C84BAF7}"/>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B0FCF8FD-E96B-45A2-80E4-6039EE53E21E}" type="slidenum">
              <a:rPr lang="en-US" altLang="en-US" sz="2400" smtClean="0"/>
              <a:pPr lvl="1">
                <a:spcBef>
                  <a:spcPct val="0"/>
                </a:spcBef>
                <a:buFontTx/>
                <a:buNone/>
              </a:pPr>
              <a:t>39</a:t>
            </a:fld>
            <a:endParaRPr lang="en-US" altLang="en-US" sz="2400"/>
          </a:p>
        </p:txBody>
      </p:sp>
      <p:sp>
        <p:nvSpPr>
          <p:cNvPr id="5" name="TextBox 4">
            <a:extLst>
              <a:ext uri="{FF2B5EF4-FFF2-40B4-BE49-F238E27FC236}">
                <a16:creationId xmlns:a16="http://schemas.microsoft.com/office/drawing/2014/main" id="{88E4B5F7-12FD-43F9-A275-6FEAB363A836}"/>
              </a:ext>
            </a:extLst>
          </p:cNvPr>
          <p:cNvSpPr txBox="1"/>
          <p:nvPr>
            <p:custDataLst>
              <p:tags r:id="rId4"/>
            </p:custDataLst>
          </p:nvPr>
        </p:nvSpPr>
        <p:spPr>
          <a:xfrm>
            <a:off x="609600" y="1414463"/>
            <a:ext cx="8153400" cy="5062537"/>
          </a:xfrm>
          <a:prstGeom prst="rect">
            <a:avLst/>
          </a:prstGeom>
          <a:noFill/>
        </p:spPr>
        <p:txBody>
          <a:bodyPr/>
          <a:lstStyle/>
          <a:p>
            <a:pPr>
              <a:defRPr/>
            </a:pPr>
            <a:r>
              <a:rPr lang="en-US" sz="2300">
                <a:latin typeface="+mn-lt"/>
              </a:rPr>
              <a:t>e.g., Transfer all funds in your EUR account into your USD account </a:t>
            </a:r>
            <a:r>
              <a:rPr lang="en-US" sz="2300" b="1">
                <a:latin typeface="+mn-lt"/>
              </a:rPr>
              <a:t>if USD funds &gt; EUR funds</a:t>
            </a:r>
            <a:r>
              <a:rPr lang="en-US" sz="2300">
                <a:latin typeface="+mn-lt"/>
              </a:rPr>
              <a:t>.</a:t>
            </a:r>
          </a:p>
          <a:p>
            <a:pPr marL="342900" indent="-342900">
              <a:buFont typeface="Wingdings" panose="05000000000000000000" pitchFamily="2" charset="2"/>
              <a:buChar char="Ø"/>
              <a:defRPr/>
            </a:pPr>
            <a:r>
              <a:rPr lang="en-US" sz="2300" i="1">
                <a:latin typeface="+mn-lt"/>
              </a:rPr>
              <a:t>[X] = [X] – [Y], then if [X] ≤ 0, skip next Z;</a:t>
            </a:r>
          </a:p>
          <a:p>
            <a:pPr marL="342900" indent="-342900">
              <a:buFont typeface="Wingdings" panose="05000000000000000000" pitchFamily="2" charset="2"/>
              <a:buChar char="Ø"/>
              <a:defRPr/>
            </a:pPr>
            <a:r>
              <a:rPr lang="en-US" sz="2300" i="1">
                <a:latin typeface="+mn-lt"/>
              </a:rPr>
              <a:t>Shorthand: </a:t>
            </a:r>
            <a:r>
              <a:rPr lang="en-US" sz="2300">
                <a:latin typeface="Inconsolata" panose="00000509000000000000" pitchFamily="49" charset="0"/>
              </a:rPr>
              <a:t>please X, Y, Z</a:t>
            </a:r>
          </a:p>
          <a:p>
            <a:pPr>
              <a:defRPr/>
            </a:pPr>
            <a:endParaRPr lang="en-US" sz="2300">
              <a:latin typeface="+mn-lt"/>
            </a:endParaRPr>
          </a:p>
          <a:p>
            <a:pPr>
              <a:defRPr/>
            </a:pPr>
            <a:r>
              <a:rPr lang="en-US" sz="2300" b="1">
                <a:latin typeface="+mn-lt"/>
              </a:rPr>
              <a:t>Solution:</a:t>
            </a:r>
          </a:p>
          <a:p>
            <a:pPr>
              <a:defRPr/>
            </a:pPr>
            <a:r>
              <a:rPr lang="en-US" sz="2300">
                <a:latin typeface="Inconsolata" panose="00000509000000000000" pitchFamily="49" charset="0"/>
              </a:rPr>
              <a:t>please LOC1, EUR, 0</a:t>
            </a:r>
          </a:p>
          <a:p>
            <a:pPr>
              <a:defRPr/>
            </a:pPr>
            <a:r>
              <a:rPr lang="en-US" sz="2300" b="1">
                <a:solidFill>
                  <a:schemeClr val="accent6">
                    <a:lumMod val="75000"/>
                  </a:schemeClr>
                </a:solidFill>
                <a:latin typeface="Inconsolata" panose="00000509000000000000" pitchFamily="49" charset="0"/>
              </a:rPr>
              <a:t>please USD, EUR, 1</a:t>
            </a:r>
          </a:p>
          <a:p>
            <a:pPr>
              <a:defRPr/>
            </a:pPr>
            <a:r>
              <a:rPr lang="en-US" sz="2300" b="1">
                <a:solidFill>
                  <a:schemeClr val="accent6">
                    <a:lumMod val="75000"/>
                  </a:schemeClr>
                </a:solidFill>
                <a:latin typeface="Inconsolata" panose="00000509000000000000" pitchFamily="49" charset="0"/>
              </a:rPr>
              <a:t>please USD, LOC1, 0</a:t>
            </a:r>
          </a:p>
          <a:p>
            <a:pPr>
              <a:defRPr/>
            </a:pPr>
            <a:r>
              <a:rPr lang="en-US" sz="2300">
                <a:latin typeface="Inconsolata" panose="00000509000000000000" pitchFamily="49" charset="0"/>
              </a:rPr>
              <a:t>please USD, LOC1, 0</a:t>
            </a:r>
          </a:p>
          <a:p>
            <a:pPr>
              <a:defRPr/>
            </a:pPr>
            <a:r>
              <a:rPr lang="en-US" sz="2300">
                <a:latin typeface="Inconsolata" panose="00000509000000000000" pitchFamily="49" charset="0"/>
              </a:rPr>
              <a:t>please EUR, EUR, 0</a:t>
            </a:r>
          </a:p>
          <a:p>
            <a:pPr>
              <a:defRPr/>
            </a:pPr>
            <a:r>
              <a:rPr lang="en-US" sz="2300">
                <a:latin typeface="Inconsolata" panose="00000509000000000000" pitchFamily="49" charset="0"/>
              </a:rPr>
              <a:t>please LOC1, LOC1, 0</a:t>
            </a:r>
          </a:p>
        </p:txBody>
      </p:sp>
      <p:sp>
        <p:nvSpPr>
          <p:cNvPr id="6" name="TextBox 5">
            <a:extLst>
              <a:ext uri="{FF2B5EF4-FFF2-40B4-BE49-F238E27FC236}">
                <a16:creationId xmlns:a16="http://schemas.microsoft.com/office/drawing/2014/main" id="{6FFC380E-6CAD-4E55-9023-B05083C3622C}"/>
              </a:ext>
            </a:extLst>
          </p:cNvPr>
          <p:cNvSpPr txBox="1"/>
          <p:nvPr>
            <p:custDataLst>
              <p:tags r:id="rId5"/>
            </p:custDataLst>
          </p:nvPr>
        </p:nvSpPr>
        <p:spPr>
          <a:xfrm>
            <a:off x="4686300" y="4267200"/>
            <a:ext cx="4305300" cy="338554"/>
          </a:xfrm>
          <a:prstGeom prst="rect">
            <a:avLst/>
          </a:prstGeom>
          <a:noFill/>
        </p:spPr>
        <p:txBody>
          <a:bodyPr wrap="square" rtlCol="0">
            <a:spAutoFit/>
          </a:bodyPr>
          <a:lstStyle/>
          <a:p>
            <a:r>
              <a:rPr lang="en-US" sz="1600" b="1">
                <a:solidFill>
                  <a:schemeClr val="accent6">
                    <a:lumMod val="75000"/>
                  </a:schemeClr>
                </a:solidFill>
                <a:latin typeface="+mn-lt"/>
              </a:rPr>
              <a:t>skip if [USD] ≤ [EUR]</a:t>
            </a:r>
          </a:p>
        </p:txBody>
      </p:sp>
      <p:sp>
        <p:nvSpPr>
          <p:cNvPr id="7" name="Left Brace 6">
            <a:extLst>
              <a:ext uri="{FF2B5EF4-FFF2-40B4-BE49-F238E27FC236}">
                <a16:creationId xmlns:a16="http://schemas.microsoft.com/office/drawing/2014/main" id="{C2DA456D-484D-42FC-9917-28E3A30D839F}"/>
              </a:ext>
            </a:extLst>
          </p:cNvPr>
          <p:cNvSpPr/>
          <p:nvPr>
            <p:custDataLst>
              <p:tags r:id="rId6"/>
            </p:custDataLst>
          </p:nvPr>
        </p:nvSpPr>
        <p:spPr>
          <a:xfrm flipH="1">
            <a:off x="3559834" y="4318575"/>
            <a:ext cx="1066800" cy="304800"/>
          </a:xfrm>
          <a:prstGeom prst="leftBrac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57D3BECA-9B9F-4B00-A65A-6018488D3722}"/>
              </a:ext>
            </a:extLst>
          </p:cNvPr>
          <p:cNvSpPr txBox="1"/>
          <p:nvPr>
            <p:custDataLst>
              <p:tags r:id="rId7"/>
            </p:custDataLst>
          </p:nvPr>
        </p:nvSpPr>
        <p:spPr>
          <a:xfrm>
            <a:off x="4686300" y="4953000"/>
            <a:ext cx="4305300" cy="338554"/>
          </a:xfrm>
          <a:prstGeom prst="rect">
            <a:avLst/>
          </a:prstGeom>
          <a:noFill/>
        </p:spPr>
        <p:txBody>
          <a:bodyPr wrap="square" rtlCol="0">
            <a:spAutoFit/>
          </a:bodyPr>
          <a:lstStyle/>
          <a:p>
            <a:r>
              <a:rPr lang="en-US" sz="1600" b="1">
                <a:solidFill>
                  <a:schemeClr val="accent6">
                    <a:lumMod val="75000"/>
                  </a:schemeClr>
                </a:solidFill>
                <a:latin typeface="+mn-lt"/>
              </a:rPr>
              <a:t>…but should skip too</a:t>
            </a:r>
          </a:p>
        </p:txBody>
      </p:sp>
      <p:sp>
        <p:nvSpPr>
          <p:cNvPr id="9" name="Left Brace 8">
            <a:extLst>
              <a:ext uri="{FF2B5EF4-FFF2-40B4-BE49-F238E27FC236}">
                <a16:creationId xmlns:a16="http://schemas.microsoft.com/office/drawing/2014/main" id="{B005391A-3690-4DE8-A145-BBE44ADFEAA6}"/>
              </a:ext>
            </a:extLst>
          </p:cNvPr>
          <p:cNvSpPr/>
          <p:nvPr>
            <p:custDataLst>
              <p:tags r:id="rId8"/>
            </p:custDataLst>
          </p:nvPr>
        </p:nvSpPr>
        <p:spPr>
          <a:xfrm flipH="1">
            <a:off x="3559834" y="5004375"/>
            <a:ext cx="1066800" cy="304800"/>
          </a:xfrm>
          <a:prstGeom prst="leftBrac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43559125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44781769-37DA-47FA-833E-BF6DEA420EAA}"/>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Exercise</a:t>
            </a:r>
          </a:p>
        </p:txBody>
      </p:sp>
      <p:sp>
        <p:nvSpPr>
          <p:cNvPr id="8195" name="Slide Number Placeholder 1">
            <a:extLst>
              <a:ext uri="{FF2B5EF4-FFF2-40B4-BE49-F238E27FC236}">
                <a16:creationId xmlns:a16="http://schemas.microsoft.com/office/drawing/2014/main" id="{13C1BB96-C69F-4FB9-8231-1B492C84BAF7}"/>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B0FCF8FD-E96B-45A2-80E4-6039EE53E21E}" type="slidenum">
              <a:rPr lang="en-US" altLang="en-US" sz="2400" smtClean="0"/>
              <a:pPr lvl="1">
                <a:spcBef>
                  <a:spcPct val="0"/>
                </a:spcBef>
                <a:buFontTx/>
                <a:buNone/>
              </a:pPr>
              <a:t>40</a:t>
            </a:fld>
            <a:endParaRPr lang="en-US" altLang="en-US" sz="2400"/>
          </a:p>
        </p:txBody>
      </p:sp>
      <p:sp>
        <p:nvSpPr>
          <p:cNvPr id="5" name="TextBox 4">
            <a:extLst>
              <a:ext uri="{FF2B5EF4-FFF2-40B4-BE49-F238E27FC236}">
                <a16:creationId xmlns:a16="http://schemas.microsoft.com/office/drawing/2014/main" id="{88E4B5F7-12FD-43F9-A275-6FEAB363A836}"/>
              </a:ext>
            </a:extLst>
          </p:cNvPr>
          <p:cNvSpPr txBox="1"/>
          <p:nvPr>
            <p:custDataLst>
              <p:tags r:id="rId4"/>
            </p:custDataLst>
          </p:nvPr>
        </p:nvSpPr>
        <p:spPr>
          <a:xfrm>
            <a:off x="609600" y="1414463"/>
            <a:ext cx="8153400" cy="5062537"/>
          </a:xfrm>
          <a:prstGeom prst="rect">
            <a:avLst/>
          </a:prstGeom>
          <a:noFill/>
        </p:spPr>
        <p:txBody>
          <a:bodyPr/>
          <a:lstStyle/>
          <a:p>
            <a:pPr>
              <a:defRPr/>
            </a:pPr>
            <a:r>
              <a:rPr lang="en-US" sz="2300">
                <a:latin typeface="+mn-lt"/>
              </a:rPr>
              <a:t>e.g., Transfer all funds in your EUR account into your USD account </a:t>
            </a:r>
            <a:r>
              <a:rPr lang="en-US" sz="2300" b="1">
                <a:latin typeface="+mn-lt"/>
              </a:rPr>
              <a:t>if USD funds &gt; EUR funds</a:t>
            </a:r>
            <a:r>
              <a:rPr lang="en-US" sz="2300">
                <a:latin typeface="+mn-lt"/>
              </a:rPr>
              <a:t>.</a:t>
            </a:r>
          </a:p>
          <a:p>
            <a:pPr marL="342900" indent="-342900">
              <a:buFont typeface="Wingdings" panose="05000000000000000000" pitchFamily="2" charset="2"/>
              <a:buChar char="Ø"/>
              <a:defRPr/>
            </a:pPr>
            <a:r>
              <a:rPr lang="en-US" sz="2300" i="1">
                <a:latin typeface="+mn-lt"/>
              </a:rPr>
              <a:t>[X] = [X] – [Y], then if [X] ≤ 0, skip next Z;</a:t>
            </a:r>
          </a:p>
          <a:p>
            <a:pPr marL="342900" indent="-342900">
              <a:buFont typeface="Wingdings" panose="05000000000000000000" pitchFamily="2" charset="2"/>
              <a:buChar char="Ø"/>
              <a:defRPr/>
            </a:pPr>
            <a:r>
              <a:rPr lang="en-US" sz="2300" i="1">
                <a:latin typeface="+mn-lt"/>
              </a:rPr>
              <a:t>Shorthand: </a:t>
            </a:r>
            <a:r>
              <a:rPr lang="en-US" sz="2300">
                <a:latin typeface="Inconsolata" panose="00000509000000000000" pitchFamily="49" charset="0"/>
              </a:rPr>
              <a:t>please X, Y, Z</a:t>
            </a:r>
          </a:p>
          <a:p>
            <a:pPr>
              <a:defRPr/>
            </a:pPr>
            <a:endParaRPr lang="en-US" sz="2300">
              <a:latin typeface="+mn-lt"/>
            </a:endParaRPr>
          </a:p>
          <a:p>
            <a:pPr>
              <a:defRPr/>
            </a:pPr>
            <a:r>
              <a:rPr lang="en-US" sz="2300" b="1">
                <a:latin typeface="+mn-lt"/>
              </a:rPr>
              <a:t>Solution:</a:t>
            </a:r>
          </a:p>
          <a:p>
            <a:pPr>
              <a:defRPr/>
            </a:pPr>
            <a:r>
              <a:rPr lang="en-US" sz="2300">
                <a:latin typeface="Inconsolata" panose="00000509000000000000" pitchFamily="49" charset="0"/>
              </a:rPr>
              <a:t>please LOC1, EUR, 0</a:t>
            </a:r>
          </a:p>
          <a:p>
            <a:pPr>
              <a:defRPr/>
            </a:pPr>
            <a:r>
              <a:rPr lang="en-US" sz="2300" b="1">
                <a:solidFill>
                  <a:schemeClr val="accent6">
                    <a:lumMod val="75000"/>
                  </a:schemeClr>
                </a:solidFill>
                <a:latin typeface="Inconsolata" panose="00000509000000000000" pitchFamily="49" charset="0"/>
              </a:rPr>
              <a:t>please USD, EUR, 2</a:t>
            </a:r>
          </a:p>
          <a:p>
            <a:pPr>
              <a:defRPr/>
            </a:pPr>
            <a:r>
              <a:rPr lang="en-US" sz="2300" b="1">
                <a:solidFill>
                  <a:schemeClr val="accent6">
                    <a:lumMod val="75000"/>
                  </a:schemeClr>
                </a:solidFill>
                <a:latin typeface="Inconsolata" panose="00000509000000000000" pitchFamily="49" charset="0"/>
              </a:rPr>
              <a:t>please USD, LOC1, 0</a:t>
            </a:r>
          </a:p>
          <a:p>
            <a:pPr>
              <a:defRPr/>
            </a:pPr>
            <a:r>
              <a:rPr lang="en-US" sz="2300" b="1">
                <a:solidFill>
                  <a:schemeClr val="accent6">
                    <a:lumMod val="75000"/>
                  </a:schemeClr>
                </a:solidFill>
                <a:latin typeface="Inconsolata" panose="00000509000000000000" pitchFamily="49" charset="0"/>
              </a:rPr>
              <a:t>please EUR, EUR, 0</a:t>
            </a:r>
          </a:p>
          <a:p>
            <a:pPr>
              <a:defRPr/>
            </a:pPr>
            <a:r>
              <a:rPr lang="en-US" sz="2300">
                <a:latin typeface="Inconsolata" panose="00000509000000000000" pitchFamily="49" charset="0"/>
              </a:rPr>
              <a:t>please USD, LOC1, 0</a:t>
            </a:r>
          </a:p>
          <a:p>
            <a:pPr>
              <a:defRPr/>
            </a:pPr>
            <a:r>
              <a:rPr lang="en-US" sz="2300" strike="sngStrike">
                <a:latin typeface="Inconsolata" panose="00000509000000000000" pitchFamily="49" charset="0"/>
              </a:rPr>
              <a:t>please EUR, EUR, 0</a:t>
            </a:r>
          </a:p>
          <a:p>
            <a:pPr>
              <a:defRPr/>
            </a:pPr>
            <a:r>
              <a:rPr lang="en-US" sz="2300">
                <a:latin typeface="Inconsolata" panose="00000509000000000000" pitchFamily="49" charset="0"/>
              </a:rPr>
              <a:t>please LOC1, LOC1, 0</a:t>
            </a:r>
          </a:p>
        </p:txBody>
      </p:sp>
      <p:sp>
        <p:nvSpPr>
          <p:cNvPr id="6" name="TextBox 5">
            <a:extLst>
              <a:ext uri="{FF2B5EF4-FFF2-40B4-BE49-F238E27FC236}">
                <a16:creationId xmlns:a16="http://schemas.microsoft.com/office/drawing/2014/main" id="{66F16B2F-1F11-48CA-A1A7-DBE1F8C6A92D}"/>
              </a:ext>
            </a:extLst>
          </p:cNvPr>
          <p:cNvSpPr txBox="1"/>
          <p:nvPr>
            <p:custDataLst>
              <p:tags r:id="rId5"/>
            </p:custDataLst>
          </p:nvPr>
        </p:nvSpPr>
        <p:spPr>
          <a:xfrm>
            <a:off x="4686300" y="4462046"/>
            <a:ext cx="4305300" cy="338554"/>
          </a:xfrm>
          <a:prstGeom prst="rect">
            <a:avLst/>
          </a:prstGeom>
          <a:noFill/>
        </p:spPr>
        <p:txBody>
          <a:bodyPr wrap="square" rtlCol="0">
            <a:spAutoFit/>
          </a:bodyPr>
          <a:lstStyle/>
          <a:p>
            <a:r>
              <a:rPr lang="en-US" sz="1600" b="1">
                <a:solidFill>
                  <a:schemeClr val="accent6">
                    <a:lumMod val="75000"/>
                  </a:schemeClr>
                </a:solidFill>
                <a:latin typeface="+mn-lt"/>
              </a:rPr>
              <a:t>skip if [USD] ≤ [EUR]</a:t>
            </a:r>
          </a:p>
        </p:txBody>
      </p:sp>
      <p:sp>
        <p:nvSpPr>
          <p:cNvPr id="7" name="Left Brace 6">
            <a:extLst>
              <a:ext uri="{FF2B5EF4-FFF2-40B4-BE49-F238E27FC236}">
                <a16:creationId xmlns:a16="http://schemas.microsoft.com/office/drawing/2014/main" id="{9D9682B1-5498-4181-81D0-B4A69D185B75}"/>
              </a:ext>
            </a:extLst>
          </p:cNvPr>
          <p:cNvSpPr/>
          <p:nvPr>
            <p:custDataLst>
              <p:tags r:id="rId6"/>
            </p:custDataLst>
          </p:nvPr>
        </p:nvSpPr>
        <p:spPr>
          <a:xfrm flipH="1">
            <a:off x="3559834" y="4318574"/>
            <a:ext cx="1066800" cy="634425"/>
          </a:xfrm>
          <a:prstGeom prst="leftBrac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764618604"/>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44781769-37DA-47FA-833E-BF6DEA420EAA}"/>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a:t>Exercise</a:t>
            </a:r>
          </a:p>
        </p:txBody>
      </p:sp>
      <p:sp>
        <p:nvSpPr>
          <p:cNvPr id="8195" name="Slide Number Placeholder 1">
            <a:extLst>
              <a:ext uri="{FF2B5EF4-FFF2-40B4-BE49-F238E27FC236}">
                <a16:creationId xmlns:a16="http://schemas.microsoft.com/office/drawing/2014/main" id="{13C1BB96-C69F-4FB9-8231-1B492C84BAF7}"/>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B0FCF8FD-E96B-45A2-80E4-6039EE53E21E}" type="slidenum">
              <a:rPr lang="en-US" altLang="en-US" sz="2400" smtClean="0"/>
              <a:pPr lvl="1">
                <a:spcBef>
                  <a:spcPct val="0"/>
                </a:spcBef>
                <a:buFontTx/>
                <a:buNone/>
              </a:pPr>
              <a:t>41</a:t>
            </a:fld>
            <a:endParaRPr lang="en-US" altLang="en-US" sz="2400"/>
          </a:p>
        </p:txBody>
      </p:sp>
      <p:sp>
        <p:nvSpPr>
          <p:cNvPr id="5" name="TextBox 4">
            <a:extLst>
              <a:ext uri="{FF2B5EF4-FFF2-40B4-BE49-F238E27FC236}">
                <a16:creationId xmlns:a16="http://schemas.microsoft.com/office/drawing/2014/main" id="{88E4B5F7-12FD-43F9-A275-6FEAB363A836}"/>
              </a:ext>
            </a:extLst>
          </p:cNvPr>
          <p:cNvSpPr txBox="1"/>
          <p:nvPr>
            <p:custDataLst>
              <p:tags r:id="rId4"/>
            </p:custDataLst>
          </p:nvPr>
        </p:nvSpPr>
        <p:spPr>
          <a:xfrm>
            <a:off x="609600" y="1414463"/>
            <a:ext cx="8305800" cy="5062537"/>
          </a:xfrm>
          <a:prstGeom prst="rect">
            <a:avLst/>
          </a:prstGeom>
          <a:noFill/>
        </p:spPr>
        <p:txBody>
          <a:bodyPr/>
          <a:lstStyle/>
          <a:p>
            <a:pPr>
              <a:defRPr/>
            </a:pPr>
            <a:r>
              <a:rPr lang="en-US" sz="2300">
                <a:latin typeface="+mn-lt"/>
              </a:rPr>
              <a:t>e.g., Transfer all funds in your </a:t>
            </a:r>
            <a:r>
              <a:rPr lang="en-US" sz="2300" b="1">
                <a:latin typeface="+mn-lt"/>
              </a:rPr>
              <a:t>EUR or JPY account, whichever is smaller, </a:t>
            </a:r>
            <a:r>
              <a:rPr lang="en-US" sz="2300">
                <a:latin typeface="+mn-lt"/>
              </a:rPr>
              <a:t>into your USD account.</a:t>
            </a:r>
          </a:p>
          <a:p>
            <a:pPr marL="342900" indent="-342900">
              <a:buFont typeface="Wingdings" panose="05000000000000000000" pitchFamily="2" charset="2"/>
              <a:buChar char="Ø"/>
              <a:defRPr/>
            </a:pPr>
            <a:r>
              <a:rPr lang="en-US" sz="2300" i="1">
                <a:latin typeface="+mn-lt"/>
              </a:rPr>
              <a:t>Shorthand: </a:t>
            </a:r>
            <a:r>
              <a:rPr lang="en-US" sz="2300">
                <a:latin typeface="Inconsolata" panose="00000509000000000000" pitchFamily="49" charset="0"/>
              </a:rPr>
              <a:t>please X, Y, Z</a:t>
            </a:r>
          </a:p>
          <a:p>
            <a:pPr>
              <a:defRPr/>
            </a:pPr>
            <a:endParaRPr lang="en-US" sz="1800">
              <a:latin typeface="+mn-lt"/>
            </a:endParaRPr>
          </a:p>
          <a:p>
            <a:pPr>
              <a:defRPr/>
            </a:pPr>
            <a:r>
              <a:rPr lang="en-US" sz="2300" b="1">
                <a:latin typeface="+mn-lt"/>
              </a:rPr>
              <a:t>Solution:</a:t>
            </a:r>
          </a:p>
          <a:p>
            <a:pPr>
              <a:defRPr/>
            </a:pPr>
            <a:r>
              <a:rPr lang="en-US" sz="2300">
                <a:latin typeface="Inconsolata" panose="00000509000000000000" pitchFamily="49" charset="0"/>
              </a:rPr>
              <a:t>please LOC1, EUR, 0</a:t>
            </a:r>
          </a:p>
          <a:p>
            <a:pPr>
              <a:defRPr/>
            </a:pPr>
            <a:r>
              <a:rPr lang="pt-BR" sz="2300">
                <a:latin typeface="Inconsolata" panose="00000509000000000000" pitchFamily="49" charset="0"/>
              </a:rPr>
              <a:t>please USD, LOC1, 0</a:t>
            </a:r>
          </a:p>
          <a:p>
            <a:pPr>
              <a:defRPr/>
            </a:pPr>
            <a:r>
              <a:rPr lang="pt-BR" sz="2300">
                <a:latin typeface="Inconsolata" panose="00000509000000000000" pitchFamily="49" charset="0"/>
              </a:rPr>
              <a:t>please LOC2, JPY, 0</a:t>
            </a:r>
          </a:p>
          <a:p>
            <a:pPr>
              <a:defRPr/>
            </a:pPr>
            <a:r>
              <a:rPr lang="pt-BR" sz="2300">
                <a:latin typeface="Inconsolata" panose="00000509000000000000" pitchFamily="49" charset="0"/>
              </a:rPr>
              <a:t>please LOC2, LOC1, 3</a:t>
            </a:r>
          </a:p>
          <a:p>
            <a:pPr>
              <a:defRPr/>
            </a:pPr>
            <a:r>
              <a:rPr lang="pt-BR" sz="2300">
                <a:latin typeface="Inconsolata" panose="00000509000000000000" pitchFamily="49" charset="0"/>
              </a:rPr>
              <a:t>please USD, LOC2, 0</a:t>
            </a:r>
          </a:p>
          <a:p>
            <a:pPr>
              <a:defRPr/>
            </a:pPr>
            <a:r>
              <a:rPr lang="pt-BR" sz="2300">
                <a:latin typeface="Inconsolata" panose="00000509000000000000" pitchFamily="49" charset="0"/>
              </a:rPr>
              <a:t>please JPY, JPY, 0</a:t>
            </a:r>
          </a:p>
          <a:p>
            <a:pPr>
              <a:defRPr/>
            </a:pPr>
            <a:r>
              <a:rPr lang="pt-BR" sz="2300">
                <a:latin typeface="Inconsolata" panose="00000509000000000000" pitchFamily="49" charset="0"/>
              </a:rPr>
              <a:t>please LOC3, LOC3, 1</a:t>
            </a:r>
          </a:p>
          <a:p>
            <a:pPr>
              <a:defRPr/>
            </a:pPr>
            <a:r>
              <a:rPr lang="pt-BR" sz="2300">
                <a:latin typeface="Inconsolata" panose="00000509000000000000" pitchFamily="49" charset="0"/>
              </a:rPr>
              <a:t>please EUR, EUR, 0</a:t>
            </a:r>
          </a:p>
          <a:p>
            <a:pPr>
              <a:defRPr/>
            </a:pPr>
            <a:r>
              <a:rPr lang="pt-BR" sz="2300">
                <a:latin typeface="Inconsolata" panose="00000509000000000000" pitchFamily="49" charset="0"/>
              </a:rPr>
              <a:t>please LOC1, LOC1, 0</a:t>
            </a:r>
          </a:p>
          <a:p>
            <a:pPr>
              <a:defRPr/>
            </a:pPr>
            <a:r>
              <a:rPr lang="pt-BR" sz="2300">
                <a:latin typeface="Inconsolata" panose="00000509000000000000" pitchFamily="49" charset="0"/>
              </a:rPr>
              <a:t>please LOC2, LOC2, 0</a:t>
            </a:r>
            <a:endParaRPr lang="en-US" sz="2300">
              <a:latin typeface="Inconsolata" panose="00000509000000000000" pitchFamily="49" charset="0"/>
            </a:endParaRPr>
          </a:p>
        </p:txBody>
      </p:sp>
      <p:sp>
        <p:nvSpPr>
          <p:cNvPr id="6" name="TextBox 5">
            <a:extLst>
              <a:ext uri="{FF2B5EF4-FFF2-40B4-BE49-F238E27FC236}">
                <a16:creationId xmlns:a16="http://schemas.microsoft.com/office/drawing/2014/main" id="{FB0EFA55-2FD1-47A1-BD6B-FEE850DF6FA5}"/>
              </a:ext>
            </a:extLst>
          </p:cNvPr>
          <p:cNvSpPr txBox="1"/>
          <p:nvPr>
            <p:custDataLst>
              <p:tags r:id="rId5"/>
            </p:custDataLst>
          </p:nvPr>
        </p:nvSpPr>
        <p:spPr>
          <a:xfrm>
            <a:off x="4784066" y="4813012"/>
            <a:ext cx="4305300" cy="584775"/>
          </a:xfrm>
          <a:prstGeom prst="rect">
            <a:avLst/>
          </a:prstGeom>
          <a:noFill/>
        </p:spPr>
        <p:txBody>
          <a:bodyPr wrap="square" rtlCol="0">
            <a:spAutoFit/>
          </a:bodyPr>
          <a:lstStyle/>
          <a:p>
            <a:r>
              <a:rPr lang="en-US" sz="1600" b="1">
                <a:solidFill>
                  <a:schemeClr val="accent6">
                    <a:lumMod val="75000"/>
                  </a:schemeClr>
                </a:solidFill>
                <a:latin typeface="+mn-lt"/>
              </a:rPr>
              <a:t>if [JPY] &lt; [EUR]:</a:t>
            </a:r>
          </a:p>
          <a:p>
            <a:r>
              <a:rPr lang="en-US" sz="1600" b="1">
                <a:solidFill>
                  <a:schemeClr val="accent6">
                    <a:lumMod val="75000"/>
                  </a:schemeClr>
                </a:solidFill>
                <a:latin typeface="+mn-lt"/>
              </a:rPr>
              <a:t>    [USD] += [JPY] – [EUR]; [JPY] = 0;</a:t>
            </a:r>
          </a:p>
        </p:txBody>
      </p:sp>
      <p:sp>
        <p:nvSpPr>
          <p:cNvPr id="7" name="Left Brace 6">
            <a:extLst>
              <a:ext uri="{FF2B5EF4-FFF2-40B4-BE49-F238E27FC236}">
                <a16:creationId xmlns:a16="http://schemas.microsoft.com/office/drawing/2014/main" id="{80D2C291-D3E2-4029-8DF3-5F6A7E239747}"/>
              </a:ext>
            </a:extLst>
          </p:cNvPr>
          <p:cNvSpPr/>
          <p:nvPr>
            <p:custDataLst>
              <p:tags r:id="rId6"/>
            </p:custDataLst>
          </p:nvPr>
        </p:nvSpPr>
        <p:spPr>
          <a:xfrm flipH="1">
            <a:off x="3657600" y="4648200"/>
            <a:ext cx="1066800" cy="914400"/>
          </a:xfrm>
          <a:prstGeom prst="leftBrac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48253615-0063-4843-B784-B30F95D8FD15}"/>
              </a:ext>
            </a:extLst>
          </p:cNvPr>
          <p:cNvSpPr txBox="1"/>
          <p:nvPr>
            <p:custDataLst>
              <p:tags r:id="rId7"/>
            </p:custDataLst>
          </p:nvPr>
        </p:nvSpPr>
        <p:spPr>
          <a:xfrm>
            <a:off x="4784066" y="5511225"/>
            <a:ext cx="4305300" cy="584775"/>
          </a:xfrm>
          <a:prstGeom prst="rect">
            <a:avLst/>
          </a:prstGeom>
          <a:noFill/>
        </p:spPr>
        <p:txBody>
          <a:bodyPr wrap="square" rtlCol="0">
            <a:spAutoFit/>
          </a:bodyPr>
          <a:lstStyle/>
          <a:p>
            <a:r>
              <a:rPr lang="en-US" sz="1600" b="1">
                <a:solidFill>
                  <a:schemeClr val="accent6">
                    <a:lumMod val="75000"/>
                  </a:schemeClr>
                </a:solidFill>
                <a:latin typeface="+mn-lt"/>
              </a:rPr>
              <a:t>else:</a:t>
            </a:r>
          </a:p>
          <a:p>
            <a:r>
              <a:rPr lang="en-US" sz="1600" b="1">
                <a:solidFill>
                  <a:schemeClr val="accent6">
                    <a:lumMod val="75000"/>
                  </a:schemeClr>
                </a:solidFill>
                <a:latin typeface="+mn-lt"/>
              </a:rPr>
              <a:t>    [EUR] = 0;</a:t>
            </a:r>
          </a:p>
        </p:txBody>
      </p:sp>
      <p:sp>
        <p:nvSpPr>
          <p:cNvPr id="9" name="Left Brace 8">
            <a:extLst>
              <a:ext uri="{FF2B5EF4-FFF2-40B4-BE49-F238E27FC236}">
                <a16:creationId xmlns:a16="http://schemas.microsoft.com/office/drawing/2014/main" id="{6E864B87-6D96-427D-8139-0222B295C69C}"/>
              </a:ext>
            </a:extLst>
          </p:cNvPr>
          <p:cNvSpPr/>
          <p:nvPr>
            <p:custDataLst>
              <p:tags r:id="rId8"/>
            </p:custDataLst>
          </p:nvPr>
        </p:nvSpPr>
        <p:spPr>
          <a:xfrm flipH="1">
            <a:off x="3657600" y="5638800"/>
            <a:ext cx="1066800" cy="304800"/>
          </a:xfrm>
          <a:prstGeom prst="leftBrac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A1CD4F18-524E-4046-AB6E-DBA7090EA00A}"/>
              </a:ext>
            </a:extLst>
          </p:cNvPr>
          <p:cNvSpPr/>
          <p:nvPr>
            <p:custDataLst>
              <p:tags r:id="rId9"/>
            </p:custDataLst>
          </p:nvPr>
        </p:nvSpPr>
        <p:spPr>
          <a:xfrm flipH="1">
            <a:off x="3657600" y="3200400"/>
            <a:ext cx="1066800" cy="609600"/>
          </a:xfrm>
          <a:prstGeom prst="leftBrac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A3656381-7547-40AF-B6E7-8F2EE80CA9A7}"/>
              </a:ext>
            </a:extLst>
          </p:cNvPr>
          <p:cNvSpPr txBox="1"/>
          <p:nvPr>
            <p:custDataLst>
              <p:tags r:id="rId10"/>
            </p:custDataLst>
          </p:nvPr>
        </p:nvSpPr>
        <p:spPr>
          <a:xfrm>
            <a:off x="4784066" y="3319046"/>
            <a:ext cx="4305300" cy="338554"/>
          </a:xfrm>
          <a:prstGeom prst="rect">
            <a:avLst/>
          </a:prstGeom>
          <a:noFill/>
        </p:spPr>
        <p:txBody>
          <a:bodyPr wrap="square" rtlCol="0">
            <a:spAutoFit/>
          </a:bodyPr>
          <a:lstStyle/>
          <a:p>
            <a:r>
              <a:rPr lang="en-US" sz="1600" b="1">
                <a:solidFill>
                  <a:schemeClr val="accent6">
                    <a:lumMod val="75000"/>
                  </a:schemeClr>
                </a:solidFill>
                <a:latin typeface="+mn-lt"/>
              </a:rPr>
              <a:t>[USD] += [EUR];</a:t>
            </a:r>
          </a:p>
        </p:txBody>
      </p:sp>
      <p:sp>
        <p:nvSpPr>
          <p:cNvPr id="13" name="TextBox 12">
            <a:extLst>
              <a:ext uri="{FF2B5EF4-FFF2-40B4-BE49-F238E27FC236}">
                <a16:creationId xmlns:a16="http://schemas.microsoft.com/office/drawing/2014/main" id="{786D692E-D0AD-45D9-92BE-BECCDA80C115}"/>
              </a:ext>
            </a:extLst>
          </p:cNvPr>
          <p:cNvSpPr txBox="1"/>
          <p:nvPr>
            <p:custDataLst>
              <p:tags r:id="rId11"/>
            </p:custDataLst>
          </p:nvPr>
        </p:nvSpPr>
        <p:spPr>
          <a:xfrm>
            <a:off x="4784066" y="4191000"/>
            <a:ext cx="4305300" cy="338554"/>
          </a:xfrm>
          <a:prstGeom prst="rect">
            <a:avLst/>
          </a:prstGeom>
          <a:noFill/>
        </p:spPr>
        <p:txBody>
          <a:bodyPr wrap="square" rtlCol="0">
            <a:spAutoFit/>
          </a:bodyPr>
          <a:lstStyle/>
          <a:p>
            <a:r>
              <a:rPr lang="en-US" sz="1600" b="1">
                <a:solidFill>
                  <a:schemeClr val="accent6">
                    <a:lumMod val="75000"/>
                  </a:schemeClr>
                </a:solidFill>
                <a:latin typeface="+mn-lt"/>
              </a:rPr>
              <a:t>skip next if [JPY] ≥ [EUR]</a:t>
            </a:r>
          </a:p>
        </p:txBody>
      </p:sp>
      <p:sp>
        <p:nvSpPr>
          <p:cNvPr id="14" name="Left Brace 13">
            <a:extLst>
              <a:ext uri="{FF2B5EF4-FFF2-40B4-BE49-F238E27FC236}">
                <a16:creationId xmlns:a16="http://schemas.microsoft.com/office/drawing/2014/main" id="{0FDEB5AB-0AC6-44B5-A170-DA26365CA913}"/>
              </a:ext>
            </a:extLst>
          </p:cNvPr>
          <p:cNvSpPr/>
          <p:nvPr>
            <p:custDataLst>
              <p:tags r:id="rId12"/>
            </p:custDataLst>
          </p:nvPr>
        </p:nvSpPr>
        <p:spPr>
          <a:xfrm flipH="1">
            <a:off x="3657600" y="4242375"/>
            <a:ext cx="1066800" cy="304800"/>
          </a:xfrm>
          <a:prstGeom prst="leftBrac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922602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animBg="1"/>
      <p:bldP spid="11" grpId="0" animBg="1"/>
      <p:bldP spid="12" grpId="0"/>
      <p:bldP spid="13" grpId="0"/>
      <p:bldP spid="1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44781769-37DA-47FA-833E-BF6DEA420EAA}"/>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dirty="0"/>
              <a:t>Exercise Wrap-Up</a:t>
            </a:r>
          </a:p>
        </p:txBody>
      </p:sp>
      <p:sp>
        <p:nvSpPr>
          <p:cNvPr id="8195" name="Slide Number Placeholder 1">
            <a:extLst>
              <a:ext uri="{FF2B5EF4-FFF2-40B4-BE49-F238E27FC236}">
                <a16:creationId xmlns:a16="http://schemas.microsoft.com/office/drawing/2014/main" id="{13C1BB96-C69F-4FB9-8231-1B492C84BAF7}"/>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B0FCF8FD-E96B-45A2-80E4-6039EE53E21E}" type="slidenum">
              <a:rPr lang="en-US" altLang="en-US" sz="2400" smtClean="0"/>
              <a:pPr lvl="1">
                <a:spcBef>
                  <a:spcPct val="0"/>
                </a:spcBef>
                <a:buFontTx/>
                <a:buNone/>
              </a:pPr>
              <a:t>42</a:t>
            </a:fld>
            <a:endParaRPr lang="en-US" altLang="en-US" sz="2400"/>
          </a:p>
        </p:txBody>
      </p:sp>
      <p:sp>
        <p:nvSpPr>
          <p:cNvPr id="5" name="TextBox 4">
            <a:extLst>
              <a:ext uri="{FF2B5EF4-FFF2-40B4-BE49-F238E27FC236}">
                <a16:creationId xmlns:a16="http://schemas.microsoft.com/office/drawing/2014/main" id="{88E4B5F7-12FD-43F9-A275-6FEAB363A836}"/>
              </a:ext>
            </a:extLst>
          </p:cNvPr>
          <p:cNvSpPr txBox="1"/>
          <p:nvPr>
            <p:custDataLst>
              <p:tags r:id="rId4"/>
            </p:custDataLst>
          </p:nvPr>
        </p:nvSpPr>
        <p:spPr>
          <a:xfrm>
            <a:off x="609600" y="1414463"/>
            <a:ext cx="8458200" cy="5062537"/>
          </a:xfrm>
          <a:prstGeom prst="rect">
            <a:avLst/>
          </a:prstGeom>
          <a:noFill/>
        </p:spPr>
        <p:txBody>
          <a:bodyPr lIns="91440" tIns="45720" rIns="91440" bIns="45720" anchor="t"/>
          <a:lstStyle/>
          <a:p>
            <a:pPr>
              <a:defRPr/>
            </a:pPr>
            <a:r>
              <a:rPr lang="en-US" b="1" dirty="0">
                <a:latin typeface="+mn-lt"/>
              </a:rPr>
              <a:t>Takeaways:</a:t>
            </a:r>
          </a:p>
          <a:p>
            <a:pPr marL="342900" indent="-342900">
              <a:buFont typeface="Arial" panose="020B0604020202020204" pitchFamily="34" charset="0"/>
              <a:buChar char="•"/>
              <a:defRPr/>
            </a:pPr>
            <a:r>
              <a:rPr lang="en-US" dirty="0">
                <a:latin typeface="+mn-lt"/>
              </a:rPr>
              <a:t>That was painful; we need abstraction!</a:t>
            </a:r>
            <a:endParaRPr lang="en-US" dirty="0">
              <a:latin typeface="+mn-lt"/>
              <a:cs typeface="Calibri"/>
            </a:endParaRPr>
          </a:p>
          <a:p>
            <a:pPr marL="342900" indent="-342900">
              <a:buFont typeface="Arial" panose="020B0604020202020204" pitchFamily="34" charset="0"/>
              <a:buChar char="•"/>
              <a:defRPr/>
            </a:pPr>
            <a:r>
              <a:rPr lang="en-US" dirty="0">
                <a:latin typeface="+mn-lt"/>
              </a:rPr>
              <a:t>Small finite instruction set -&gt; Infinitely many possible programs</a:t>
            </a:r>
            <a:endParaRPr lang="en-US" dirty="0">
              <a:latin typeface="+mn-lt"/>
              <a:cs typeface="Calibri"/>
            </a:endParaRPr>
          </a:p>
          <a:p>
            <a:pPr marL="342900" indent="-342900">
              <a:buFont typeface="Arial" panose="020B0604020202020204" pitchFamily="34" charset="0"/>
              <a:buChar char="•"/>
              <a:defRPr/>
            </a:pPr>
            <a:r>
              <a:rPr lang="en-US" dirty="0">
                <a:latin typeface="+mn-lt"/>
              </a:rPr>
              <a:t>ISA building blocks:</a:t>
            </a:r>
            <a:endParaRPr lang="en-US" dirty="0">
              <a:latin typeface="+mn-lt"/>
              <a:cs typeface="Calibri"/>
            </a:endParaRPr>
          </a:p>
          <a:p>
            <a:pPr>
              <a:defRPr/>
            </a:pPr>
            <a:endParaRPr lang="en-US" sz="1800">
              <a:latin typeface="+mn-lt"/>
            </a:endParaRPr>
          </a:p>
          <a:p>
            <a:pPr>
              <a:defRPr/>
            </a:pPr>
            <a:r>
              <a:rPr lang="en-US" sz="2000" dirty="0">
                <a:latin typeface="Inconsolata"/>
                <a:ea typeface="Inconsolata"/>
              </a:rPr>
              <a:t>please LOC1, EUR, 0</a:t>
            </a:r>
          </a:p>
          <a:p>
            <a:pPr>
              <a:defRPr/>
            </a:pPr>
            <a:r>
              <a:rPr lang="pt-BR" sz="2000" dirty="0" err="1">
                <a:latin typeface="Inconsolata"/>
                <a:ea typeface="Inconsolata"/>
              </a:rPr>
              <a:t>please</a:t>
            </a:r>
            <a:r>
              <a:rPr lang="pt-BR" sz="2000" dirty="0">
                <a:latin typeface="Inconsolata"/>
                <a:ea typeface="Inconsolata"/>
              </a:rPr>
              <a:t> USD, LOC1, 0</a:t>
            </a:r>
          </a:p>
          <a:p>
            <a:pPr>
              <a:defRPr/>
            </a:pPr>
            <a:r>
              <a:rPr lang="pt-BR" sz="2000" dirty="0" err="1">
                <a:latin typeface="Inconsolata"/>
                <a:ea typeface="Inconsolata"/>
              </a:rPr>
              <a:t>please</a:t>
            </a:r>
            <a:r>
              <a:rPr lang="pt-BR" sz="2000" dirty="0">
                <a:latin typeface="Inconsolata"/>
                <a:ea typeface="Inconsolata"/>
              </a:rPr>
              <a:t> LOC2, JPY, 0</a:t>
            </a:r>
          </a:p>
          <a:p>
            <a:pPr>
              <a:defRPr/>
            </a:pPr>
            <a:r>
              <a:rPr lang="pt-BR" sz="2000" dirty="0" err="1">
                <a:latin typeface="Inconsolata"/>
                <a:ea typeface="Inconsolata"/>
              </a:rPr>
              <a:t>please</a:t>
            </a:r>
            <a:r>
              <a:rPr lang="pt-BR" sz="2000" dirty="0">
                <a:latin typeface="Inconsolata"/>
                <a:ea typeface="Inconsolata"/>
              </a:rPr>
              <a:t> LOC2, LOC1, 3</a:t>
            </a:r>
          </a:p>
          <a:p>
            <a:pPr>
              <a:defRPr/>
            </a:pPr>
            <a:r>
              <a:rPr lang="pt-BR" sz="2000" dirty="0" err="1">
                <a:latin typeface="Inconsolata"/>
                <a:ea typeface="Inconsolata"/>
              </a:rPr>
              <a:t>please</a:t>
            </a:r>
            <a:r>
              <a:rPr lang="pt-BR" sz="2000" dirty="0">
                <a:latin typeface="Inconsolata"/>
                <a:ea typeface="Inconsolata"/>
              </a:rPr>
              <a:t> USD, LOC2, 0</a:t>
            </a:r>
          </a:p>
          <a:p>
            <a:pPr>
              <a:defRPr/>
            </a:pPr>
            <a:r>
              <a:rPr lang="pt-BR" sz="2000" dirty="0" err="1">
                <a:latin typeface="Inconsolata"/>
                <a:ea typeface="Inconsolata"/>
              </a:rPr>
              <a:t>please</a:t>
            </a:r>
            <a:r>
              <a:rPr lang="pt-BR" sz="2000" dirty="0">
                <a:latin typeface="Inconsolata"/>
                <a:ea typeface="Inconsolata"/>
              </a:rPr>
              <a:t> JPY, JPY, 0</a:t>
            </a:r>
          </a:p>
          <a:p>
            <a:pPr>
              <a:defRPr/>
            </a:pPr>
            <a:r>
              <a:rPr lang="pt-BR" sz="2000" dirty="0" err="1">
                <a:latin typeface="Inconsolata"/>
                <a:ea typeface="Inconsolata"/>
              </a:rPr>
              <a:t>please</a:t>
            </a:r>
            <a:r>
              <a:rPr lang="pt-BR" sz="2000" dirty="0">
                <a:latin typeface="Inconsolata"/>
                <a:ea typeface="Inconsolata"/>
              </a:rPr>
              <a:t> LOC3, LOC3, 1</a:t>
            </a:r>
          </a:p>
          <a:p>
            <a:pPr>
              <a:defRPr/>
            </a:pPr>
            <a:r>
              <a:rPr lang="pt-BR" sz="2000" dirty="0" err="1">
                <a:latin typeface="Inconsolata"/>
                <a:ea typeface="Inconsolata"/>
              </a:rPr>
              <a:t>please</a:t>
            </a:r>
            <a:r>
              <a:rPr lang="pt-BR" sz="2000" dirty="0">
                <a:latin typeface="Inconsolata"/>
                <a:ea typeface="Inconsolata"/>
              </a:rPr>
              <a:t> EUR, EUR, 0</a:t>
            </a:r>
          </a:p>
          <a:p>
            <a:pPr>
              <a:defRPr/>
            </a:pPr>
            <a:r>
              <a:rPr lang="pt-BR" sz="2000" dirty="0" err="1">
                <a:latin typeface="Inconsolata"/>
                <a:ea typeface="Inconsolata"/>
              </a:rPr>
              <a:t>please</a:t>
            </a:r>
            <a:r>
              <a:rPr lang="pt-BR" sz="2000" dirty="0">
                <a:latin typeface="Inconsolata"/>
                <a:ea typeface="Inconsolata"/>
              </a:rPr>
              <a:t> LOC1, LOC1, 0</a:t>
            </a:r>
          </a:p>
          <a:p>
            <a:pPr>
              <a:defRPr/>
            </a:pPr>
            <a:r>
              <a:rPr lang="pt-BR" sz="2000" dirty="0" err="1">
                <a:latin typeface="Inconsolata"/>
                <a:ea typeface="Inconsolata"/>
              </a:rPr>
              <a:t>please</a:t>
            </a:r>
            <a:r>
              <a:rPr lang="pt-BR" sz="2000" dirty="0">
                <a:latin typeface="Inconsolata"/>
                <a:ea typeface="Inconsolata"/>
              </a:rPr>
              <a:t> LOC2, LOC2, 0</a:t>
            </a:r>
            <a:endParaRPr lang="en-US" sz="2000" dirty="0">
              <a:latin typeface="Inconsolata"/>
              <a:ea typeface="Inconsolata"/>
            </a:endParaRPr>
          </a:p>
        </p:txBody>
      </p:sp>
      <p:sp>
        <p:nvSpPr>
          <p:cNvPr id="6" name="TextBox 5">
            <a:extLst>
              <a:ext uri="{FF2B5EF4-FFF2-40B4-BE49-F238E27FC236}">
                <a16:creationId xmlns:a16="http://schemas.microsoft.com/office/drawing/2014/main" id="{915B813C-D847-403C-9FBB-D16E408FCCD7}"/>
              </a:ext>
            </a:extLst>
          </p:cNvPr>
          <p:cNvSpPr txBox="1"/>
          <p:nvPr>
            <p:custDataLst>
              <p:tags r:id="rId5"/>
            </p:custDataLst>
          </p:nvPr>
        </p:nvSpPr>
        <p:spPr>
          <a:xfrm>
            <a:off x="3276600" y="2862501"/>
            <a:ext cx="1240766" cy="338554"/>
          </a:xfrm>
          <a:prstGeom prst="rect">
            <a:avLst/>
          </a:prstGeom>
          <a:noFill/>
        </p:spPr>
        <p:txBody>
          <a:bodyPr wrap="square" rtlCol="0">
            <a:spAutoFit/>
          </a:bodyPr>
          <a:lstStyle/>
          <a:p>
            <a:pPr algn="ctr"/>
            <a:r>
              <a:rPr lang="en-US" sz="1600" b="1">
                <a:solidFill>
                  <a:schemeClr val="accent6">
                    <a:lumMod val="75000"/>
                  </a:schemeClr>
                </a:solidFill>
                <a:latin typeface="+mn-lt"/>
              </a:rPr>
              <a:t>registers</a:t>
            </a:r>
          </a:p>
        </p:txBody>
      </p:sp>
      <p:sp>
        <p:nvSpPr>
          <p:cNvPr id="7" name="TextBox 6">
            <a:extLst>
              <a:ext uri="{FF2B5EF4-FFF2-40B4-BE49-F238E27FC236}">
                <a16:creationId xmlns:a16="http://schemas.microsoft.com/office/drawing/2014/main" id="{C932E12B-8CA5-4A7B-85E6-CC1A90D760EF}"/>
              </a:ext>
            </a:extLst>
          </p:cNvPr>
          <p:cNvSpPr txBox="1"/>
          <p:nvPr>
            <p:custDataLst>
              <p:tags r:id="rId6"/>
            </p:custDataLst>
          </p:nvPr>
        </p:nvSpPr>
        <p:spPr>
          <a:xfrm>
            <a:off x="3896983" y="3402590"/>
            <a:ext cx="1240766" cy="338554"/>
          </a:xfrm>
          <a:prstGeom prst="rect">
            <a:avLst/>
          </a:prstGeom>
          <a:noFill/>
        </p:spPr>
        <p:txBody>
          <a:bodyPr wrap="square" rtlCol="0">
            <a:spAutoFit/>
          </a:bodyPr>
          <a:lstStyle/>
          <a:p>
            <a:pPr algn="ctr"/>
            <a:r>
              <a:rPr lang="en-US" sz="1600" b="1">
                <a:solidFill>
                  <a:schemeClr val="accent6">
                    <a:lumMod val="75000"/>
                  </a:schemeClr>
                </a:solidFill>
                <a:latin typeface="+mn-lt"/>
              </a:rPr>
              <a:t>arithmetic</a:t>
            </a:r>
          </a:p>
        </p:txBody>
      </p:sp>
      <p:sp>
        <p:nvSpPr>
          <p:cNvPr id="8" name="TextBox 7">
            <a:extLst>
              <a:ext uri="{FF2B5EF4-FFF2-40B4-BE49-F238E27FC236}">
                <a16:creationId xmlns:a16="http://schemas.microsoft.com/office/drawing/2014/main" id="{D8E0DF3A-AE30-482A-9A6A-DEF25BD4A347}"/>
              </a:ext>
            </a:extLst>
          </p:cNvPr>
          <p:cNvSpPr txBox="1"/>
          <p:nvPr>
            <p:custDataLst>
              <p:tags r:id="rId7"/>
            </p:custDataLst>
          </p:nvPr>
        </p:nvSpPr>
        <p:spPr>
          <a:xfrm>
            <a:off x="4114800" y="4218642"/>
            <a:ext cx="2286000" cy="338554"/>
          </a:xfrm>
          <a:prstGeom prst="rect">
            <a:avLst/>
          </a:prstGeom>
          <a:noFill/>
        </p:spPr>
        <p:txBody>
          <a:bodyPr wrap="square" rtlCol="0">
            <a:spAutoFit/>
          </a:bodyPr>
          <a:lstStyle/>
          <a:p>
            <a:pPr algn="ctr"/>
            <a:r>
              <a:rPr lang="en-US" sz="1600" b="1">
                <a:solidFill>
                  <a:schemeClr val="accent6">
                    <a:lumMod val="75000"/>
                  </a:schemeClr>
                </a:solidFill>
                <a:latin typeface="+mn-lt"/>
              </a:rPr>
              <a:t>conditional branches</a:t>
            </a:r>
          </a:p>
        </p:txBody>
      </p:sp>
      <p:sp>
        <p:nvSpPr>
          <p:cNvPr id="9" name="TextBox 8">
            <a:extLst>
              <a:ext uri="{FF2B5EF4-FFF2-40B4-BE49-F238E27FC236}">
                <a16:creationId xmlns:a16="http://schemas.microsoft.com/office/drawing/2014/main" id="{A9D0E267-4F48-4EA4-9696-0EFFAE9BFD9A}"/>
              </a:ext>
            </a:extLst>
          </p:cNvPr>
          <p:cNvSpPr txBox="1"/>
          <p:nvPr>
            <p:custDataLst>
              <p:tags r:id="rId8"/>
            </p:custDataLst>
          </p:nvPr>
        </p:nvSpPr>
        <p:spPr>
          <a:xfrm>
            <a:off x="4191000" y="5424768"/>
            <a:ext cx="2286000" cy="338554"/>
          </a:xfrm>
          <a:prstGeom prst="rect">
            <a:avLst/>
          </a:prstGeom>
          <a:noFill/>
        </p:spPr>
        <p:txBody>
          <a:bodyPr wrap="square" rtlCol="0">
            <a:spAutoFit/>
          </a:bodyPr>
          <a:lstStyle/>
          <a:p>
            <a:pPr algn="ctr"/>
            <a:r>
              <a:rPr lang="en-US" sz="1600" b="1">
                <a:solidFill>
                  <a:schemeClr val="accent6">
                    <a:lumMod val="75000"/>
                  </a:schemeClr>
                </a:solidFill>
                <a:latin typeface="+mn-lt"/>
              </a:rPr>
              <a:t>unconditional jumps</a:t>
            </a:r>
          </a:p>
        </p:txBody>
      </p:sp>
      <p:sp>
        <p:nvSpPr>
          <p:cNvPr id="2" name="Oval 1">
            <a:extLst>
              <a:ext uri="{FF2B5EF4-FFF2-40B4-BE49-F238E27FC236}">
                <a16:creationId xmlns:a16="http://schemas.microsoft.com/office/drawing/2014/main" id="{C9461A8A-7348-4703-9DC1-77E2D1A6E1DE}"/>
              </a:ext>
            </a:extLst>
          </p:cNvPr>
          <p:cNvSpPr/>
          <p:nvPr>
            <p:custDataLst>
              <p:tags r:id="rId9"/>
            </p:custDataLst>
          </p:nvPr>
        </p:nvSpPr>
        <p:spPr>
          <a:xfrm>
            <a:off x="2209800" y="3124200"/>
            <a:ext cx="685800" cy="45720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69F45E3-EFA5-4B8B-8D8C-B258651B241A}"/>
              </a:ext>
            </a:extLst>
          </p:cNvPr>
          <p:cNvSpPr/>
          <p:nvPr>
            <p:custDataLst>
              <p:tags r:id="rId10"/>
            </p:custDataLst>
          </p:nvPr>
        </p:nvSpPr>
        <p:spPr>
          <a:xfrm>
            <a:off x="1461459" y="3124200"/>
            <a:ext cx="685800" cy="45720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2D9EB496-9F90-43D5-A84A-5FBD5A6481F7}"/>
              </a:ext>
            </a:extLst>
          </p:cNvPr>
          <p:cNvCxnSpPr/>
          <p:nvPr/>
        </p:nvCxnSpPr>
        <p:spPr>
          <a:xfrm flipH="1">
            <a:off x="2895600" y="3112571"/>
            <a:ext cx="609600" cy="135523"/>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867570-8B94-46AB-AC88-896C5E68068C}"/>
              </a:ext>
            </a:extLst>
          </p:cNvPr>
          <p:cNvCxnSpPr>
            <a:cxnSpLocks/>
          </p:cNvCxnSpPr>
          <p:nvPr/>
        </p:nvCxnSpPr>
        <p:spPr>
          <a:xfrm flipH="1">
            <a:off x="3173802" y="3609907"/>
            <a:ext cx="864798" cy="47039"/>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6A23A3F-A07C-4DDE-B320-C51987A1B090}"/>
              </a:ext>
            </a:extLst>
          </p:cNvPr>
          <p:cNvCxnSpPr>
            <a:cxnSpLocks/>
          </p:cNvCxnSpPr>
          <p:nvPr/>
        </p:nvCxnSpPr>
        <p:spPr>
          <a:xfrm flipH="1" flipV="1">
            <a:off x="3282351" y="4302729"/>
            <a:ext cx="1061049" cy="85190"/>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1EE6D21-6655-42D7-9333-58FCC9D7F3E0}"/>
              </a:ext>
            </a:extLst>
          </p:cNvPr>
          <p:cNvCxnSpPr>
            <a:cxnSpLocks/>
          </p:cNvCxnSpPr>
          <p:nvPr/>
        </p:nvCxnSpPr>
        <p:spPr>
          <a:xfrm flipH="1" flipV="1">
            <a:off x="3276601" y="5249656"/>
            <a:ext cx="1142999" cy="309485"/>
          </a:xfrm>
          <a:prstGeom prst="lin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2337787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2" grpId="0" animBg="1"/>
      <p:bldP spid="10"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0PHOTO" val="/9j/4AAQSkZJRgABAQAAAQABAAD/2wBDAAMCAgMCAgMDAwMEAwMEBQgFBQQEBQoHBwYIDAoMDAsKCwsNDhIQDQ4RDgsLEBYQERMUFRUVDA8XGBYUGBIUFRT/2wBDAQMEBAUEBQkFBQkUDQsNFBQUFBQUFBQUFBQUFBQUFBQUFBQUFBQUFBQUFBQUFBQUFBQUFBQUFBQUFBQUFBQUFBT/wAARCAIcAt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7+1j4ReH5rF5fJX5juO3+L0Fbnw2tE0bTW01P9XGxwFHyr7V5L8K/7Xm0G3e91Oa4R5Nmxn3Mi/w19AaTpsWnWqogyepb1raU/aU1Oe54OFjGVTnpqxPeXgtNnyZLnFeUeM/itcW+oJp8WmPcROdp216BrHimz0/ahBlmJKoqjvXnkzy31ndanFb/ALxCYk3Dr6100Kd1eSNcXWe0JHh/jDVNUk1u3jspZNLvJptv3/lRTV3Vv2gNe8G+RbyE6ikLrE/mD72Pvc0W3gvWPGXi+YXtobWCENKG/vt/D81buq/B231a6s9PjO1UTfPcv8zbs9K5pwdSo4c1mefSrzirrUseEv2nodYkZLi0ljnx8i9VFb1z8YNLvrpftSnZGdyK4+UN/FT9F+CejeG9OuJfLQu53bvvNtFeY6l4dt21W6Dnyok3YVv4m/u14+Po4igualU0e7Ov6zOa5JwO+1bx1B42LNpgCMCuWX5VFY/i7xhf+HfCywABcIdm3+GsOLTX8L6VElsNrzhXKr97dWD4r1C51LSFt3cyz8pXxGYYt+2UajvYak7Nog+GOzWtbutR1C8L28cO10kPzOT2pPEXjK5h11rKwf8A0cvtRcfKhrnfBvgvUbzUlt4pCiMfnbOFr6K8DfCPSbfSpbm7jWe6++JHryliFOrySY6cJzWiOb+FHjI2c1xaamdrRjejN918V6npPiC08VahJaRz7uRll+6f92vC9a1jSNJ17VI8hbhCqx7h8uP4q5Ww+JV74XuWktRv8uRpUb3r7bCVKGBgpzd7mTqy+Fo+hPiV4V0S3tJZbny3YJvG49a+eL3xBZ+G71p7IhHSQsisPu12Fh4ybx55N7qO/wApDu8jPysf7tcf428ByXV+l24Ig+87L/F7Vx5rmlCpC0Vqa06fInUSNnT/AI7XNxo91aXeEVQvkr/DVzwd4ue+tLjUzc75Rud29P7tc74d+C2seK0aSK38i3H8cny7qval8H9X8C2TmKcP5o/eL/CtfP0M5hOmqfPqaKM7OUiPQ/jIdF8YSz3pF1BE+4L93/eNe56V8dvC3jy0/s+KVElYbTHKu1a+S7jR4LF55LwiW4c/eb7uKw7yaS1fzbKJ1wRnYP4a9L+1sSocsJ6mNN8nTQ9R+PHhPRrMNcaYg25/1qnqa8B+yoq+YRtX+7Xu13Y3njLQopGieCBtiFWrlPiX4Pt9HtoordDuB5VR0X/ergqxqzXPN6sHNX9xHAaTfRQzqZ3LIOtdYPK1CyWWKQMuNu7/ANlrz+a3H2koPu4qaC+ns4zAjnYxry5UX7TcV1b3jtdStZf7Jzn7ybgtcx4es57ifyQP3sj7Bur0Xwpp416wgttyM0hCbpOxNa3jr4YwfD1be8t7sy3SSc/3c/7NNx5oPktdD5WvQ60eA/DHhfwHEj+VPqkyfvJ5fvbv9la8V1/S7TTbVktiGc/3a6nxY0+taJFdxPsn2c7T0NefaHqUUetpFeuXcdN/8VOi62IwynU3RpKMFsc5fyS2NmyzxlGP3GastNNSazaffuavYviHo9vrWmrLFEETAavHRZvC7RoTtp0f4d0YN62ZjDzIZdmO9bulsFmQuKIdN3TLIcbR822rHlhpckfKvSuqTU1ylU0M1WQNdRH+BTu21YudQ84LGmQv161JF4fn1S2e4BHyjhcd6qeH7P7RrqW92+yDPztWVWMLWvsN3vymfewi33Fz1rl76Q+d+7+Zc/w1638XtH0XR9LgSwIe4crhlfdury+y09/NXelduGtGlzy6lcnsy/o115ePMTbXS2dwJGby/Ws1NHfyt+NtWtN024tYpJHfap6LXJVnB9SeddjsPB3i6SzvZbOeTCt8yf7VT6hqFt9vcxY+avPr2QtJ5kQ+YVHBrEkkyxn5al02qfPEqXvpM7e5UeU0mRurnLqSRrnCdKE1oK8cbuGzWpa+VI/bcayWmsjBe7qSeF9DGqarFHJ/ql+d/pVvxjqH9oaiqRjy7eP5EVewrU0NRa6XqE6fK7BUDYrmdSZI/wB9ktjr/tV95klJQw/P3PUoLTmPcf2afg/B481L+3dViEuh6Q/+j2rD5bi467m9Qv8AOq/x++Bfjn4rfEv7RZacbrTUjEVu0rqkUP8Ae60vwL/aS0bwH4O/sa9fyLi3lkl2yD5XDncpX+VWvHX7Y2o6hFPb6Ii2cC/KZ2Ta/wDwFa+wo4unTpuE4XKlSnOd07FLSv2SfDng2za48a+LLaydF/eW1j8zf99HmqWofEr4ZfCe28nwX4bgv9R+7/aeppvb67TXzr45+KmoeJLzypLiS4lL7pJWJZm/vVyU95c6g7GR/v8Azdfu1g8bV+Gn7q8l+u5aoR+27ns/jP8Aaa8W69D5cmsy2tu//LCz/dKF/CvHtQ8ZXt9Mxlu7iVnP3nkLbqwb6QqzENu/8e4rNeZ1PI+50rj5eb3mdPwq0TXe6NxMrud3/s1VL+6SRGI+bJ/irMe8MKMOdzVDNeCTaBjdWiJJXjLbsFQv1qs/7sqM/wDstJ9oLL/tLQ/77aSfm/u1RIsUhjduN341IlxuXLjcv95qq7jsb+Gm7tqY/iosA65xI2R83+zWZdQsr5AO3NaAkHTPzL822lMImXuynrQitzOjby2UfeWtG0kMm7BCt2qCePay5Hy0yGby5Fxjr6VLA1jD5cWSPvH7tVXZ9/y+v3attJuRQ/3qqSsI5OfvVVymUNYkntZIOflzuroYtSkvNAlB+ZlIxWReeXJNBHIflztreW1gt9JXy/vM4/nUtEoq6trG2NYJFDM5X5q0pVRbZQT8uysbWrcfb4xn5t6/7VdLeeWsEXIZsfxVlJWKRjXTPIjD722m28hjC/7QqxPjdkDatUoph9pxjcq0blIuJmRGJ+9TXZ2Vc/NT4ZAxYYHzVctrHjk07BcoJvZsfw1chtyz5J3NWhDp4YdetElmIXTBpKwMoSQpI+xhVcW5U5Ga0tqW7t/ExFImxl6fMKr2ljPluVjm3HANAuD5y5H/AAGrMuxpVORuqneYjlz/AAiqT5ibWNKCRPNZ3/75qUyDYuH+aueW8DMyklanjuvl4p2kBspMWOP4qtDUnsZEfO3cPmrJt5HxvOd3an3FxukT+8laohnb+G/EFzDqyo5/cMNor6R+H/jb7LdNZO/yXUe36PXzDolwG2AKE43Cu8g1x7PVbKVH27SGNY4mjCvQnB9Tna+yfWWkzW2mlbm5KpsbcGf+KurXxRbeLrNERNsCHcJFHWuC1KaDxF4X05Yvma5RMbf4T/Fur1H4Y+F5F0IQmBJUP8P8Nfj8sO8NKUTJXu4HbeGbe20vQXlij81iP++jXj3jPxZLay36SRhGl+5t/hX1r37wpoZhgaKWPYv3dteY/tIeFbTS/DX9oWtuftKuF+Vc7h712rLvrlFSqIrEJwhzrY+Y7jxVeNdPBFPKm47Dzt3VrpC+n6dayqTKxkbfxXHrHcX2qS3IiZWZ+a9H8J5WJY7mJnVflKsPl5rGrKFGFpo5KfvnH6z401ixvJJI/MXjj+7XN395PrjS3M5dp267q7fx1q1ja2vlxIHff91vvV5/YXUu64lkTasp4X0WjDcjXNThYid72bPp+w1S98K+Veh9/wBpHMC/d/2Wr1Tw/wDHKO8t/s8unzLOkeSyj5a8f0TTdRh0RZ5g9xLKGwta3hf4keH9Ltr2zuMW+rsFiKyr91K+2wFfFzj++dl07AqnI/3Z2Ok/ESLxZ41srO2tzucPE7N/AP4mrofEfi628BvBa3FuZbfzNy+X97b9K8mTx1o/hu5l1HTzHvf5Qv8AFWDr3jq48WQvqEp3YG0KvzMKyjxJU554drVdQ5WlzdT3Oz+JmhTW7vFhGb5z5g2t9K4jV/jBpNrfu8T+VK2U/wBmvOvD14PEFs8BGxkRlk3fLXm3izTza6lOEcSKK8aeZ4jEVHOcrWLlJxhsfc3gi8s/FnhuK581ZX8vaXU1xHjfSdGs5pdhijYFcbu+PvGvnP4afFDX/AML2xINhId/lPXUXnjSTxoGnkR4ogOeetfTyzZfVfe3Ic1NLTU6a8uBeJcXCEeVnlq5dLeO6R7wOFRDsjX1Yfeaqmv61BY+H4IoJ90uDls1kmz1xbG1Edu32d/m/wCA/wB6vkIYb2ydSnC7Bzs7NmDq3xGvPDd9vg/0eVHLhq7SH9q62k0b7OCyXTIq/KPut/FXjnxFs3uLl4kwzoPnbNcVoVulneedIm7Z/FXBPCK/tGveLjXcdEz1e88US6xqPn3CE7yW+b71eg/C/wAA3Pi+eaVbUywAf62QfIK8/wDC9rba0Fkkwmz9a+sPhX4ktdJ0ZdNFqIooRu8xff1rWVOvXp8sSqSg5++eeeIvA58J27eWfKwNxVflqCz8YW+raZEbqMKsfyv/ALRFWPi746i1K/e2gO5c8qtebQ6fc6TOj6h8lq5L7M/Nk/3q+eWHnblqt6G8qtpNQ2PX9J+O1pbwvaRRCJk6Ow+XFaPjTxlBq3hL7WHTe6biteQ3nh2JoDe+aFz0Rfu1ka9q066UtlHIZcdf7tN4aNqUaKtZ/eae2fI1IxJriDULxnnO9vu7a6yLS7K38PJI6B5cnCr/AHa4nQbWOQuZT+9zxurrBod6tpKI3JixtLN93n+GvVc1Gp7zOSPvI6H/AIWlpdnYRRoAkiAb42Hf+8tcB4s1i78UXPmWyM0CDad1czquh3C6hvz+6zy3tXqfwy0MeKrpLKOMpa45fH3sLTalOa5W2iOdtcsUeFajpM8d1yDVCSPyXVPvMTX0F8S/AsHh+42bCu4feryi/wDCZZ1uI0L7TurH2s4VuWRm9VaRe8LLJb6NPcGco6P8kedrL/tVTbxNrfia9/0+WS4gi+VNx6CsC71yWxv1gkQ7c8rXTaJJd69eRWlkm7d/DjpXVKDelilK270NnTdWtoZ0guxvtzt8xa5/4jXGjW+tWstoI2iB3F0HauwuvhjqFvcwJJ83nHbuxR4l+HNho+mvPeg7gPlWT5Vrlpuph/d6M1Um1sJ4J1zT/Fn+j3Dr5USenzf981R8T+B9L86ecYVUHpt3V5zpOsW2l6k8sT7FEnG2u3S8uPG1ottZIW2hlMmepqIVXCp7OC0KcVNXsM0HwLptxYXFxv8ANcDcOflrl5fCbrfzjI2/eC4r1j4dWthoIbT9SIiukB/1n3X/AOBVl+IptI0/X/MgePyB1RTurKUqilPleocqseTX0l5ocrxIG8pv7v3azFje43yx5Vv71e0QyaH4ivnjcKzAcbh8tcr450m30OCU2aBVPRU7U6GJjO0ZrUnl0PFPEN5JbzZdjKwPrV/RbgXDpv6/LWBrVrPNK0hGVya6bwdo/wBstvPct8vy19NVjCNBGklHkvc7Ky+z3EyRudiY/wC+qpa/cRQv5Fs+5VHO2tA2MDWSxoPnPy1my6GNNiaSQuzE185TkpXi1qYXMuGHcrc/NtrGvLUw3DOHCtWpbTOszySfKmK4bW/ERm1cxxv8lexhKVSo2jVRvodZHpJkeJ/N3NmvVvBHgM60iyNOF215j4S0+TUkQJJuP3tzfw12Fhqmr+G75Ut7spkr8v8ADWOK5r8kHqieXvsdv4q0f/hF9JuI5CGyNw/2a8nv7xJEwx3LjdXZ/E/Xp75bezaTdLsVZPrXnGprKp2AbkUc8V+g4Ck6OEgpb2PSpJJF8SQrZrII90v3dzDvVe7a3t3fp8ibnkz8zMaqpfRxta+edsX/ALNWDq/iC2hRzJ999z/L3/hWu1Ns6irMsE1zcbECRBvk2/3qydUmRU2L/umm2uoD7O2M7X+Y1i3khmkzks2dxXFaWILDtuizj/Z24qm6lpHcMVbG3pTvtDtGqAfL/tUyS48xV/75q0gK0kfYYbn72aqv+8lYgDcP7tXDlguMVXjj28khmq0SRhdq8/L/ALVSFQ3IxxT2USBRgdaJWCp0P+9QBXlUbFA++tRPnd90dammYK7D+GmXClefvcbhQBT3PvxkfL096uWkhzz92oltX+Xncy/3aGt3XoSrEbaALhVJh2/3qoTRmOZiB8tTRKVX+96bqkdfMDZAVlosA21uOfn/AN2rFxD5iLztrMeQxv02/wC9V22uvtXGfmUVNrBcy7/zFuU4+WuktW/4l9qj5XdIvzVjXMPnX8SEfc963ZpPksgvaYYoZRHqSyfbInA/5aVrXjeYFHDNjhlrGutQFxeoD97fU95eCP8AjG7tSeoIju7gr+7BqrAw+0NjDcfdqo915jMc9/WrVmu1lJ+7n5qq1kFzRhj2tz95q0LWYrgfxf3qoSXSKrAfeXpT0uEVFyQp/uqaltAjV+1PuznbUM106xdSxqp9s75+Zacbob/3gG2si7kb3z7sZ+7Tkvgow4O7+9VOa4DOxHyrUHmbuMht1Xa5FzTW4SSZjn5abIwuCxB+Ws7aVPFSIzquM0JWBsfLGFXHKsKfb/M23FAk3bc/w1JFNGrZrW5JdjkMafNmmeW8kjn+HH8VBvBu5+Zalivo/M6bam5LJodSuWsleMFfLO0stdZZ6pPNc25yWUqGrnNAvIo1ngIDK/8AFXZ6bbwSXCxoflXDCuhcljFrU+jvBl5croek3ETlGxt219L/AA28S3MVvAjINuPu18n+CdaS1uLLT5T+6fav+61fTnhKN7e0tdkbs2f4fuivzXiGm6M+aPUiCtO7PaZdTaBI5d4jjP32/u1P4j0mHxJ4eng2LPvT5N3rXmPxS1C8h8K/aYt0DIBlPu7qboPxutbbwrDHbW73uoBNiop4J9TXm5Vi5X5amx1TnCV4M8K+INrZ+F7t0jgCT72V1UfLXPQeLnkaJEgO7/a/irr/AIkahL4ia1tLy1e3laRnd2H3mPaufsvB91G6ypHugjP+s/u1tiMK6s/dR42sfhOM8W6fGrrJGwe4kP3V/hrPm0u4sbdHniKKRxXW675cPiZS8e1EH3f9qq/jTxF/wklza2VnBtSMBXf1auekpwnyEyjzK57P8CPiVpeqXMul6jcLBePB+7jlPyDPLbWrl/i9p+naP4vW806NbjA/fbf/AGavnKeG90W/ie3uJIn/ALyntWrbeMtVulnsrjN4shDbmPzACvpsJmSdD2FT4SHZq8tz3ObwfZ6xp32sZZmhD7s/Kua5G9szo/zwSOzZ+5Vrw78QINN8GRWUmZX37vlf5gvpXOT+KDcagy7N8bE7K8nFyhUt7J3ZahYWDxdeaKjuhKM5+9Vzw3NF4q1N472cIiRtLIudrOw/hqg/h258UalDYWEReRxvLL/OuZ8T+H7/AMJ6vslkKS/wNGetcywNeFF1pQ06kOqr2O4la2k8QPHOPKTG4Ln5UWvaPBnw3tfFmgS3FvJtRBwsfevl2PUp7qRTId0znlv4jXs3wx+I2qfD8T2jJvguk2GJj0/2vrXq4GtBzTnC8EPlTMzxP8P9R0e8uZHLNawybU3fxVvav8VjcaK8BtPKlEKRFlPotavjzUNZ1LREnNoI4iDsX+LH96vGZoZ2llEpO3H3WrvxHtKFTmwekWYqy+IwdTuri8uZ7jG5X+Ur7Vr+DPAtx4inXzI9iS/cb+I1XkmMNm0ZgOzdu8z+ldn8NPG08dmtlHEGuIZN0Lt/dx8y/SssFTg6377dhe/UzfE2h3ei3cUFtHsVAMLn7lek/DbxZc3Wif2dLKr3DSFS0h24X/a9a419P1/xdq8/9n2xltRl5JcfKv8AwKq83hHVNPC3JcxOfmDL3rrrYfE4eq54aGgRnG9pHrl78O7C3lt5/tf2q6kfc8uflUCuc8TW6X2qrFOA0S/fZW6mqtpcPpemQZuJZ7xxueSU1qQaTFqFpAbi4G93/hPypXwOZVq3OueNjvp2t7pLq+gm+0TFs+y3UbRGv3lxXDadpJWaWIRySn7odh8q19MW/hey0/wci7DLEse52zu31wbzW2sTqLC3EFrCdsjY25/2VrzcJKc4OT1saV4WaPEm8Ny/bW3kwL2/h+WvQbK3kh8PeVKdiY3BXPzN/tVF8UvC89rZJeW5dMfxN/DWn4JWPxBZWscj/aGKc/3mNdlGtTrwbepi1KnOx54+jjVNTisEICOdu5q+pvhT4R0rw34ehFvEhIj+96n+KvBvHnhW/wDDt59tgt2RIzy2PlWvTvhR8UrS40S3glx9oT5a93DSjQUXPRMKVnLXc5b476LezTvfmApbr0X+KvP/AIc/YtQu2+24WIg/K396vpPx7NB4k0SVI0DSt8o29hXgl98O7jw/M9w0pVUfa6r2r0MXl9LFU/b4J7bnPO8almeVfGTw7bWuovd2aBUxur2X9n7wHpml+CYtb1OVf7RmBmCf3B/CK878bQjVrZ7aMfKPl/vVxGgeLtU0GePT3vZmgQ8JmvAWInCNl0No2vc9w+IXxEFnqiSpFwh3fN8teUfF74qQeKrVLOzBiyBvXP3al8d6hJqmmCSON0dvevJYbWeF/Nkikbn+IVz0J+1vUX3FOo0Wbbw3d3mx0TYhH3m/ir1HwHoOq6HNiN42U/NtkFcLD4kuNqDbtYf3a9E8NeILm6th1bn0+7XDVrVIPmqKwRS3udNd+A7zUna7e4CNs+6qV5d4k8F3VreOZZXbnaGWvS4bjWbW4S4FzLtb+DPG2tDxzp8WoaXE8YC3EmO/Q06VaM5eYNaHgkkN/oJ81CNyn7uapeIfEV7qFl+/TaoFdr4r8P3dnbKZZFZv9muF1y8itdNZJB8xr3MPCDtJq7Muez5Dhn1BLiRoyOp217d4a0/SrXw8nliPe0Y+XP8AFXi8FnHdSeag78ba9H8LzRrAnmncyHlfu/LRmCvbkNVYualMY7pjHAdn3t2Ky7rUBqBx/D92vo+wvvB9v8N2ln+zLeeWzSI4+dm2/Kq180jyI7xi52IT92qlRgqSlB6swdNoxte0+WSyYW4Kt/s1peD/AIJ/2hp3n3Cb7hxuLMfu11Wh28eoXkT29tJcQIf3jINy10ereLv7LuYI7SNF2dVZNtYzqYinBRi7LqbxlpY82/4RnUfB+pLBGPlb3rqfD3hu71S/S4uzuVDvdmPpVDxV4mk1C8S42R7h1211fhnWIY7V7hyqxLH613UksRWp+zQKPP1OW1KxkvtVllKbuT26VnX+npHB5ONzbtxZqn8T/ESC1R47a2klbLf6sfM1clpeva54gu2ij06TdI+0M/8ACtfpDVo8p6kEOv8AQZL5mlEbskSHYuPvOa8/13wneLeJk7WPyxqx/hFezXmj6nZ6c0YktVuPmxuk6V5Br1n4phnur1Nk8XzIm07mNCNTOGivbyoJCd33StIujvIzOW/2RzXOHxBrNu7G4tpl3Hd80ZqW28UXilTJBJ1+9jpT5ZDujfm0Exqzkou0VlTaHIsuNnv81Qf8JNcbWJSRlY/eZd1SjxUGZi8bq4GArU1dbiZSexnhlU4K1F5cnV/vfd+YVafxFFIjSSg7vpVV9ct2ddg3LVGdgmjOc5G6oCu7oT83WifVIvNYH7v96mjUoFlVgw20yhhjdnzg7e+41OIyxzgNj5RUUeuW7SvuI+X9agTXIvnyQv8AFSA1IYzu5AVv71WHhReq8D361gf24GbOd1RnWiqtzu/i20AdAbWNmUKf+A1XuLXy23gFlFYn9vSq+7f/AN9U9PFBxiTDL/epXA0ZrXcmSf8Avqsl5DaysQNvP8NWZNcgm24IVu+6qAuo5pmUyA5P3qu9wLVveD7cpPpWxLIGms/4uS+3+7xWLpvlNeSkn5fuitG5uEjvYB0URnLVLYD4ow17vz3bNQarNuuNiE/NVf8AtAec+x/lWqsF0ZJmL/M1SBo2cca5eT7tW4plwoxuWqkMnmMqKTtpt1MIZVBB255VT96gB5ujI+wd6kRn34c/8CWqNrbmRmfB2r/ePzVct7gqcfeqWVcvwxlnU5Lf7VWLtXaNuKqx3Xk8uPlPSpzqQmTATtt/3aQFPbxg96kS3G5eKmjt/OZSPmqdrMdjVoLDBGGPSrckI8pWKbcn7q0yGHlQRuZf4qlmmCxMCOlSwsU5Yd0i5pz24Z/kNSxTCQ7CNtM7titEiSCWM/Nkf8CpsOfNqeTGzrRDGPvA0E3NTRFG+UseVrsvC11HfauiR/wbVNcRo6lpp/4l5rt/DtuNDtbi7kXbKRsT6mrRLO//ALSLW32yNzviugyMvtX398CtesvEHhHTbhlDTGP53x8ua/OrS7j/AIkiDB+Z/mr6b/Zy8fS6HpL2RwyodwVuwr57iCi54ZVUtUTF/wAx9E/Hq/isPDKJ8uJm2fpXyz4G8TSaT4k8t4xKgPybjXY/Gvxhc6lfWUD3LSxv8+xvurXB6bbiPUlncBd44r4OhUi6bqrS5wVar9reJ7PrOkjxc9vINkUoK4WPuteiWPh/TPDPhyVLvy0Xy/nfG5i3+zXkngrWJLXUoiQeSuN1dx8RPERuNN8p/m3jhlO3dXXh8Y2uRr5j5lrPqeF6tpb6l4puhHjYrlk3GsJ5INF1fc4L4P8ACPu12P2qKxRZ0QM/zZZuxrmtO08+KNfWMk7C/O2uGNVubmc7VrGDrnhWdTlhtZPlNa7+C7LwzoDSAie9uArvLn7i+i16L4rk0/VPDKPGdkr7sqw+evILnXhYyQQXO6e3RxlfpXqU8LRpNKFTQi/dFW20WVYJbuWJ4oGH7tpB96l0+4tIREbjKhX3FvUVu+MfHlvr1hbwW9sYtibE/ugVw0y3Fwqxxxvu71tivZYSpCeFd11Ju2rM91s/G2jeFdQt7nTDC8Tx+UPxFcH41vB4s1XzfLVNn8KHdXn0Md7HepEI33t0Va9G0jwPqskbxJB9oncjKr2avVw9etmX7joYySijhVVrPU0ePCyo+5P4vmrv9TtbvVNKTUIkRJMby8fdq6jXv2a9ZtYLOS3Vnv5CCyr93mu41v4Yah4N8AJFOBPeGPc7fxL/ALK16KyTEQ0hKyHTqxd9GYPww+JieOLjS/DGqx+ReErC0+Pldf6V6T8UvhPpsmlrbaPZqZ2/5aqPmJrz/wCEfhXRLpNNuHdft+9nn3ffRt33a+grrXtP0e9SOTHlYTDMenNfTYakoUlCepUF7RNzPm/xV4RsvDfhFIryALdKNrp/FurjZfh/JHoK63byPaq4LQKo28CvpH4k2/hzXrg3N28cqW82dn95f4q5LQ9Dj+LC3+n6ZOy6banYIlG3avpXHWw1KbtBmns2n/WpD8IvHGlat4etdAtICbryws8ePmlf+Jmb0r1fQvh9Z6rq4ku44pIo/uRryuBXm+nWuh/Am0c+X5tx8yvIw65/u1N8MfiVqGr6wmo21wZbV5NkkEh/1aDvShWeHfsr6nXCMJpKZ6P4s+Buna4/mREQsB/CMV5Jqfh2DwSs58hp4kfb5jDdX1Rp+oQ6larPC4dH/u1y3xA0+xk0OdHhRv4ulcuOy+jmtP2VdfNG8qCo/vKZV8BTWXiTw5AY8GIptK+nFGrfDKzezlS3URdxtrxv4WfFA+GvEd1pt1HJBp0rlo5HHyLXpHiz46aVo8Sw2qi+upR8kcT5Lf4V4OFwNHKcPLC11rv69i3Vp4iPPPdHO/E/wstv4Injk+8iGvOP2ePs1nft9p+bcfk3V6V4u8UweJvCvlyEI0qbnWuR8Aafp+n/ALyIbjCdu6vyvShOdtLsVRKVVOJ2Px0kN94ReK3hDgfMXP3V96+WPC7apZ3ippxd5d/3f4a+qPGOsW2veFriAYfCbdvr/tV8/wDh7XILPXotMsot07zba9etjZVKajBcz2OetH95c9Y8Pw+ILXw9Kt6C/G4SL2rz3xp4yvJjLE8g+Yc+9e6apcPp/gzEpCz7GU/71fLXiXS7y6knuHQqma7ISxOGp72v0M6rgrIi0WTzryU3B+R/mrOuvA8Wqaw97kLEh3BfWk0W1uNSv4reAEuTt2rX0B4b+E/maVi5BjYp92vKrY2FBuU+pcIOekDyjwjoY8WasunW0YZU++zfdr3vR/gL4fktUhuoEnc9eK8rsNNuPh/4iuDbfIM/er2r4Y+LP7WiluLqfdKH2orfwivEqKrPEKanamb0PZv3KiuzzX4vfs1aNaaHNe6TALSWEbztr5v0HUrvT7h7eK3MrZ27VFfolqU1prlpLbyFWjYbWXPWvIbf4S6PoeuXFzHANj9PY13wqYeU3RlPmXTuXiKPs3zUtj56l169sbCK4uIjEyD7rCqN74kn1iFLgEKyDcNv3a+ifix4H0q88HzyRRBXZONo718tT2stqiQJG20e1diwlOHv0zjc2txms6te6gii4k3qvtXB+M1t/sag4313Vzav9ibI+ZRXl+uLPNcsjk/Kfu17OEWr8jJrmfNck8I6Olwd8pKpjdWreqkN8uz7oqXwl4X1HVI8WVtNPxzsRq2Y/BOqXF00X2Cbep2n5GpYhyhectim103Mq41i7uIfKc7kxXL3d5HcatBbT5VHcKdvevrj4ffs422qaV5t7E6uQuNx21LrX7EcV3crd2N60civuCsN1PCY6hU9xM1gqm7R6n8D9B8MyeBYILO1t0fyvmVU+b8WrxP4k/BuS+8YXD2x2QSncOK+ofhB8MP+ED8OQ2lxL59yB8z4qx4l8L2a3T39zOIIIhl3f7qiorOrTpc66nRVw7mlKKsfB+rfC06TIwld2z/Diqsv2bwro/lQ2Ru7yc7n3fdVf7tewfFHxdp+oam8elxlYE+VZZPvH/arye9je8kZ3J4r7XJsC6cFXr6PsKlh+R3aPOdU8Ua/byubbQ7b/eY9K4fxF448b/KY7IRKjlh5Ve1XNmjfJ/B2rLuNNhb5AF/3mr6V8j3O5RZ83al4g8b6gebefkbT9KS1vPHilMRSqoHG6voeXT7dVxsG77u5RWTeKke7HpSSp9Ea8r7nkUPiDxqozLZxS/7wFWE8ReLVX59HtWT/AHFrv5bXy+o2qaY6houB83/oNV7vRCszgz4i1yNN8nh+1bndtUbc1F/wk1yqYuvDiu/3vl29a626Vd2R83rVC8hRkzs+XG7atPQlo5SfxVbNv83w/Imf4lTdiqD+ItGjVw2nSp/vQ11E9qkgx93/AGazLiEQtsIq0Z2MCXVvD821DbtFn+LZ0qDd4fmm6/Kv8TVrvGjKxiRN1VZrW3XaXgVmY/3Kq3mUYxtdEaZ9lwNo6c1Vh03SGdmNwNv1rdk0u2bdiCPf94LiqH9i20hyY1Ve/FTZgUl0XTpNxS8Cr9ah/sGzkiYredP7x+9V4+HbZlbEe3+Ic1TfwzEyLtQq3+yaAKjaD5i/JcD86hPh+Vkykm7b71Omg+YWEcsi/jTG0O4j+5cOv+ytFmCKb6LcL8hPT3qBdPvY2bH/AH0taL6bfqnFyfl6q1V2tdT3Y8zdQBWs4b1nY4bjq1XJprhrd5HjdXUbR/tVBatqCv5bnZu/jb7q1LcyajYyNGdkqEc7DuWlYEV4ZLmO3Z/Ldv8AaotNQkV+U+7Vi01a6t+Htt6GtGzvIJD/AMeEiu3XaN1T6ooZY61Hlcjaud1Ld6sLy5Yp8qZ2itOeTSPsaRvHsuAdr7qg/wCEbt2umEcm1HG4Nn1oViRqakFRY0P1qe2m8wrjG5ar/wDCKzrIwjkLMvTmoF029s1YbS207TU2A15JhMuP4c8VZt4U2q4Nc79olhdUljdPT3qVNWKvj+E/LQB0bXHl7fLfbuqeFpOrkbf9muf/ALQDNw4q4bySOJAMbqn3ikbltcCNWPLbetS3TCSHecfN1rKtrw4Xf96rD3QboKLgPhZI9p+8y1PuTqP4qpeci/P7fdamxXCNuyK3RI6ZtsuB81WEkSPafutVMtuk4oMgV2xVmS+I6XRfLW0lkP8ACd1bl9qxunih+6iD/wAerF0G3LQtA/8AGN1aUcYa7VOG+781CtYi+p3mit5mnRRn8a9T+GerDSdQlDk7RGuV/vV5ZorR2sG9ztVOu6uj8Eaob7VZTnarnaKwxEfaUZQJfU9N1u6fWr+C4BLfPs2t2r0KHwfH/Z9vdg72wF2/7VeZWGn3N1eKkaFWzt3V6vo+m6vHDD9o3PEh/hr8mxFelh5+y6nnwV2zK1XVjpd0iRgqyDlm71W1XxVd61LEHl3KF2hF7VqfEJraSwiwn+kbudo7VwOn+Y06+WC22po++jKV4Oxrag0tjD0Deb/e7Va8CRi3v/Pf1q0nh2XXmi82QqqjhVrZ03R7bS5UDv8ALjnmuf2kKMGuptBOc00eaavrl5fXLRWiNLsO0rGOlctfMLi5/eJt/wBlu1d34V8SW9nFqUDWkss8w3C5ixuX/erjLlhdarLKV2LnaFavp8TQoU6SqUznjzXtIpT3kcboI49+P7v3a39M1q2t49wiG9v7wrstA8F2mvaRax6db/arqVGZ1QfMh/2q878W+H9U8O6k0VxGV2/wrXmVsFWxWHVSEHymnNCDszc02NLqeWWNAsv3g1eieBvitH4TvJ59T04yqwREZPb/AGa8z8NSPJDvH8A5atmHR73xNcraWw3sx42jvXPltevhMSoUNy5WtzM+oV/aY8KRxWstx5sEvl42PHuZWriPiF+0JpmvaV5FusTiXdC7MdrIM157N8B/E8eny3t0BKkafIrV49qsZsdRZLiPYyHla/QMTVzGhTvUXzRgq6l7p9VfD9dA0HQdWu3eNpZY0WORX3f8CWuc8Q/FbQtekvLQyiK4hTbAjttVz615Z8NrPztViFw8zWr/APLKMs3+78tdW+l6NY+OLO/u7b7VawTBXgQdK6MuxVStQ9/oyJTS0gjznxLpvii6nuLu3S++wKN3mZZUrtP2ePixd/D+7uI57aSe1unVX2j51H8RWvavi/420638DKlvpdwqOF2R+Tt3V5j8PPG3hbR9P1GTVLZrLUnTaiyx9P8AdrurUKNOandq4qc5KWjPVfjx448H3ngWWWC9tZ5ZIf73z7q8O/Z98YDSdWun1G3k/sSYD9/sOxJR935vSvHvH91Hrniu4vLMOtuz8c19KfBzWtL8UeBdJ8PWWlyLewI322NU+V/9tmrkpSp4vEKMvs7NG/NzVOdaHp+h/Faw0HVbeeCWSXTZpCs7RhmXbj5WWvWdA8ZeHPHtmy2d3BdEZR4sjcK4hdBi1bQv7O0/SpLXbHsDKgVUWvIPGPwU8SeHbKTVdInlsJ1/1aRHa5b1+WvWlSla9Lc7FiJQX7zVeh9DeLfhzpeoaBPDb28cL7eHx8y18teFbfSvCPj+80vV7uPzZRthlkP6c17J8NNB+It54d8zV9dk5G1IrlA7H/er59+Ov7OvjSbWf7Ygn+0OD/yz+XFZV8G8XStUtzL7zlqOF+dJpHs3ijwLcXlh9stJPIt/L3bM/wANcroHiSy8P/6HLcDc27Lt3rlPD3xG8fLokWhazZGJ4UEX2rZ99Qvy1FqHw1uLhPtFzO3myjfuY9q/MuI6NCDVNw5GtSoS1vB3Oh8c+PLO3094rJHZiP8Aln8yk1554e8M6q2oxa5k2rJIHHHT5q6e/wBJi0vR4I0iLSoF+XO5abf69PcWCW1vG6NIF+Svm7RioujqurNZS5/j0PQfG/jC6ms4rfzU3ZGVrEh0X+0NBaW4PzPu2Kv/ALNXJL4V1+bTvtd3LI6x/NGrnmsrw3rmoR6hIJ5H2RHiPPy5qsRXqTinvYpKG8j2r4cfDmy8PgXtxte6cbtvpXpdlq0M108HG5R93NfLGpfELUbW7QpMysh+Rc/+hV6j8K9Wl1i9+2XMux3G35vu18HmdPEzlzt7ndRnCGiN/wAXaH/a2qvHFH8/3t2O1edhtR8O6k0UDlIgfvfw17hrGuaVoqwIZY2uJTt3fxNXK65Np2pIiRum6X5X46V3RnVouFCa5oNHLOOrlE880v4ianp+ttJJK0sTDaV/hWvafCGuQ+JrNmzuc9VrgrzR9KtbRoo0WV8bdy/xf7VWvh9qVnptzKiS7H3q22u1YOlCqqyNKTbXJNnsJ8G2lzZiOdfMTPSvP/GPwR0/WP3lvEiuPbiu1v8AxelnbS7yemU21xHh742Wl1c3cF5HJbvC2396NqsPavqPrWH0VNF1IUpOzPFfHvgeLwbZym7A/u7nG1Vr54vNFOsawsEBCq8nLN/CK+hf2qfiZp2saUtvZyI8+Qo21816JrUlvIz7/n/vV1OMoQlUpHC6agz7k/Z/0/QtL0WLToo0a5IGTjlvevQPGdvo3hq0WZ4ESWVwq7QNzGvkL4J/Ej+xfGVrLczlkk+UrXpvxc+JE/ijX9Jt7KOSaKKQO6x968OnzVcNUpYl3Z0OcFC6Wp7EmoJb/ZSAU83FemaUUa3Q5r53tL6/urmwuLlzEkZ3FFrqfEHxft/DVnmORZZccI3/ALNUZLKNLEKnh6bmzpo1NWeqeKvFumeEdLe7vrgRL/An8Tn0FfJvxP8Ai5feMJni8wwWCn5IE+7/AMC9TWN4z8fXvim7ee6uGnfsv8Kj0WuFnvEaVgd+7/d+Wv2SnhE2qlaKv+COptsrXdwZJMnLbv71QOu77/yLTjdRKxJzx/sVTudQibdyVUfMdwrulIFEryKJOaz7llXcAnzCpptUtlHEoyei5rLe4Fw7FJB/u5pI10M+8YYbH8X8VZk0hXk/MtaMzBnbePlpj2u6Jim0L/DRckxLmQNuIG1v7tUjMfmHt/DWpdW5hHXd6NWZcyCNuD84/i9aaZLKUkZX94/3v4dvb61SuYzsb92Wz71aluE+4X3Oap3bSTIuSYFX/wAeq7iMm8by2YDLNWVcyPcbc/KtaV5IJC8aE+a1ZLW8vl5lJiUfw1smQVxJtbYBt3fxU6RUjg5O5s7j/vUqLJN9wbk/vUiQ+SzF8t/7LTJsRpGWdPn2qf4aY8YVnCYZgKsPvmRZEJXnhcfNSeX5f3xukbpRcqxTMP7ppCvzUNai4XIyn9atRxyNujkxsb5qDmR2CD5sf980AZxtUjdjGPm/u1E9nuZXHzNWnuK7d4G7+9io5o/O6jY33ty96VyrGWbfzBsxtZfm3Ugsxs6fVq1f3WFG4f3R/tURafJcccKqnd9am5NjGXT923A+U/3qRtN3Nyn/AHzXUx6XuRMoGZetXdP8OyX0yp5fybvvVLqJFWOWttDNw6/uxtHTaK0ptPj0m1dLeIS3jDlv4UFd5/YYs40itAGlfq7en+zWLf6OGlazJCySJueX+JE/irL2vMy+TQ8rbQ7qY/aGTzZZA0p9gKr/AGW/ZkCW8is/8MZr0WHLXF08UO9ZkZOn+0Av/stXdB0V9Q8QtbfKiohiMrDp/eb8t1dN0znd0ea+Ze2vJMsXG4bqsrrlxGj/AOrdW67vvV6CfDq65rbWUYEFnCN808np/CP++Vp9t4BstcuVTyhb2EA855G+84H3V3erUuVE3ZxCa1bXCJ5sG1h8v1qWbTdPmVmyE3/MnNesSfDGzm01YEslsnPztIx+aFf9r3rB8Q/DnSLWOIQCVnf/AFcjHbu/vHbStYOY85PhsfK8cnyt0qk1neK7H7+Dt+WujvvCuo6beNHby/KnzHeflWo3j1CzG24tjKmfvKOv+7RZgpIyPtkkY+dNqpVy2vkkiy7/ADt/DWis0F1G6SWzJu/2OlMfRbRtpjYpuH5VLa6mt0U3hNxcLGJAVXq1BjdZVA+Zf9mol0uSGFvLl2sxpq/bLV8nDBa0XkZN2NJ4fJGf4sc1FK23bt+ZnPDVVm1iVYdhTa79WxU9hfIwd5E+YdKepBr2upXFurPD8zfcFdfpU32GBbi5+ZyOFrntJktpEi8whVT53b+lbUV1BfTq5lDfNtC5+XFVFrqDNZNWk1DZAnyqS2a7rwHZvbo8n3dhrj9CtbeObccfL/er0Pw3JBcJLbRXEcUsoLHecKAB/FU1JJQN8NReIrQpdz2Xw/qSfY7W5gQSvs+f/er1Dw74sF9DBFKiLuk2/htrxH4XWNx/Znybp3yzBq7/APsu402zS/cGJFO0/Wvx3N8OqmI57HJi6SwmJqUYO6TL3xQkg8i1SDG9gWO2uf8AA+k3El0j/ZJJdv8ACoq5qVwmtfY4I/nnH930r3z4Z/2To2lokqhZMfxL/WueliqWGj+9ZyQoyqVNGeReLpDp9zbxpC8XH77aNq7qzdOb+0rxhEHl8o7jt+7ivo/WND0PxShLLE30rgtN8K2ek+I7i2sog6L8p2+46Vx/WMNim3B7G7o1YPldtT5p8F6ta2NrcQToGeYcs4+bit7xNpelrpXn2e1tyBty/wAT+leY2V4kcyvI+3cfvf3a6nw3v1rVF05DuibkV9XhsdKf7jl0Z59rLmPSPgJ46g8E6Jqkl1p0kn2k7UuVHzf7S1wPxI8eReKNdcRWxg3jYn97/eavUPCVmn2OHSHiR3hdmHH3l/3qz/iF8FRZ2D6pBGIto3Ii/wAVfefVa9TBqnTdjncl1PJLa8+x2vkRA8ffb1ro/hx8Qh4L1hL14vPweV/2a5TTGEYuIZ96S79271X+7Ve4s3YsY0O1xX55XoKhVUk/ev8AidkX7tz7dT47+F9W8DLdSTRRMUzJCzjclfDvxO8VWeveJ7m4szui8w4bG1a7DwN8Hdf8WWMt7GhgsAGYyt93/gNcL4h8B3drr7WUcbSy7/4RX29b69WwyhKGj+84514Td+xs+Avi1B4PeX7XZvOrRlEkT7y11eifEbSte1RLxJFRYcO0Ev3nNcV4l8BtosKWk8bJeHGdw65ql4b+FuseINYS20y2kbLcsn3QK5sNDE0aiwqREqi5edn3xpVvp/jjwpFrEtuu1oVWOL7yqa8e8UfC/T7iK9lEHmzh2yrD5sf7Nev/AAT0WHwz4ct9KuZy6wxhdkv9/wDirudX8P6Xa6fdXEkYy6/M/wDF9K+zbTj7KsdEaXtIe0ij86dX8Kz6PPcI9u7J2ZR92vY/2S/ip4d8LanqNhrAFnc3UgijuXHygD+E19Bar8OdEuvDUs9xbxuzxluytXx3420/RtL164isiFjT5Qqj5kP8TNXz+KowwKdanMqmnTa50fobp/iLStQX/RL61m9kkFXZ/I24l8v2D1+Z3g/xRP4Z8TwX8kk0trEeVU/Ln+Fvzr2Oz+PF615ZkX0ku8NEUn+bcp715tPOab+I9WOIjNbH0xr3jJ9N1uCCwX7REw/eLENwzVnUfEunyTxDUVEaA8o38Lf7VeYTfGbQPDujuZfkvdg/dKNzY/xrjdJ8af8ACyL9Lie58qLz9oiyq7B/eauqeYwunCe5Epvbc941bwXYeLPKnjRVgUfdUY3Vx/jrwPFb2qJAgVAdv+7XqEN5a6NoUO2ZCqRgKzN1rndY1yy1TQW2SRvcSKdi55rx80wUcwpqc53qW+RbpwgrxWp8v+INJubPUkgizOxO3ZXpvg/4e21jaxXN4m6U4Y7h0rIkhtPDuurf6vMu3O9I2Pyj616JbeILHxVoYk0u4Do5wjL8uK/K6lWpDEwwbVlezMqNBSvUmZevR2f9lXGCFTtXzrqTCHVJRAm3c/pXqHxC1hPDti0ckxb5y3zV4Fc+Mkk1P5AWiaTnd9a9jE0KmHbpxRzVanO0zrdY0+w0uz+0XDp5v96Q1oeHvEAtdJY28pVuzKayPGNjBrGkxXCP1G8bay/DWi3MditxI5SB/mX/AGhXhxoKrTvNkSbhM9k+H3h+Xxhdfbby4bygcbm+83+zXeeOvBaR6H9osAFdE42964/wfrCab4eRbeRF2da0JfiobyFtMSBmdztDetcinOnPlijrpqPI2zk/D18dPhaS/JZmG08dKsCzik1BLuzl2o54f1/Cu40HwPaapB+/YMzEs6qd2K3k+HOl2M6uSFUfMi+n+1XpUP3jnzPUbi7bDvC9rut4Y7gySxON25q4n44eAZJtLe50qMJJjnaK7i+1KVp4tP0qPzWTrJ/Corrm00Xun+TcANlNrVhKSjOFWmjanD2icOqPyx8VLqcmpOlyHZkf+L+9T7DTZ4YVkeM7v7tfofr37PvhzXIJcWUayt828DvXzT8TvA8ngW+a2lg2Jnh8feFfc0pxxdDmSsc1SM1pPQ8m0OQRzJIDtYHd/tV7v4E8UaVZ28AkA+2P/d+ZmryKx8MyX15i3jZmf+792u50bQ7PwrE07yB7xhzI5+5/srXNh8m/tKW/uE0056Hp2veLBHC0cGFf6/drzfUtWFxK8jzjd3bGayL/AMSGZyRJEq/d+b71c9f6wWxsuIkVf7tfoOAyyhl1PkoRt59WejCCga93rUHzD7QUX+8w+Y1jTaxGrNsuyqjpx96sqa+Miq5kRs/NuqjNeFX+Xa6/WvV5TW5r3WvJ91LtVZR91gtVv7SlZ23yxuv0+9XP3d4jMubfezf3T/6FVK8uIGP+rKtjl8Umk0Umbl/eSNz9njdv7qms258tmY/Ziqp8z1QtryCThLll2t91T1/OpWknkL5udzdtyL8tZWKuRSPAzLKfMiXtVVryPeyLev7bj81LM1xIFAEbMh+fnatVY7h1mYG2+VR9/I/75qSiGWZ5Mk3jL+K1l3TW6s7vKVVuis9W/OjYSubZo9x+6yDmqE7edvP2Us33RyKtEEUc0caqkcW5l6O1MfM0GLhh13bVO35f9qnTRz7lJwiqPu53VWMKRu2+Qtkfdb+GqvECKSEKqSRAtv8A7v3apS253v5jlt397pVw3W1FjiG4/d/2VqCa3H2hZC52/wB3+GlcLFAfMjeVlsfL/dpu7yS7g9uWqe4kHmqEA2H+JRUDY6P8yjouOlUmAisZF+QFf9qpjbpCmZD8vbdQkxjfGzcuNwamQx+Yf3hP/AqLisE1i83Ofk7bTURVF3bD8wNTzM+9kTOz+8v3aetvHG2Siq2P4+9Fx2KTWbyMuPusN21qgmh27VT561I1e6GwDbz8zN3WrCWqLtMQPzf3qhyZSRlWmn8MXf738NakNukmxACrD+L3qxBpMkz427euK6Ww8NpanfcZZc7Qq/e3Vk5l8hR0rSXuHJb90o+Ys1dpoXhvzlR5U8i3+8F6M9XdJ8PhpkkuANoHyRL91a6KRkjXZvDJx/wGvNq1l8KO2nhn8Uzk7rT/ACbu6lIH9xFX5dormdetQ1vezxffmTb/AMANd9rqo3yAhkb+KuNvm2wu68qw21NKbFVSijktMs008LeDCvHIFRW+7vA+Xd+LLWvpFrBptheSyynzZxtEin5tv8Tf8CVawZo3ulnjjJZHmRSufvEn/wCtXQrZxLDbpeD9w0zKXX5vl+7XrQdzzZIq2FukNukdx80t4RLJt+8fatHTbiNdSiDxF4Ek3pAv/LR/4FrI0C++2Xer6gg3vNO6Q7v4E6LtX/dra8P+XDE1+7lnQ+VDuP3P4mNb30MludHfyGaSC3uLmOKKL/XRqdvnP6bqw7BRql5Pe3HktFKdiLEd/lhPvf8Asq1iHXJNe8RTmCL5LYO6I33Vwv8APcy11WmQ2el6LZ6cj7fkCM2fmYlutRcTGW+m21xeOYrMSxMP3ds6fMXPO5mro7nwrp8Nr5t1bl7hwEKxH5Ez/AvvitfwfpMX2aB/L3I4LvJ/EV7f99VuXkPnaahiTynw2Jcjk+taJmbVzyd/BceoXDRJZGDHy+X/ABL/ALzdqguvhHaXEDpHOVSP/WM3CBv7u6vY7Twnb6foiSofNllfcnP33/ve9VNQ00yWF5d3v+h6TaDyvmP3nPf3NHxA4o+Y9S8A3smrS2mjq96kXVkX5a57V9P1PQ/3d7bncx27VG7FfTeiXUk1hLHp0EOkWHKyTsN0zisDxDpcVxbr9jsA8EQ4d/my3/2VUkmS0z51mmS427o9jKNpVq2bCxtpkUOm7j+GvS9B+E/9qaosU8SzqoM1w2PuY+bFeoaH8JdD02zsC+HdIWuJkYfKWdvlH0VVrRIG2kfOU3huPZiPKKo3FalsPDZZxscqy/xV7RNoOlzJeSfZxuubr5Fx16tXUaV4H0q1sLeWe3jVfL2bpPu5k+Vf++a15Lsy5meK6VopV8fbd38W1jXpGh+CzDB5kRknnu5EQ7fmzxXP6J8G7Zrl57m4lWJHLBkf73+zX0H8K1tYb+3s/ILQIQoZRuavm80zCnhE6b3O7BY9YOuqqWqNb4b295b3X2CK3O5DtPFeoeOfCNz/AMIrLGCUZyrnd/DXaeGfC+n6fcy3/lLFJId2zPzLR4jsbjxRY3EUXmMqnbX43jMwxNbFr2Oxyyi6vNVq7yPDNG0+PQ4FnnO9l/iX+Valr8QnurnZ93PRF+6tHxE8I3Hh3TYHaSTypDtKt8rZriNOsfsML3ZO51K/jXbiMCq9K82cntOR6Hsum6pcabItzLcMqSjdtz8tdl8NtQjvJ7i4IDPK5YM1eJw65c64kFsU2RA8t/Ea9h+Fekywzeci/uem5q8N5bUowvHc2p1eaoux8GhZb6WIIT8/zV2/hFru31BLi0fdOnyJ/ttVfRPDqahG09pIEaEfO2P4qgttSn8K38sjpu/hFfX+1lGanTOO3u+8fcPwl0HR9W8KQSExNdYXz9uNyt/drt/FXhSzu9LdJNnlRpkK3Svhnwd8UJ7NmktriSzlzyqvtWvXdS+J3iPTfCKyS3hleZGcRP8AMzCvuMBn9WtNUp09gSpKD0PM/G2l2TeJbi2t8MsR+dsfL/wGudW3RbaUqh3GtOSzutQsHvLty08j793pmiz0u4hs8JBJ84bDMP1rxMyhKrKU6K6mUGoPU9R8H/tLaBofgmPSbm0ksr+3TyiqpuR19aqfBnxJ4f1bWNb8QaoUd0k2x78btv8Ae214ZqHgnVLyf5IzvkPC/wARp2ofCPX9De1Es5ie7IHlI/zY/wBqvq8DWzDkjzrY5Zzpyav0Ou+JPiCDxR47gGkxteojlRt+bc1e2/BLxt4d8Bp/Zevxf2dqLkbJZh94V5n8IrfS/h34j+06rbvO2NiS7Nyo9bfiWO28ea2sVhA/nTPtTePmK17kKPO3W2mzNT5Xc+itc8QadqVmz6TLFK+f4R96vL01DxZNfX/2mSSDS4Ru+Xcyl/4RRpngnxR8P4bW4gn8+AbfMix0X+Kui8Q/EjT49G8gRFLhz/q17/71c2LrVqMLTj9x23VV3vbyPJviH8aNYuLR7K4jFmihhvj/AOWtfOt/NLNcT3AlLs3Vv7zV618V5v7atmkii2cctmvGkjkVHQuVVa+Fx1avX+MTt1NoeILJdJtbcJJ5qf6xcfeb1rB1PVLpbuKW3ZmVDuG6q9qqTXeZMbU/h9a6TW7G30/SUlI+Z0V938P0rxklD1LbdjoNE8SPrWjfaNQctKruv+9j+9UFlDe3kyGyldHb5xt+XgV5rZapcqXjgkfYT91fumt7Q/Ems6Dcq8a7kUbQr/3fSqUv5ynUTPaPD/xQ1mOe30a4vGl3Zbcz13fh/wARTwvb6r5u3ZlfKk9q+UNW1q9vr77R/qmHTy/l212/g3xFealoH9nwPK029mfd15qqs5ySjQKVRPqeieN9aufH2sokZCwJ/wAskb5f+BU/QvGl34NV7IybYvLLJ7NWf4P0HUdPumedAq43Bf4jXK/Eu4K6lvztb/ZNebiaNSpVtW0Kp1ba9Q8W+PLjxJeP9puDKvbmuXhjSZ/lH/fNYH2pFuf3h4rc0/WLfypQhG5MU505qO9zNrmmdRaXjtHFbSSFYmPP/wATXX2GpedFFaAhYgFWvI59WSRJSZPpzXUeA9U+0TwJICyqVry6lB06d2Dbue0+GJLa3v4IJQcf3q9lXw7pWqWafYUjWXP3lT5hXm3gqzstU1VfMxuRON33S392vdPCfh6KwRj/AH+a8ehhJTrqanqejQi2uVoqWFjFpqLbRj58bvlH3q5fxRHqLXywQb2V9qnn7ten3NjHFIJFHzetTQ6XDMvmFATXt08DWqVmktTsdFtclzmdF02HSLONRHtlI+b+8xraW4VUyadc6XIsmccVz/iHWotL2QOfnl+UV5tfD4ihN8+hopKiixa+J0g8RLYsfll6fWuK+PfhnR760t7zVZVSP7oiX70hqp458Yaf4Tmt7gFbjVEKukC/+zV4R408eap4u1KW8vZJHlPyhV+VUX0Wv0Dh/A4jEYe9ZWRzStVVplTUtat7OHyLC38pPu/L8tcdf30snzmNd2P4jVe/m+di8Ujt/d31z15N8qjypF/Gv0alShRgoQViVaHuxLs+oFePLRWrGv7rc33I2qrdNH82PNU1lPcBnfZOWZBt69K3sPmLt5eJsaMRPuxuPl/dFZb3EK7dhZN3Td8tMlunjVRlXZvm3MPu1TnvjsJIPydP4qloq5K91LCGX7Rvf/a+aomupN67nDqw57Vm3DQScnehduf71Nb93CiRSldv947mqGiy5c3UcbK7wFVTov3qpnVIt+6QlWb+98rNTX3yDfvCr9PmNZ73ErbjJH8o/un71LlC5vRXgaHYLgrkrna9PmZ42UC53L/dwOa5zzIFTeQEYn+IVOsdvH/y0Cu/Tn5qycDVM0TJLvY5TYei7KqSx3MiKHMe7O75R90UsLJGPK8x2X7xbPzU2aOPbGI55FZM/LvqdizOuY5+ks54O5lVetUpGi8zfv2svy7l+atSeGGRWkkYN/s5qnCsMKMUTfuP8I+ancmxXVZJAj7CqH5gzVH9nfc7yuW/3vurWtPZyM64KqmFb5f4arzWO7em8/N/FJ/FSuijJuZh8oA3L/6DVdISzMXG7d0WteaFYVcBPmU7d2KI9PLSeY+OnKr92q5lEmxlDPZDuB+6varENq824P8AMmfu5q6scULMeQjP92p4bGSRWCD5G+X6Vi39o0SKKw7X8sJu3/8AjtXE0vzthlQS7CzBq0rTT0j8oP8AcH/oValtZ7go8v5mG36Vm6nY15DLGljZjYQprRstD8wINn3f+A1qLZxwrulATn5a2bC1e6GwRi3iB9PmNcs61tyoU29jOs9JS3GyKJJZWO4/3VrZs9PS1heVzvnJ5b/4n0q/HbiG0WMALt/u06KNNrf7X96vNqYi56lOioe9Ilj+WFXTqtTy7NmXx/wKi2Xy42BxWdqDOu4jPtXPzFlPxFIfLQQAbiK428/c2iAjc0u7LeldJeTOqoXG7B27a5HV7pWs2x/D/D/dr0KLuedWWpl6vo89iYJQnyNhgynpzWtqFxbx+GbjLuzW6FNv3duZap3OoG+0K1zJtlhuFgC47fLtb/vqquv3221v7M242s28yqfmzlWr14fCefP4jF0mSW10X7Pbj/TZptpb/nkmev8AwLdXVanGmm6OsSHdyIgy/eXjcwrF+HtuPEGp38oARV2yhWPzAB8L+ldBrsIjuZxwyxGVhz22/erW5gzD0CQaXZ6jcyOPMMaxRrnq7n5v++Vrd8MKde8TJbJIVb7wVfTbjLf+PVx0cySO0c8g2xXCI7e4ya7j4aatZ6TcySupjeTDO7fwxjt/wKouSz1LxRfDRWsNGszta4IhO0/N0/wqd2j1QW9ojlbK24f/AG8fLt+m6uIXUjfa9PqbltsIZUVu7v8A3f8AgNbmmzbdYUSEf6NA11JEv90fcH/fVabiR6XDJBealLETutbCPfN/dVgucL/6DXMfEvfq11puiGT90r/brhF+6hP+qT/vmpPBmpS3Ud1Pcnb9rKsYl+6Bu+X/AL6+arHkjVvGF4UjJ8p9z/gv8/5VSZL+Iqp4ftrW2t7OQncfnkZfvYqh4kWPQdMlREDO3zJFn5gvauj1S+gW5ukEe1oSiv8A3iT91fotczrti+pXqnG3zZvJ3Ment/OtEI1tB0eXRfC7PkLcXVuzyO38Kfd+b/x7/vmtqSxja5isIz8vliWSRuyBfm/Jf/Qqy7zVvtGuJp4j+T9zCVb+IIrM34fNVrW9Uj03QdSnRxF50bRBm/22/h/Af+PVa3Jk7IyLOS01zULeOKLyrdHbyV2/fLnH8q6vVbeC4hgtLZBt+3jy19RGnzVwfg++k/tlpMbfsdl5x29pD91f/HlrrfDdxJfeJbWyyHeGEvJz0d3/APiatPUi1zN0vQ5FFxaTI0CvNvj/ABrofDE32EboB+9Dbdy1Y8cWci2F7cxZVRPsLJ9Kn+HX2aTSp8geYBuFfnPFMlhZc6V72OLeZ7D4e1a9t9NQyfdPzda9W+Hd0rQTGaJvnb7zL8tcl8H9BTxJYpJcgbE/h9a9avLO10OzLFflFfD4TCVWnitkenTT0fRHkXxJ8PjxBrkoaIyWqIdm77qNVX4e/BGLyFuNQ2ur/NtIrsv7YLKxSyefeeNx+UU7QPEGpyTtbv5VvFGeG+98telHHQt76OZ0qcql2YWs/DGy0eSWW3iTb95Nw6VreCNWij/0SLaMHbuxW9r9wW0qWYxsVQb/AJh1rxh/El3HPPPp+YFyrDjp/erzXWnVlaJo1GlLRHyRpXiS50OZ0iO5ZhtdG71NqWoSapNl4+u1TWWLGRmaQRl9nzdKv6VdC6uljePbmvU0g+c82/MuUqLD5M3B213Vh4s1jUrG1sJ5t8FuNoZl+bH92ruq/DWWGyS/GNqDd/smur8EeH9O1awch0/cx87f75r18H7SbvB2EouGhzej6lJNrFlHcJI9n5671Qda9sGkz6xKotrJmZ49pVht2LWj8K/gz9hvINVv7YSxRSBo0b+6f4mX1r2/S9Js7W9uP3Z3ON25v5V+gYXAw9knUepkqc5s8M1OGw8O2FvsMP2iL5yzDcze1ecfFLxdJeabG8ASKVCsu6IfMD/dr6O8T/BmLxFrizuu2BTj5az9f/Z8srzSWtkVETBaR8fM1e3GlG1ozRnKhVitEcf8GbHSPiB4St7qXy7q4iDfaEYDeknq1P1P4c6t4L1Ea3pAM7xJuKyp8vP8K1D4G8F3Hw31qWK2ikS3mkVRKp+Zx/davcdSuv7W0V7ZImWXb/3zW8OamlCeo4041IeaPMNE/aB0jXtHez1SA6dfr+5dWHyH/davO/iUos7BtRs8bMFxzuWvSfFHwEXWtKigtotk7fOZ93rXH6x+z7ri6SLZZ2kihRlTeetefiqVW3JQaa9dhyc/+XkWfMniDxpeX0Lq8caKev1rhby8lVWw/WvZvGPwX1/QY5ZDbGWBctvryK90meGRkkjKv/dxXwmY4TE4f3qpCqRkZNszyTrHkqzU7VY7mQJEJXZOysflWrUOnlZN4B31fn02fegeM7u1fOTvH31sdF7rlNn4S/D+41qae5fC28PVpK6TW7G3W9+zxoGb+7R4U17UfDOjvb2bxr5vzHzE3bWrGh1K4s/EUF5ckz/vN0nvWzr4WvTSgtepn7NoL7w5J/HEVVv4sV6J8GbfSrG+eK5KRSsPk3n5W/2azZvEVvqyrsjKKf71Y15GZnY26FmxztrzPrnscRy0ldFpW3PV/FvjKOzvWjt44kVTtdozuzXAzeFT461KeQOfKj/u/wB6qvhXwvqviwbATFAh2mV+3+zXr/h/RdM8J3NuTcDyNm3+8xfHVq+5wlB1pxr11oJvm2OHX9kXUdQ0GXVPOMWULxx47V82eIdPv/COrz2cnzMh2mv0rsfixpM3guSFHjlkjQof4Vr40+KXhWLWr+4veGnc7ty/dY16WPp4SdK9NJWNYx5GtbnkmlM+obTu2sf4a9W8H2f2eBSIz0rgk8L3ei7XIO0n7q17L4L00X0NvbABZXjVvp/er86zKS5OU1fuu56V4RmSHyvIzvfbsjUbsV7d4abVlSDzZAiBf+Wg5FcR4B8MxWssRTaqq+75h81evXElvb22HcRccbq8LC4eGs7nbSm5amtGQ0OXOTUD3X2VS5B2Adq5fSvEBkv5ElbbEn948V1iz2+oWmY2Vl/2a9WniKdVuMJ2nH8T0Yyc1oYR8e2txqP2JQyt/eYcV5Z8VPHVla3nlWcsUt0nV2Pyo3+zXKftK/FyP4bwfYLBFW9uE3PL/wA8xXwl4k+KWp6lLLcS3kjIXb97K+1Wb/Zr6DLsJLEpV8Xr5HLZzXvn1Lqvia0kuJZbi8ieUn5mkk+auUvPEen3TM63sO3/AH/lr5A1D4lSK7h7uZ1PVUT/ABaslviY6xtGPP591r7qNSrH3YrQpRR9fXGoW8nyi5hb8fmasa6h3OxQhvTbXyxb/E7bKpkE20dK2bL4lStKkkGpyQOvRXNae3qLdCcT3O8uHh3fJu/i2+lY0zHawK/N/tVz2jax4x1Swe/tNLl1ewj+/cwQl1/76FMj+IkUcjR6hp0kD92/u1vCvGW5lbpc0r9mkOSdrYqrFDJvXdJ8v8e4VOniTRtU2+XdiJz/AAy/LV2KxSSPzIJ45V/2TW3Ou5VjNK7Sz4Hlr83WqLLBIyvgpu6cVuy6fJs6Db/siqL27x8EUrlIzWt9u9EnKN8veqs0c7TYU7l7s1X5rFJi5xhu7NVK5tTGjJG7Ir9WzSZZW+0P9pwIwyY+Vs0NeIzqHjdVUbelO+yzxzKQ42n5Tx81D+Z5zZjCqvvQFxr30Ey7j8rL/FinJqVtDL85G0j72KqvdFkdniKvn+E9aimmjaNfkfilyopSLr6hbRtsBXb/AHcUQ6hA24JlW+8FYbaz2UMdjxvuYbg1PSN8uEj+7jDZrNxRfMaKTXEkT7NsW/p/FTYY9p3ySeYyjms12nZF/ebH+6f9mo2kLSqcncv8S96j2fYpSNs30c0PA89Qdu1RQfM3qchImHMeKzo2fO8ja2d21aniaWZPkB4/8dqeUrmLsNvaW8qgbnTG4qv3vpVy2+Z1RMb2/hqlaQuyB2Hf7zVpQzWlmF8o+bPhflX7oNYysviNVIuW9m8bcnbu/vVbjvEt/wB3bIHZT/rG+aqCQz6lDmR/mX/lmvyqv+NXrS3McKRk8qfvf3q8yrXt8J106LnubOnWYWTzZT5srfxN90f7tdRDZiSLeibWYfNWZZ2vyK4O7b7VsQZaFhnbXn8zl8Z3qKjsU3j2jAA3Z9alSMN0zTjayed1DJ33VOke3p/DWTRrYhkk2jAPy1Qnkjkyj9xxV68V2jwBtaqN9apNAp37XSrWxhI56/j8lGkJ3LXIXsccyXGcqrhV2+9dbfXBWKVJBtVq4/Uph5kvA29ttelRVjz6g7RrVLiwv7RwfNj2TIqj+JG/+yrG1W8H2S6BQea+1Q361oaBqklrqHmRgHzRKnzeuz5ay/EGoQXGnvf2ibcfOYm+6Ofu/T71epC1jgkQ+FWFn9suLTKt5YhdG++rlvnrXfUDdaRPcEDzUjKB27tuHFUNJVJLC/vNiwM5WZ0X+EfdwtU21D/ijJ94G6Zy4b+L/a/8erS9zBlLSbX51Nyn/L0rld3+yW/9BrqNC0mW+0i6ngz9olZkH/AGrmfDF4bqF7a7fa0kfyP/ABZ+7976M1enfDzWLa1s3NwcMsjwiNRu2/w5oZLLFq0drBYCeTb5W6Uqx+/has2OpGS/1SeRPJlu3iX5Tu/dJtZv1rkPFHmRmWe3z5Sb0CRn5kzt/p3rR0G8j1RJUQ7p4AsW/PVT82ap6Io9YTVItB09pThp5ikUa/5/4FWr4XvJLODWrsDLvI6o3sW+Y157e6gl1LZRSHzV+aUsp6KBXU6HrA1Dw6xiIZpQ/wB7+6P4f50kzF7EP277Vcee77WaY3En+9t+Uf8AAabYXD6p4h02zife6b7iRc9DXIjVHZFSN9qeYFd/Vi1dJoMMlv4sur+AnYLVUDN/49WpOx0F1buup3V252hI2+794sfvL/6CKwde1wX2lWaS4eLzt+5R9/8A+t2rZhmMmlX93JiVYnKdfvMRXIalIVhswTuW2h3FV/76rW5lc2NBvLeEXB3/AOlXlwufYD7o/wDQa6vwdMmiz69qbOFbfGg3n+IctXkXh5p5vsYd9s9xPvDem99y163rMcFilnpbkNLeyFkZP7w2/wDs1EdSrnVJJPeeD5Xufv3km76LjrWD4VtbjS5HDyBUb+8a6bWlOn21rFwsS4wq/wB3bXI6xqFy1/5USBVwGO4da/P8/Uq832RwOUfaH0J8EPG17p9w8ASP7KPlHPzV9BXN4NX0t2YfKw/ir4R034hX/hfTWFoRBdMdvm43Mv8Au1654D+PFw3h6WC8k82fyztlb5mr8+nPF0oPl+A9alWp8nKz6P0LT7ZtPHAZa8s13Wp7PxbdCNwsCHaPwrzTTfi54hs4Vt0uNkU3zeZj5lFdr4bUahKzzziWV49+5z83Nd2sqShyfMwnUU7ch3ieJDeac48h2iEfMknzFqwEt7K8s5TbRqZRA6vsHRq3LXXtO0fTXguXG/Z91fvOa5TQfFVha3l1b8Ij7m2r3b+61FOEaV5XFKV/iZ89Xen6d4V02a3uMpcHbiRh9+vPIYY7q7d7cD5zxWz8TvEw1a6UJ93Fc/oUhjXO/Zs5FaYdz9mpz6nFo52R9G+GNHubzwSljdyFpQm8P95VH92uAuvAviHwG/8AbNsjfYXcMUY/fGf7tZvh74qajZzW4MjPBEf30Tfdda7f4g/H5PEmjpbwaIyS/d89n+T/AL5r9Cy54SdPka94iq23dM+hPhd8ZtH17QrJLiSK3vNm2SJj83FeqaclpdOs8JDoEVVP61+YqXFzcakqQvJbsPmDRnbX098B/ipe6XYwJrmoH7BB8m6Q8/Vq9rBVKjvGobwxVmotH1fwvJpCVYYOMGs3TNc03WLNZ7S7huoJBkMj5zXNePNShtYUZZWiZMKXjP3a9VK56U6sYq509/4ftL/bvQLj0FSWukRWmNvzDZsOe9UvD3iax1q2QQXUckiAb0zyprbFHPJq1xQjTl78UU9Q1KDSLQzS5VB/dGa4zWvi/oum3n2NvMkkxuO1M7a67W9KXWLNoGcpn+L0rktT+GliNLucKXmIz5n8Vb0lSa996nPXlXT/AHa0OW1D4geH/HGnTvAk3lRYR1ePblz/ALNeB/Eb4d2DQPe5TzXZvmT5VRa9dv8AwDb+CdFvLuKSRUeNnfno/wDer5c8Ya54g1i8eSI3L6NbFcLj5X96zxXvUHDkueFUd3eejI9O8HxW8iuI97Kf4qp6ssC3jfIFVOvtW7otvq9vpE9xPbyKhHnDd97Fcn4kW8mhdxCd8lfl+LwU6bd9mbQt0KVzqSLI2w8dttVHuhJE287nP96stNNvIXQy5qwtu8b+Y+WRT/FXhulTjKxpZsuC6u9yJGDit7R9cGn2s6XMZZnwwK/yrOXVoLeFcAMzUTzCaNpONtZTq8k/cQ0rfEdloPxQl0PRJbaCIea5LBmG5c+rVueCbGTx5dyo95JuZN7xodrNXjrtuhby619B169028tbyykkt54SP3inate/QzCd17TZDcFJn0nb/AG9uLRXtJ28qUbtua4vxt8N7/wykZny6Ifu17T8M/jPG/hq2GpACVUx5q8q30qh488bad4os54kIaU/KI8fMazxOLoVppwVjrdBQp80WfM+t65Z3z29uAVdflfcK94+FXw7juEtdTJ2b49qr/s14hqHw9vLPW2vLkbLUvwzdjXpOi/EyXw7LBZJLtg8vb8p+b6149Z63eplTSnud1rHi6fwjrXlRmPbjKLIdu6otb+M0V1BiWAIfuu+/wD9BryLxD4qTxZrqW8Evmyv/e+9WH4q1K8hvLezEHmsQq7V71wKg6kW9jog+XQ9xvvF27RWktyWZhuFQeEfi5faXbiyuPnRicNnua57wNp9zNYJFfxSIgP3cfpVjVfB8moaqiWACxKdx8v5sV5kMFGCffuS5yTumcH+1x4H1DxxoK65pZMtxHGEngX+JP71fBfiea4upmDBg0fyeUw27Mf7NfsZ4S+HsUlkhuTv427WrzD4w/sbeC/FsM98lp/Zt+6n97Z/LlvVl6Gvt8jzeFKkqOJ6bM2TqJc3Q/JOaN2dgRUH2ctyBX3XP+wHZrK2/wASuqnojW43bf8Avqs+z/ZL0PQ9bginjuL+JnVf3vyq3NfXvO8FHaY/bHyP4S+HOueNtSisNG0y51G6kO1EgjZv5V92fA//AIJk3Aht9X8f3yxn740e2O4/R3/oK+z/AIdfCvwx8PfD9qmiaXa2OyMZkijCs31brXpNhOk0IIO4VzwzOOMn7KOiaN1SnNe+z4+8c6NefBCwttJ0y2ih0HBRFih+4v8AWvJ20fR/HGqpb39hbXSued8a190/FDw9p2v+HrqG6jRzsON1fC15CfB/jZZU3Nb2024qv8Qr5XEOcKrhSndrzOSVFwdmdlqn7APhTxJpbT24vNEuGG8PBJvRv+AGvB/F37FvifRdVe08OeIIb3Z8wjnLQuv/AKEK+/vBPxp0nxZou3To2lnhVVkjYfd4rzI641v8YIHlQvA7/vPL+Za9SlVx1OjDEc/uPo/6uS2qbtBnw5rfwp+MHw/hV9Q0K5nt1+bzI9sy/pXMw/ES4sZvs+r6O8TL13IyndX6v/Emztdc0NEig3ORuVsdDXmeg+A9D1Swe31fTrO83Hn7TAsqn/Z5rV8QKh8cPmjXnqR31Pz+tvGHh/VDjz3t2/6aDpVp7e2vFzFcxT56Kpr2n9qL4G+CvD9z9v0zQ49NV0XH2Msi7vXbXxtqK21ndN9nu7mLYfWvpcNjliYqcGd0Iymr2PVpdJnV2H3eKZNY/wB8beK8vh8Tanau32fU22sf4hXVpeeLY7CK82Q3Vq4VgylW3V1PEJfEV7ORrPYvI6kIOPlHvQNPLcY2sw5rJh8caup2S6dHK6n+EipE+IUkZ/f6Wfl91qliEL2di/HYnLjB+UfxU1lk8ltmFUGqcnxKs92Tp5T13PVS8+Klkr/u7SKL0XfuqnWuOxoC13ckfeHG75alh0eSRFITb/F838XvXFXnxWe4kJDhfRVSsi58fXNw2fMkbb13P/DT9o+wuW56iY7SxdXuLlN/937xWqk/iiC1dhbRB0HzF3P/ALLXln9vSyHmU7f9mrMeoGPb8+5fvVlKUzohTX2jvo9Yl1CVy77VPzbc7a19LYrJsOFX71cPp+oCaSKMHr81dvprJuRMhWrzat+p6VOEEtDq7NSzqY+/3q6G0sRNHn+OsPTV5/3a6jTZNsTAgK2eFb+KuJo6ol/TVkhKbx8rfxVocLLvTG7G3bSQx+ZDjjeOi1YdQu0lCrNWbRQ6PDIrnrnlaleNNjEDjtU0Nqsitj5dtQiT96IyPlrE09CrMvmBc/fqlf2paPJG5a6F4415+8Kgnsw3QYXHNVzMXJzHnepQvsYSJvQdG9q4/W7H5Gnj+bna0fpXsmoabFNFs2fWvPta08W87xlDsxt+UV3UpannVoWPNLO8EN4heQR/v0+9+KtXNPcSaebyLzN1ruMR3H7wLVveJtNNvM7j7nWuavoxeW8oH3dmVVfavZgkeXJGzpupNNpM8SDe7zL93sqD5hVe+uhHZ24jQ7EL71qLwTqEdneWvn4eBvmkb23bWq7q2m/Z5JyEdoEkZAy+7ZraxiQ2Fv5KwTo4aJ3Cjd/Dhq6gTT6TeLbj73nb96913/8A2Vc+lru09IEj+besqf8AfXzVuabJJa6Yy3oLNaSbQzD5sf3akk1p7dI4r0faWfzz8i/7Xzf0zTfDdjLpNzPJB8u5N4Zv4xWHqV1K0q3Nu5ZPPEska9mIrqkt5b7RUgzuVAMSfxISp2invoQdQqx3GqRBMI8tucKvulX/AAfdCxuH0+5fZFMHZGx0P8X/AH1XA6J4iltdgvIpPkTYP7y/8Cr017iPUrNgUT7VbQebDIvy7h/jVJdyXc5g6OPsk8ED7dj7d7H5d38JVq6fwq06yLBc70Z02fN7d6y100NaXEWNsV2Nwb+7Uvhu61HSbiCC8ilZt+0K3dCuPlatraXIO2vdD/sHwytvG8c0t1I9x8vcfKv/ALNXC+J7P+z5ZUyVZ4+V/wBk8V3VzeGztxLexyJFDHs2t/CD91hXmus3Ul9JeTvIHihOyHYd3yHmtOlzBauxNpWjyQ6rpIBLcDYy/dwF+9XptrZxal480bB3xWcb/e/vbqi8MaXBpdloxdBLcPb7kR/U11HgvSU1bXP7QBVPs0YZ1X6ms5zVKnKYNneXfhOLWCkjnZ5CbRuPy8tXmviaGPR/EDxRofIX5d7fxGvd9H8My3Wn3N6SyII3fdn5UAHWvn7XdQ+2TNgH/WFjK53bq/LcdWlWU6rOBrVGH4hmS6iVIwd4fcWarPhSGaS5iGfl7rS2GlyahfogQy7j91e9dHpWm/2fqzR4H7rr/stXjpctGzFd81zeu1dY7cfdbfxXZeDNP1NtTnuIIpZEJH7xvu1h6bm81W0jEe/cdo3Cvq7wT4VtbfSIP3W1sc7hW+XxdaPs1uddKDqS0PIV8Py3V40lw5V8birfLtWrXhP4f27faLlzuVtzbv4f++q6n4j+FpUvt0RdYLgbXVWxk1V8N3D2rRWBXdhCxb0rpxGGlQ92xUaac+WZ8D6ds16+bzDtRfm2/wB6rVxGlmjhPlSqkNrHDAJFPz/xVWvb51i8sd64m7v3Tli0buhzRxhy5Dsei1654SbQNWs4EneKKWOPiKX+M7vm/wDHa8AsNS/s+dHcb6vjxFcRyp5RKqvT8a97L8QsJU55A0po+q9C+HfhvXtVnnSSJ7e3xt8v+LjpXOeJPgfqfiDUpU0iUKnJfYTsQV5t4J1zWbqa3tNOkube4kO13Q/IV/2q9y8K/HSTwTp91batpcl47jYtzENm/tzX3+GzGhWj+8RyOmm9NDR/Zf8Ah5d6NqWsWeqzSNLbOuyPecY9a+jtT8O2d9biKT5tvKq3rXyZpfxxvPDniS41KK0jMEkRG3PzL7bu9WbD44+JfHX2zVY7r7GtlIES2turf73tXa69JztTZ1UZwpU7SV2e+N8OINImS6tZWifdvdgfvVJf+OZ9Fj2greSw/wCsiU/M3+7XEeA/jBc+MtHnjvLi3W8R2hG35c+9dBoGiwah4m8y4k3IRtjXPXFPlVXW+xopKFvY9S1F8ftChuI7bUYbuwuHO1VePOa6KL4n+GrtB/xM7ePc2wiV9hH51R1n4Uadq2r21+yANAd6rjvXlnxH+Ful3SXEgj3Mu5hufbtrpVKnNXgyp1sTS+NaHovjfxNoOpeFrrFxb3EYBQqsowteOar4o8FTaJBbWksUrRbVeJMLn+8249a+btR8H6zJrNxbWZuPsrP91Xbaazdf8F6n4beKS7d0kxv+U7dteNXx9aj7iRzuUKj5mj6ck8RaDr1nb6faXAZGbZu2beB/DXK+LtH0axv7eOMRqrybSu/2rxfwi1zqUvlm8kRlfjnaw96p+M7iWG9U/a5HOd26R23V8VjJ1Kic29xqS7HpfxC8C21npq3MT7GYZH+0teUXMwaHywPlroNP1zWPEGjtFcXZe1h+Ubq5rUmG7YmV5r5aFT21R0+q3G0t0Z81xHG6pIQq9m963NEtf7QKRF9sTdWrE1WOCaNR/EtMs9al03ZGE3MK9SrRTp6IFFHW6lpcem2yoCF3dV70zT5I47Rhs+auf1HxELyVeCvruq5Z3nmWi+X83rXkTjKETZSVzfsfGE+iy7ILh1iI27V+6Krt44vY9biuI3Lqh3FW/irn49LuL6Zeqqa9K8DfCs6tuknEjJjcW/2aar0lo1ctT6I2ta+IUviDS1RLNYGI3/Md3NYOkSR+dPJcGNCsfyM38Tf7VaOt6D/Yt0ttGhZGFPv/AAzK1tBH5TGWX5duPvVEeZPREJpTOCF1c2Piz+07IhvLLKP7pHRq37bxNI2pxXs8G91O4JGK7J/hfc2NlAkkZjncbjt+Zqr+H/C9tock89/hWzx5/Zaxxtd06d7FxlK9ke4eEvHHhy+8K2/mFIrgj95E339/92ul8FfYmMqMiIud4b/arwO3ht11Fp7BBLFnd8v3ttemeGvEBXeZB5CYVenzV5c8ROMF2N4yTke52qRND8mNvtXlnxI8T39neLbW/wA6ZyUX+Kum8MeJFvLbZH91TVq60SykZ57nYznpuq6ValUSvudVRynBKB5dLq39oJFJHbydNpiYfdrZ0fRYNQm+0yWyMw/heu90XwZBLG0zADd7VLPHZaAHZtqkelbYyhUjSVXoyI03f3jOh8Tw2cP2SVSoXpu+7XbeHj5lqpGdp6V554o0n/hIrDzLf5OjKy/er0HwhFJDpMCzf6wLXXw4pV8Z70tDqi3zHnPx8vrzR9Fa4gJ8gD959K+QNS1D+2FlMg3u7/dr7M/aKt5rrwFdRwruzyzY6CvjGzt/JvFkkjKxfdNe9mFCGFxTqQPLq1HGs0dl8Ffh3d3mvb4r6WzgPXYfmk9q+qfDfwt0nT5BceVvuOpkY5NfPfgPVJNHD3FtKqoPlO44b/gNev8Ahn4sJDp+ydJWdflX+JjXlyxt6qqVJe52Oml7H4mj1GbR7byWQoNteRePPDv9ixXF/bym3t4gzuq/drtNO8VXOqSqPIZUPzbqx/idGlx4SvGnkKJ/d/ve1VSq4fF4iFOGibNp2qL3Efn18SfF2t+PteuHlMiaMj+VBA3/AC0I+89fPHxX8Ppot+v2S3KfJ++4+XdX2NqPhu2utf8ANICrGP3aL90V578Q/CdreWE8cMaSzoS5R/myxr9TVKGGhHlR0QUrWPjWG8+T5/vg/wANezfCC+fWPCur2D7ttswlTd6GuV1vwXNbzf8AHtHBztbiu6+FGjjSdB1y5P8AGiIGb5ea5cZUpypabnbTT6nH3m+3v51BP3z8tU75Xm5XuPu1sX6iS9cn1pfsaKjHNYQktGbuFzirnT5GDAp8tZFzpL7G4+au9vLMqF71i3kL4bPau+lWZxyjynB3OmvGvR91VJLeWNsEGu0s7yDz/LuEDK3T5eldBF4Zs76LIT5v71dTrqD94lUm9YnmMG+MYOa1LCYq/P3a7K48I28ZOAfmqNfDaRrwmWqfb02Uqc1uZtn5ccilD8v92ul0rUDGu7O1/wC9WSujvG2cH5f4VFXLJTG+TG/y/wB4VhPllqbwdj07wrrgvFUSffHVfWu8s7iKRlzhm+8jV5Bp91HhXCbZfvBl+XFdhomvJu2S5ib+92NebP4jvhM9V0qbd8jjcr9Fx81XLqGORly7Ltrn9B1QLtAk81O26uvhvI7hFz/F03D7tQmjW9ynb7VbGSzfep8cfmD+7VfUFKzLJGDt+71qeO4LcZ4rNopF23jRk2cbT8xpnlnDCok/dkkEbaliUtIrfw1BoRuqbGOK5TXLXzN5fHP8K12nlhg3G1c/erD1+zDJtQ/8CrppfEc9WKaPA/E9uIZH5+UlmFcQPLWZn4VVcKV+vDV6l4v00SKhxu+dv++a8v1vSXhkZ4z8pLV7VPY8OotSDRLEL9qicbXhLL/wHPzV21mvneH3uDIZ3SRN8bf39uM/+O154uoFZkuH+V3O2b/arptN1LbBLbvvZyW2f3sfw1rscrOgS3T7Ta2wlEW8O25f4gTyre1XdS8y40y/8/Hm+Z93HowWsfTbj7Vc2sjpulCKvzf725q6LTITJK8EkWxd5+Rvmbr96hEmXJZppdpayygq0sjMV/u/e/8Aia3dKuDGHKBGi8tXCt6g9P8Avmsfxi0kOqywHCwAbEf1x/F+dWdA3f2f56kvtwrr6YrRhY1dTjtlu2FttWUuUEf959u5V/75re8OzedCJUJX93tKuPuv/d/8drKutB/tC+tXjkKy3DxMn+zIIm2/qq1s+GJPtT3X2tJLd7kcbR/H/F+tJztuUqbaNzTtUjjSJLi3K2+dp2jcoat/WV/s23We3+eIgOOPlx6VvWHhuC60pp/KDfuwsiqPusO/1plnpMtuWSfFxpMw2naPmj42/NW9OSkRWpOKuked+K9Wlj05psn549vlSH/eZa5K2aOO10vyyN1zIjSbv96uy8b/AGSO3a0wf3B2J71zWk6X9sa3t94H2cq4b0HX5q3e9jjjqegT6sdW8XWUEWUigh+XaOx+WvT9E0uTQdEld0KymRWdlPYfw1w/w20WLUtbS5cFF8uLzGcdcE1674ujj1LT3traXyoASx2/edv4fwrws5xdPCYZ8/Uyq6bHY6h48stN+HEscUTzzumzao2og9W9TXzj5ZmZ5P4id1a9rqF7JaS2E94zwJ0jqewtYrd28wDbX5nOtCcLI560uaaaLHgyS2s7pJLkDbn7y1PdzJNq9xJDEVid91X9F0dNeuIorfG1DuPliuuu/A8ccLAEpLs3BcelNvnhyolp20Ov+FvhmC8eC5nQFh821q970vVEjuEgA+Ur2r5c+Gvjqe11NbIJ5rK+zdn5a9z8RC803w211A5ikQbty/e5rhwVStgq90tj0qUlGHMjr/GtlHf6NN/fVNwryvwffJJrjyXYG4gINv3Vrd8M+KrjXtPWCQj5BsPPzPViw8Ayf2lFKg2oMsdtepDFVM7xvsaasuoVt1Ugfm75zsjclcfw1XeOW+mWCCN3lPRabM204Xsa9k+DPhG3vL3+1Hj3oiV5zqwormkealzv3TyD/hG7yO5ZLiMo4O3bW8vg+4jgindQqKN4VvvMK9J8TWdouqznywiglg396mW1rqOreVbxbPKQYLbP4TXTTrc8jVQSNLw9rVhptvFJbRnd8v3PvK1e46V8NYPiBbReeG2tCHO773+7XmuneEbbwvDBLcRi4dTvNe4+HfitpNnoqXMaMrIFTaictXtZbToxxEa1SbsvuN3S54WmeT/Fr4AtoemqNLSV536c15FbfA3xbZ209xAZomcfP5RO1v8AZ9zX2OfiDp/i3WYkt4JXWIbm82P5QK6nws2mzWDiTyQyOe+2v0eOKy/FappvyOD6rKUvcdkfDPhWzk8N2D2d5cm1v3udsiyFlwnqtetnxNquiwW93Yzi4+xuPLVSzO6/7VbPxv8AB+hzaxYXYSP55FYzqRtC7ulXfGfizwR4V0SJI7+2+dPkWL5pS3+7WlOdDDtx51b11MLVE7djmPFf7aepWdvLa22hLb3SjaZZX6GvKn/aMe+W4l1BJpLy4j2u2fkDf7K1zvivSZfFGopJZxOqzH5FYfMV9WrA8T+AZPDtrE92+3cN7LjpXy+JxeJo1W4P3TV1Zz+I9J0D46aJapFcvA63WF3xsOuK4/xx8SIPG2qZT/RYF/hY7vxrzW4a3VGAPzZ+9VC3UfaWIO1SK8Otjp1Kim9zeHKlaR6h4pk07RbC3k0+4iWUxjy5I35c/wAVecaxqk8kTXDuXesm6Z43IB+VqvwR/aI0Rx8tRiK/tGnYz5UnoXfDvja7htPsyR/fPO6t6DfdTL5v3G/jrnLny7dkFunzVsWF8ZrNiSB/s15NSlThedNWuVc1dZs7SOyV4CGfFcRqt1JDeI6j5W+U7as3usHc8SfMw96p20Lzcy+u6to3hD3ikaOnRpfXKeYdiV6TpOm2FjZqMruxurzS0jjWbqVrcstWXztmT+debWk6miJSSPTfDdnaX0zE/Kq17PocMU00CWxEW0qr7TxtxXjPwr8O6j4sv57fT4nfYN7/AN3FetaJ4Z1fQ7yW0vYPK+Q+W3uK82rSnTvPoVB2IfHklppt5Fcuhn2OrybR0Fbmi6lZ608Wo2kSvbxE43/K2f7q15545j1O+b5xuUrt8z/ZFJ4R8Xano+lNYRWcUtuh3pK33k/vUlWqQ3LjZntlrdJrEUsstv8AZ2QcMnzM1eUfFC+tbzSp/KV4rgDb838TVPY/FaVfNsg8jHHKxIq5rDv40uhPPI43yncUc7tteVi8WpyS7M6EtSL4Nw3EaebqA81M/dx8or1u51Kw81UTB3n738NeIXmvDRYEiQFl/hXO1a6638RQXnh5JI5RFK3Xb/DWFeM67U2rDuoHsljqkGm2KyRuu3H3lqp4t8USNpqlJdrNjDV5Vc+PDNpcVvJPvlwtao1AX2kLPKdqryd/y1z0cNNmkq1/cieseCPFHiK+sliHkuoH+tcdKveIYbiZI/tL7nY87a4/4c69PDItrEiyq/zJuNem32gvrUO15NvGflr0KVHE10qW6N73p73OWj8QDTfs9mhDSv8ALtavRdFS5njQs+xMcivCvEngnxDpmuG6sIjKqfxV6Z4S8S6l/Y8S38ccV4B8/wA1fSYHD1MBU56y9zyFSnc7LxNpsOp6PPbygOGUivlfVfhXPfa49tGGS3d/vf3a921/x7BpNr5csu+c9FWuR/4ShLp/MAKTr833fvVzZtmrxNXloq2hjWhTqSUhtj8IrXSLCLy8OV5ZXFdRpOj6bbyJEVTev8OKf4X8Stq0kkcy7AuAu48mtp47aG5VzgM1eNSwzrJc71RpaMNYbGokNtbwcALgV438avEyLCmng7U++612vj7XJdJ0zMDDe3TdXzx421S5vJGknJeUpt3V9hkuF9pjlNwVofmd1KpGo+Q801bXo7O5eQkJt/i/u1x+v6hbXkUs74bNaniG13PP5vzq3RawksYJmYOdzHov8Nfo1ZSqdTsVkjzvVbEalN5Vpb7mPWT71S6rs8M6ImljG9w0szf3ia9estBtrO1aQRhdiM27H3sfw18++MNUfUNYupN+5TJXm1aPLpe5vR99nPovnXPArcgtd0eSBxVfS9PeaRCoPNdQNPWOPGN1Q/5ToaOQubXcrcba5vVYz5bfLXb3sLxq4Kda5W+s5GZ94+WtaTsznqx5lc4W9t9qs/3WrV8K+JPLm+zyncw6VFqVmN7A521zdyv9n3KTxfwnmvTa9orHKpcjPWlmDLnPy0qx+Y3H3axtH1aO8sInjYNgcr/drVtb6NmXeny/3lrz3BxOtTRoR2vmBQAOKsW+nx9MFueaS0kgkPEoVv8AarZtLUsF2ndUNs0uirFp4jHyHd+FEUzq7EKFarcyyQ7sjcorPnuo2fhArZqSjqtC1w2qqkqbvXbXf6TrEckIbOxe26vHLe6Kyq4P/Aa6mw1R9io77vRawkbQPR/tkUwYJcqzVLFJEyNyd2PzrlLSYMiEMq+vHzVoNceZsAb5VrLmZcfeZuRzHayZHPSnWlxLDwfm9aoQXC/LjDN9a1o+u8feP8NI6bFuGQsrZG4CqWpqGt5e3HNX4fl3Z7/w1Q1iQeS0Y+VSK6KfxHNWWh5J4iuA12+AVwNu2vN9akTzJMpuiB5r0PxJJGtw7g/N82a88T/iaRX8YjJbG/d/dx/er3qaPBqI5+TR545pZBFvg+/8w7HbtNaksMizQEArL5aqPl281P4cmnm8+0dz88C4Vj1+ddord1KGP+yLiRMtJC5iRvvb88f/ABVbs5mjM0m6NxewDaGWWPb/AMCFdVeal/xMLydE3fZrPbuU/wDLUsBXG+GpNs1vv+fE+0K38Q210arJcR3snkCJbmZU+UfKV+9ms3NRBRM7xpdXMllZSEbm/wCWjein7tP8NXk9vLeRxHbKEDbW74/hroLyEzQyyyxCWylcQurDoAKuXfhu00+2W/z8lyNm1e3HWodVWOmFFs62GaOaK32oFljCf99da39ShdoVubSNRFJ+9O0dH/iriLG+Nvc2vmHzZGjRS36V6v4Us1vrC6342Y3Ba4Kk7VOVno0qN4JmdZfEp9HmEUq7EePc/Py7wv8A7NXW+DvFFt4k0vUUgx5ux/u98fw14n4/t5bWZ40yqg11HwPmNvdsn3q5ZYl0qsLdz1ZZep4SczlPG3iz7Q96iOuxAmxsdPmxUvwtjOoLd3lxjdyvzdzj5azte8KvdXOopEgd7i4l799pK1P4Svp9NvdJtMfeKNKv+z/FX1bfM+Y+DS+ye+eDIY18PLIg/esmwt/cIrIv4/ECs/kTl0Z+a6DTbeXT/BUM8aFfOkMpb/Zz8tdh4E03+3LZMxBcH/vqvzjiLMownyyV0jC952R5jLpt3Z2CTBA7S/MWqCfVjDCwkQJ/tV6J440ldLuIo441bYrgIn/s1eUvpt5rEsokjPJ/hFeBCrSrx9pTMKnxaHtnwektFtXnHls33uu1qw/FfijV2v7oRTtBE7sp2d81F4H8I6n4fjSQ/NE67dn8Va/iXw7c3CKUt3SLHMrf3qihabndiqOSikc/4H1IaP4gt53xtU8s1fUvibxbp2ofD+9lE6KvkcLu5r5Nfw7d2sz+Zl2XpUsuuXccP2RZSyEKu3O7bitJKpBpwZcKvLTcGtz0bwN8RrTw/c5uQWz0719K+DvGmmeIrZHs5hISOa+SdJ0m21KzbJy+ONo+7XongC4n0XUoAN6p907f4qzw+Llg6jrQWprRruFoS2Pim9sStwqD71d/4M8SXngtGtnH+hzbc81jDw7cNMlxHHux89d1ofgs6pPZ24HzPh5Fb1NctakqlNPdHLDRlqaYeJL5xAm+LH+txtxXSJNPo5RoAPnCoVYfLxXpS/COLQdMi8oBJcBi2Kxv+EHubjVFQ/Kqvu2t6f3q5aK5Z2ex1pM1fDej/wDCQWaXN2PnI/1bVLfw2Gmrb26RhYkOwrirmq+KtP0N7VLZhvT5Hizj5auah4i0S60ljG8fnsd21vvBq3qVVH93fRnRbQxLn4jWfhV4ri3RVZvkK4+9XG6x8TrbVoDJHcpa3k0214s7W21S17w7f+IrW9vYIvKg8zaFx1b/AGa801PwDd7HklLI6Hj+9XdlLqYSemtzkqy59EU/GerarY3EU8l3cPErsyIz/KP92vPbnUrz7al7IN7Id4V++K9HtNNM1zcPqmUlhjCosr7l/wCA1zmvWcEgleJBsXpu+81e/UdG/Pze+crbia3hD4rRWd4stwiRJCG8veNzfSue8efEi58XXDR/ctU6L61y4sZJJG2AstWptLGxufmUcVx1cXN6NmfM3ojGmkK7QlVpmeNuB8tWrmEwydfu1JZ7LiFhsO7NcympFJ33Kttb/anz97/ZrUeMW6/uyFYDG2n2WmyKrSAbVH96oLaOWSZvMHy521LqO/ulKy0HWyj78masC3EgYoflrWGmwLpjOSFkb+GsOzkMZdCflzUc11oVa24Lovkv9ofHI43VbaxRUTJ6j71V9W1KW4iWJMbR/EtYxmkZ1HmHj3rGKrVOo00X71fLfCGrVhJDaws8n3v71QWmj3GoHJJbdUr6LLGzRney9635YWtci+p9OfsW+N9NstQ8Qw3brE3lxMjP35Ir0z4mfFzSdstzZPHJ5BKjn7zV8Q6VNcaC7PaSyROw2loztrasY9S1aFpCWZGP8R+9XBifbT/d39w39quTkR6zN8ShqGlNvt+AGUKp+bBrnrbx4lrYTxpb/OowkjP2rJu9FfR9E82SQM2PnX0rhDcTySt83y/3awjRSVmZ8z3NGXxhLb6q0rylUz/Ca6W48ZQLFbzpKXXPO41wVz4bnvnTJKBvmLVFrOny6eixxl3+Za9BZdRqJTN6cW1dnoWq61PqFwpig/dN/E1T6ZJcwwMh3bT0WqfhJbzUrWCNLR3lx95Vr0TTfDNypQy2zbv7uK82pNwXsbbBOXY5vwvbyrrUU96SsAfn6V7zr9np0mkwPBL5qHa52Dau3+7XM6P8P7jxBCwSAow/h+9+NV9e8P694baKKfzJ7NTtC/w1ye09/liQ1ZcxtaPqUGn+IbP7PP8AMh+77elfQkN3ewWAlQBgY93y18jX0M+k6xYXk4aBFcMfpX1P4O1xfEFhbmJt8RT5s9PpVU6rhPljodWHZ3ejyR6hZK7qN7AZFY3iLwoNR3vHIU4+6vFb9jZrbW+IxSNIY0YN0r9CfK8JCGIWttz0vZ3Vj5c+JDDw7rMX2k/dP8R7VvWvjDQtUhgjs543lwG+X5VSn/tCaTZPaieRV8xlPzV5j8NvCssLfa3O2LG4LL92vgMRgIVXz03Y82zvy2PcNB1zS/7QSJZQr/7IrvVgiuEinB3Ko3da+cLzWItL1Ji53tn/AJZOtel+HviPH/Z0dvgNKfl/+tWNKksE+aeprG/wsn8b293q0csoQJb26Fi3rXgnie4+Zif++a+hfGOoXa+Fbp/s/lJINu6vmTxdeCOJyGO7tX3WU1v3bnbVnpYKjzXZ534k1AKHQH5q5qz1BLe5SORw2Pm20zxPqR+0ucjk1ylp9o1DW7e2tE33Ej7R/wCzNXtzqTnpE9qNJQies+M9ai0vwjPLAf3s42L/AOzV88x2P2qdzIPvGvSfH94Wmt9Mjfelom0svc/xNWJaaWkmzja30pLn2Kp0+REOnaX5MShB81aDxrHH/tVom1MaZrMnyxY/w1TJtcwtTjMjZrnbyzaY9OldfND5m7jrWXc2Z3cfc/2aIsXIcBrWm+ZGwx8yj+GuIvNPdex/4FXrs1iN7Db83+1XNa3ofkv5gG5G616NKtbQ5alI89tpLjTT+6chu/8Adra07xZ5LqJ4SuP4lq++giQZA3VVl8PyMvyIW3H7rV180J7nLaaOls/FlhdKqO4Vl/vVvab4i0xUYeeFb61wNt4bn8xsQfNWtYeG7hrpFKBcfMVrKVOl3NlKfY7d/FGnsFjiMksv91RWNfySyXCn7Oyof4lrU0rwvHb3KySp8q5+X611D26QwqNidNo3VyScFsdapuxw1jJOrrvL11Gk3D4bMZb/AGqr3FukkzYIV/8AZre0iGSHbkfpXLNK50QizSsbg71GCvH8Vaz3UEKYcBmx/DUFmp83/a+70q5fWJuI1dERmUfw1hY1UTNTVnju1CfcNd7YTfaIopAewrlNK0GVpP3iBU7/AErq7SFbeHywPlXpzRY2ZfhkG9d+Fz8vy1Q8RL+5fYRuAqW2xMjCRPvN8lQ6tbj7NKchm+7WsHaRlUWh4f4nvPJkeTG1fM/76rnvD18I4NZIA/ex+SjN/eJrrvGGgtNOkcQfbnca5S38O3k1zFFGm6JD5z7f733Vr2qc1Y+eqqzIPDNulrqN7ekB/sp8qFWG7ccf5atm5WSTR7dIMJKpfPuTxn/0L/vqiHw3Jb/Z7GND9okPmurep9a61vBb6fYWtsj7nf5Xkb+GtHU6mKp8zPPfDnh24k1BZEIZYo3/ADr0GDw/LHZpByyxR/O2PvM/zV03g7wX5Nm0sdvt3vvLMPvKPu101zo5sdHVCm92fzXbH3mrzatb3z0KeGODuNLkj0hLc/ceQN5fo3Sp9U0+C6tvswdW8lNm1T/31W5LGI7O4mlI2RDf81eJ3esajZ38t7byFd7sxjb7tZQlJq6PV9ir2R3+n6PcMLckfL93p0wa9f8Ah+sSs0chK7ht614/4V8eLqVh5cqBJ+y+9dHo/jBLO5Uh9rZ/vVxVpyn7/VHXRpWurCfGCzez1ho9m1X6f7VT/CJvs9+wIKqcVs/FRRrnhvTtVjxvR9j/AI1S8BRx6bpd5eSnakUbPu/u+lE/fnC3U9puEMBO5594i8TJYzLZWjvLfx3c77m/hbPyiu08I+EX1hNJueN7x8ovufm/9BriPCOgvr2sz3lyDvaTfu+pr6c8L+F4/DujW9xIm944fut/DntX2T2bPyGrLkVw1bxElrZ2+lx2zRwJGFPPy1ueFvFkmk2Qjity2ejMNtcP4j8SW7SuQhfGMVasfGFtNaJaW5lW4LrncPuivyfMoQnUkpK6ONVLHQyak91fTyXJ77jxU9hqml29xEhOydpOWx8oFY1zZyXCweVuld/vsp71WvNBnj1K3LjbyMrXiSpqDSjoiYVXFnqmkNqOvXmyys4205H3eag+ZqtfE7XJdJ0WCC0spWy4aRnr0r4a32m2fh6NDsV1H8I/hqj48tbbWrGK3tkM8rOzBcfKtejg6lBvl3Z1VObl5rniU/jC0m0J2l8trgj7q1x+gMGvMzjamdx210Ot+D5LfXPs89oU3n0216fonwvtIdAaQRorsOGbvVvC1Ity11OdT9pscv4A0f7RcuM7Ub5tv+zXrUWkx6akXlRncTx7VxPhjwjqGh6rHJcBVid9vSvXHa3a3UHLYbbu/hrwq9OpQk3Ke52UqUZxuj4/8JSRTRwC7Cojuyhs16He+INL8Pu1xbCKeVNrBYz6V5B4M1a21iZbeWeJIgm4LI+3mqHirxBYaTqUsTuHVPl/dndXVRTs4diLO1z3WH45XOpRJG8TojfOrJtbp97dWzZfFDTNWuJSLiNJUQL8x25r5a8PX2qXV239l+ZPxwuNyt/s1V8R6L4o0u5S5nX7Pv8AnKJ95Vqvq/MuaJaraanvPjbSX1Cf+0ILktLncP7tcRD4sufD964vYw8D9f8AZP8Aerh4/iJqscHlfbJv7u1jWZqHirUNQZhI+9G/vj5qlU+bSaMnNXPqfwn8XNIk8M/Y59qTpnLY3fw/erkLfxdb3mt/aHKLajLFmHy/7NeOeHb77CJXf5v3e3rV2bXJ9Qs2EUW11+UbRXTyKjD3XuW5Kw/x9r0eqavKlk52FvmZf4zVCy0OXVNNbeSqINo/2qteFNJiad3vJI/N+8Ec43Vk3+vT2uoPbWRMSufuqdwzU80viXQ57KerLVn4bLIkcQ3MevtVbxF4XOjjg/Metauh69Fo9xKbyQJOBtDY3bTTvtE/iS9SVzJPEsm1mxt2iiL5n5GTp2WhjT/D24XR/tsgLMw3eWv8K1gWmlz6Oiz3ERSJxuTcOq19a+GfBsvijQ02RIsUQ2D/AG1FcTq3w5/4TbWX04EQWFuQjyonX2WtOey5nokX7F/EeIDVrRbNSHDK/wB9aypIZdUmzaHbEnVsfLXrnir4J2mm3K29nH0O0qx7f3qkufhnc6HpLG0RV3Iv3xuyax+tU6clFPcv2btqeM+Zc2snlSSHYv8Ad+7VW+kC3GyIbmeun1/w7eWcTy3Ax/tev+7XGpDO18ksQ3Mh4X1roUVKW5CL+pTQW9oqR/NKf4f4qp/8I/csEnI25+Y1au9JuFvEuJI9ir/yzzurpYtSE1uqPHtYD0+9W6/c/BqTN22Om8O+G410Brlz83+zWDFJHG0olz8rnFeifDnwqNe0yf8Aflc9Ilet1/2Z73VtNnvLedkQ7mRa8qniqTqOm3qU6bsp2PErua2jt1kyNw+V1os/iJbx2q6fFHH5sXyh1/hrU8W/C/V/CsciXMW5W+XcvavGLnR7zTdVaVFLbTur3aWFjXumyqaTR7Nea1LrFmgnKqqjnb3rhtQ1ILd+XER8pqexuLi4s8ONua5q4sbiG+d13NzXNRwqjN87HGMT3v8AZ68CyfFHxfb2t7L5Wmw/NMVP3v8AZWvtmD9nLwQ0UWdJibb/AHu9fAXwf+ImoeC79XtnEW87XZu3vX17pH7U9japo1k+by8nkSKRlPr3row9b6piZ/WYXh0sepChTcNUew2vwm8O6XGBaabBBs/urSy+CNLbcDaxN9RVnxF4yisNHM8TbiRxXO+C/GieJ7mePzArxHlVPb1rlzavl88RBUI35uppGNOD5LG1p3hO2005ghEa/wCzV248P2WqrsniSTafStSa8gt1UF1UtwOaS3gEZ8wd62hl9GjVXs9e5sowtyWPCPjn8NWm09JLKMlUO4qoqp8IbHxTJp0ES20dvaodollB3Af7te46pJDcfJKAVpI9TtNNg8tAEP8AdFeQpYWWLnzvRHI8LZ80XZGvpqvBaIsh3uBy1U7+SWSbYg/4FSWeprMoY1cjlWc5r6f67Rx9CFGEzt5LLQ8Y+NPgltWsFuCS3lbnK15A3jaCz0F7eONknUbH3ptWvrbWLOK9geORQ6sO9eKeKvhPp91czl4EVJDufnbXz2Lp06d4OVjzatNwbkj5mvfEHmO9w+Wy/wDDXcfCLxJHea3BJKB1CxpI3G6vTbv9nfSryw/doIm7eWagt/g2nhUreRbG8kcLivnZzpU5crmc0Y1E+Zo9N+JN1HJ4FuNmN29Pu18deObzc7oO/Wu+8T/Eq91TxZZ6Q8hisljdPKzu3Pj7zf8AfNeZePJDGzY+Zs191lsr04o+my+SnG55DrkjyT7ANzZ+Wuk0/TR4H0druWL/AInd0nCt/wAsUP8AVq6rwj4RSxt113UYg8zbmtIHH/j7f0rG163lvL2W4l+dn/ir7KnTUIX6s9G/tJ26I4hLN7q5MsmcsdxZq14bErtIw1XobfauAKvpZ/Jvx3+761FrHXIyby1MkaDlay7ix3Def++a6i4h8tefl2isS4m8wsg/hqWYtGLd2oUcGqJtxtqzrEzwjcPmrnX1YrLjNZNMFG6C5tdsjOVqKOxS6V0kG7j5adNeec3WrVpjdmkpA4XRyFxp5sbxh96JqtQ2McwyB81dBqtj9oRsAbqyIY3WVQvy7TzXTzMw9mNhtXVlH9K0oLWVW3p5at3plozQyNzu5+7WvG25M+WFz/31Ue0uawpkUS3GG/eBV/2RULrI0rB5DKy+9WvssjDCD61oWljGsXHzS1JukLpGmpIu8oNxrYtrXjIT5VqW0sx5ahfvVftf3LrG4281DZqolVbcRhdmdzGt2wtTuUkHd/47VZ4U85QMIxNaNuskcjAZ2/3qlovlLCSD5hx/u1KmJOBuT+H8aZKvmIwON/3htFMtbd13Eud2fu+jVD0E0aEOxs9sdalS1juoW5HJ/wC+qqozQ/IVO16sQMfN8sJsVF/ho2M2tDKvvCYkbzMb9zcr/dWpdN8L2lvDIsSDc/Xd7V0LMGDDd8tMhZI0wBWqqs4KlJMwbXwvbW8zy7E81n3bsVdm8OpNNETzjrV+GMSHp8patFMKqn/gNayqsinRVybTrOOG3SJECqg2irUmmia2ljxtZxwzfw0WfyspI+Wr8Mm6VgXrlUrHfZHhfieQ2r3ulyv86PtPutcDf6CGjfH3Wrb+J2uM3j/VCmFUSKPyFZcOrCZFHDV1Sbpm8Kbepzf9myabPxlf4htNaulTS3l8hP3vu/L/ABf71P1SRZm6DcflrrPh54VkvplldNy5qG1y3PUh7iuztdf/AHPw4it2zveRFCtWd4k8zR/h1iIfvblwp/3B/la1PEsJ1LWbLSoB8kHzP9aoeMZDqlzFo6OPs9sdryL2wvzbq1wVLnqpy6HnZvifY4PkjvJlfwHpLKtnKct55VkVR3r3vX/DOq2fhj7bcllSV952/Qbaq/B/4Wz+JArhPKtYIN0K4+82a9x8eQpb+Evs12hVETYEUdTtpY7NV9YWFpPR7n5niH7h8oXNnBcRZj9ctUVnY/Y7zI+996t6ZYrOeWLyxuduFXtWtoVjb6lfoBhV+6ZNtfA4irepKL7nMleFzW8EzfaLlDJEdkZViyitLxncC61W3SBBu3hdtdp4V8KwfK8Rx5j/AHWH3q4TxZZy2/iy62fN5UnDdKyp03JNyFJWSPRbjw3Lp/hX7bHKytt+7moPAnjSKO/RLs7ok96sadrFxq3hs2lw/wAqJsRV9a80vdHGl/aJPM246/WuNU4uScdGjoqPkkmtj3XxDcaJ4i1OylQx7e/96ulm8OpDbWU0QaVE/vGvnjwlcSyalax75NsILlmNe/QeKPtBsLKMqztGu9l/hr7TA49U1yVdSbQqe8tGZHjzXPsqW8G0rO77/m+VVWqVrqFxHDK+N2dv3u1TfFrT4vO06QvubO07j2qzYTQLoDJFvZ1G/ag3f+PV4ubUaNWqpQ0TLpud3c+EovhrcLF9onk2LnaPmrNu9LtrNGicnz1PLfezXoOpeILnXC9pbQBIlLMOOBXFalpMyvvf5lP8VeTzVJ++2YXseq/C7xh4Y8HwKbl42V0GPl3Mj/7VZPjb4nWviTUGjgtCbdvlD4+c1wNrZxQ20srkb2HFdRoGm6fqVtZQJIq3EzlTu+9/u1nFKn1NFUk1ZHD6pC8gkli6KT96otJuI7zZHLlWHymvTPGHg2Pw/pS5G53y/T7teX2kKRzM7n/gWK6tZpEdfeNO5uotNuVRCNjHn/ZrobLULOztl8x/vHd8vp61yp006huf+HtxUl1cfYUWKQbmb5Nu3rTqR57QubOVtC9rOtR3UzpEUZc/Jsqt4d8M3GpaqpIaNIvm356msqGF7W48yMBmHzBW716L4V1qwurCW0lCI+d21j3reCUE00Y7siOl2813K92UWdc/Lj9apab4mttFvZYpIGlRzwyml1HVrDT5pUEoZ9+1lYdaq6ZqWltqcVxcvH5Wdx/u1hVi+VxhsH2j6C8H/Hy20HQ00yKzMs7jZGqj5smtzwzb6prk90XRrCUgy7VHDf7vvXhPgbxRo9j8Qre7uUC2aAsGb7vPevoaf4xeFrOJUtr+BHx8nzhWZq8ydV0V7NQbudseZ/E9CGy+HdxHe3FzOXnimCsfNO5gR/tVrzaDBdWV0CI2SEjO7tXM33xwtm0p7eAbpFB+eN8157oXiDxDrmpXAgEn2d353fxKa86WDq1m62xqpU1oc18Sca1fy6fEgZYztDL8q1y3h34a3MdzK5If7P8AN8tej/FfwnPoNs1zp5kZ3+Y7h1rN8H+Lre48MrI88cF6m5Xjb+MV7MXVgocnws52otnC+IbN1uWxblok+U7KsWmhx3ln5sf3f9odK9aj8P6f4k8NtLBhnfPzRf3q4WPw3qkdpLZx252oWZHb71dbl7SHLDQ55QKOlagNFVUW5eD5/wCGvorSvjNb+HfBKRyBZXRBsbPUV88aV8J9c1B2e5LNFnaNv8VO8UaDeaDbNbSfcQbd1eb9UktUOM3DY2fib8WIPGhgS2tTF5r7pP7u6vN9Wjso4cSIPNI+7/FSxQnKSJh9p4VaoXt0kl+qmPaqnbXs4aU6OtxJ294j07TzcRv+72xL/ep1vY27faEkXa43MNortfDWk3OtXK2WlwC6dx91U3f8CqXXvhnqukzvG9u3mtnPy1jOtNy5opkJnh9zqk9rqTiBCn+1W/4DutQXxRp13FmWdJ1YK3etTW/AN7prNJJaSBj/AHhT/B8N3p+rQHyCu1/vYrvqVnOG3Q29s3pc+/ofM1T4c/apI1RjCXO07sEf3a+UdC8eaz4B8WXF/HJLKszNuX71fWfgvVLDUPBtlZeaqzNCML6+teE/ELwTDouuM8sXyS/N8orz/YU50l5F1KjUosxf+Gl72bxRBd6oTHAg+RVP3f8AgNfQ3w6/aH0LxdG8SStFIi5/ejG+vhr4gW9uuswIiHYHruvhdodzcOkllFI235vM+6tLEw+qUfb0p2ZpCvKLPrTVvHkU1yxt+h9614PEFtNDASgZnAyzHpXienNeW9z9nuAVZ/4q9o8G+EBe6dHc3BOW6D2r5nA4eriKzlT3e5r7Sc9jt9PhhkhRk6EVI8LQ5IzioLRU0xVj/hHStSO5inXGRnvX3eFw1GrDkTSmj0U9NTkdT1qSG8WJRu3Ul3oyazD84PIrpbjR4JH8zA3VE0CwJgdq8PE5TWp1HOs7mai5fFsec+ItSk8DWLSHMluqcc/drMsfiRYeJtHlSJtk7Jt2sP4q7PxB4dt9agZZxu9N3NeY23geXRdYuJI7f9w7cLivJnl9LGSU1o0edUqVKEuRbM8Z8c+H49F1pNTI2uJFf/x75q5bxbpp1TXrK0T7k8yru9i1erfEfRX1CVgR16K3avOfEccuhvpF7Km7yHRj74NfYYG1OXIjuyqpZuAnjG6jhbyo8IkabE9sVxckiXA2Pz/tV0fjC4Ri0iOHglJZH9Qa4U3nlvhj3r6mlUbR9dTiraGhDax72P3s/wANXooQobKDbVeG+i6kBafNq0EfHG3+9WzkUzn/ABVfJHEqRj5j/FXHo0/zZUqzV1Wp6haXU7Zx8lLZrZ3ETY+93pqUS4RscZe2c8kak/KprnNbsxDbM/Kv83zV7F/Y9s0e84Xb0Zq808eRxW8cpQ7UXdXcuWSMpb6HH6XePI2CfmrqbaMrs/i4rgtCuC1831r0SyUsq+1efVjyMpaosGMyJjYFrPk0nv8AxV0McI8unNaiRev/AAGs/eJsc5DY+WVcg/NV6O3MnGdu2tB7ULtZgdi/w4qVbeOTaUG1sU7lpDYYwu18fMBVyCNPOXgbW6035F257/LU4j8uaLYd38VFy7I0I4RtTB3qP0q0qhjyR/vVStm2nIxubqtXxIlu3HzJipRRYitz5yn8qubv3Lbz0/hqlDcecGAO1+ze1Sxssm0Mwapvcq5eRkZPMH3yOKliV1ADv/FWfBlfmBG7P6VY8x+9DZLZcMnTZ83+9U0M3z8k7aoRsN/XrVm3aONW53Z+U1C1OdsupIJNwUlWojkdU+ftUAYLtA+VVqVJBImSPlq0kZsspJu5+6tW4fuqT92qSKG2lB8tX1UNtFORtFFyGbauK53xP44tPCsMs88oV8fJF3Zq09Quv7Nsri52bmjRmC+p29K+XdZ/tnxdr0s9zuXe+7a3b2pUqXPqzWHvOxaWxn8VaxcXJf55nLlvrXT2/wAOblYt+/8A4FW74A8I/Z3i8wbWr0/U9NFvDFGB94V1OpdnXL92rI8Y0Xwa7agsco3rn+KvWtNs7fw3prOB8wGBT4tPj0+Le6Dc38WKiS1k1i4jDnbEG/irKTvsJNy96b0Mu0Y6TYX+t3GPPIZo9397tXIeCLHUvFmspbRfPcXc2+b/AHd3zUfFbxIL66g0iwkH2eE7XkU/Kx/ir2T9lPwbG091rc/3xG0Uat/D/tV21p/2dgp1urR8bmWKeIqvsj6b+HFzYeHNOSzdhHKVC49cVv8AjzSjr/he4WJTnG9a8V16Sex1l722nLJFhXf/AGf9mvYvDfjG1vPDsEe7zZ3TBH+NfjdbF8tZ1+c8aLjWg4PQ+SDYyahrE6bCjISv+1urq/CWkxaPevHLl2Vfu/dYmsrxPNLpfjnUvL+RWkLDaKfcySTWby73aeX5UbNe9hlUq1YStdPU8uLXL6HQ2niLVNL15oNPnfYgbLN822tm6hjt7Z7y6KPPKQ53H5q5vR9Lk0XSnvS7yNlWf+LNZeoeILvxBI4ddrcKiL6CvbxFOVKbbjaLEpqyubFx4s/0jy7R2RD/AHTWK8lzql55ALKrPuLMaf4W0c32qpHcjy1FdL4z0238L3zCJyuI0csvvXz1Wh7S8oG2tr9DpvC2hxaTNF5/35Y95Zvvba6WG8tLW8W4jkESoOFU/Ma8yuPFE99bXk9o5Z2hVBIw7Csqz1S51BFMjnf/ALJ6URjUUE2WpK9keo+PL5taWzd5d+zna1Q6R4ql09orNgjxd9p2rXJ6dDLMPMkcuijbtb5mLV1/hXQTfXKJcRL5eeVY9666lCdSCcthKTc9D570ZfJ3fuys+S27Hy7TWf8AEBo9PskxsZtm4bPWjW2v7GYyW0Uuxt3y1B4O8I3/AIy1K4GoFl2R5hjb+KvJpxl8b2IlJbRPOIrq4uG2ctuPC11ej+G9Rml8/mBofmDe9ep+IfhPZ+F7SweCIT3D4b/gWfu1jeNGuPDNjOnkLEzFS31rpjFVI+4NU3e7OP8AE+uareQLFe3skyKOFY1y4volki3j5e61Fd3095btI8m/5+fasZZi0rYHyrW9OyjYuS6nqumRwW+lLOmHQAfLnr/eNZut/Y77fLbkH+Ibq4vStUkuJ0tuVz8vzGvQ/DXhmLWtbs9MBKvL8vzfdrD2bhPmbI+JCeD9J03XpZfPCq2NpXNJ8QPCNlosqPbPs3BcMr1B438JnwzdKbeR1Y7lO01xt9dTzDE87uv+0a1hG0+e+gr+7a2pI+llpfMkkLAfxMd1Y9zbv9rWEAuueaZN4gexV4kBZT/47XQeCWtJL+Ce9+dHXcea3irPnRK952R1v/CHpdaSssRK7QF/SvPNY0/7GrncXZD617FrGoJJayxWD70yu1U+7z/erlLbwqt47yXB++/P91aIuLjzSLnGxm/De+k1zU7PT8v88ioVY19k2mg6d4ds7VHQIxRVLJXzr4J8G2eh+KrK9kISIP8A8BzXt+ueIE1L7PEHG6Ic+X93/ZrkxacrKGxvQTs2a1z4VHiDR5RLIW5Plyyf3a+e/G3gt/DttdCABVZmyrfer6JudUk03wk6J+93jcOfmVv9mvKrCaXVNQaPVVjVWf8Ai71jgpVndz2NZRRg/BzUv+EddDeELZudxZj3/wB2vWNe17SYbT7TbSxT7wfm2/LXG694Rt5InFsgTYGy0fevO5IdUjR7RCWiQspVf4a6alD7UGZNuGh7T4e+K2jx3Fq8uIG2NE6sO/rXmnxE8YWfi7xI1pZYljQbN0Y+8f71eaarrU+nySwZ28cbq57QNSnsdZ+2Pu2c5VfvU1SmqTSZh7TnfvHpulWun6L9oS7k8h3G0NIPutXnOvagl5q7yQMFUHaG+7ml1PUp9SvGKF/J/g8w10fhX4eyeIL6CKQ7Wb5n+lKjH2a95ms5LZH1R+xZ4Lhbwzf67cIGlmm8qFvRR979a941fw1pVzqKvLDEzL1VlFeG/DC/1P4YeGP7PtIhPAXZo938NdxoGtap4k1OG8uSiWxO0qlenWx1OGG9lCGt9zppyppJW1On1z4XaFrwQzWcfynd8ory3xZ8FtHsrxHtbcI56be1evS67FYXUVp5m6VlLCuN8aT51a2uZJCqquVX+HNfO4nE05vlg7SW5pXhT5eaKOEsLGXwjrFlJEwdh9xWrq9Y8Kv4mga7niKZHyeZ96uNvdeTxR4hgtg/+jx/MW9WrvpfFgsbOK3i+eX7pZj8tc1bFexi/ZnJTUZ6PY8P1L4CjUNbe4uE/dZ4rutDbR/AOneRiNtqf8BrstTuJbqyWWIIvrtryXxTpovLpg8hdU+Y7vvf98149d1MbRXtXZGyUKeyO+uY7TULRtRiwoYDHNbHhPxvPZRxw+bugc42t95K4HRFLac8aSb4lxhf4q3/AArpMmpX/lQSbos/O39K9XB0p4WinBm6bPYLXUBfwhi24dm9ahF6bIsQAFHVvWpodOFtbRRr91eKrahNb3DrZcb+9dVKEopzb1NZTfUr2fxAgkkljkbbKn8Naula4upQPITt5rxjxvpc+g6l9rjiluoWP3YjtY13PgzUpbrSlluovsvG7Yf4fqayr4jEKC3ZFLEPntI67eWn55FP1lU/s92UfOBVezulmf5fmH96jUrpY/lY9a4qNaphKM6m9zpbhOJ8v+K77Wr7xDdIYgsSEqEVPl21y/imOTUtEnSePY8R4Vv4a9r8caPIt/5lvbOzu/yNGdtcl4q8BXOm+EpNSnfc00mwr/d+WvbwE5zxEJXOXCNwro+c9KW7vvtGnGTdByw3fwVg6l4T1+3ucx2zXCZ4aLnNd54UtR/a1/vG3A+7+Nb1+ohj88/Kqdfmr9ApWVz6CpWnB2geJ3NvrFijvcRGJV/hY9K43xDr2sRwtJHIlvAf4s7mruvG2reZO8YO1yd1cH4j0eS+s1ym1G6c12JXF7afU4K51y9jfJ1CV5T71qaV8RNQ0vi7xMmdu5flaqCaOI7lSU/2atf2LHcff+VVrb2UJG1OrKB6NpfxEt9QtsJJ/wDWrkvHWtJcW+0Hr/DWIvht7d828jotWofDpZlM5eVvvVCiqbvc6nWujI8N27reJnP72vU7O38lIxiuZttL+zzQSY24KtXZQquxf4mxWFZ85pS2HjcsakkMtTpHuCufvf7NVUUqVQ/Mh61a8xI42G87a5kbbDdpj65ZanS3RTkD5mpsUhkXGf3fZqe2VfKHNWgZXnaJXUEfMOlWILhN+zHakkt/MfJ+8vtVOz81rlyfuD5aqwJ6Gi8wt7f5Pm+alS+MiNsB5qIQ7lwadIxhTzCCsY+Xd/DUO4cxpJMFVSBt3DdVqFgyLtFYu77U6g71X/0KtKBvL2h224qGtAuaok8srVd7otO4xtXtSJMV3FfmYVGquzLJgbic7aXQhl+Fgq5c7W/u1KlxGrcn5s1WWTd98DdUnl+YeOGrVJGLL8LeY+c/JV1NkaKQQy/yrPRXjTgjbV2NT3UbasqCuXLb2Hy1fRdxWqdvnZgfLV+2wrKMhvWofvHQY3jC+fT7ZSBuX7tcfYWcF1cbxGFZvauo8T3CXzvABu2NtrN0yxK9BzVWcVodNNaG/wCHbWOO+UEBttdDMqXl0wwNo6VlWFu8J3/xVftN7Tc/eoQON/iINWtftDLH/D3rkfHviqLwvpjWdo4a9lTnb/Atbni7xBH4ftndMPeMNqK33RXkT6be+ILqeSQF55D9771ehhqV5c89jw8djEo+ygcSqzsjT8/fX738VfVvw21KTR/A8SQyFGb5pFX+KvLLT4R6heLa702QKctuFe8fCzwrYWekz/2jdjdCh/dP8vFceb16FWhySZ8lUnpoZur+Jri+tnQ/N5m1W/u1oeDvFVxptysZB2MFXcprD1FRdN/ovzIjtsX1FXNJ0m5b9+Y9yqeNtfn+HwUK03GEdDzZVOR3N/x01neWNxqKY3jaq8/MWrj9N1SW6tmJIdo/uLjjdV3V9P8AOsJ/Myv8XX5VqHQPBd/Npym2O/cdv0r7upl9WtThGhGzRwe0SbudR4N8RWlwW0+7ljj8o7j9NtYlu3/E1uJUjPkFyybR0G6ufvfD974Z1vy7hCrOf++q9D03Rw2ltcOAqkfezXn5jVxUMN7CrDVF03CTU0c5qOqCz1L7RA/lKg3bm9arprD+INUMt3cF92Mq33eK53WrotqWwH5Qef8AarqtEhsvsLSSFFfG7rtxXznLzR1OpXZfgs0hs7qWMDZ0EjHbXKpdX8d/5cR2oD/CK7fTrWzvrB9ki7UGS27+Kqv9nxaX5Tyxui53GSqT5FyJXE73uadjfXtnpn2iSRH8n5xEyfKv+9Wzo/i4XVtGoiKT7/Nklzu3VzGsTGbSriRJT9l4wudu8+lcidcuYbdwoKqx521pL2lSnyQY+ezPeNH8I6VqSJJIirs+U7qx/GnhO0011OlnY4+YMny7a8pPxynhg8u2Ri+3a3FUbb4sazqk6BIWnlcr+6/havIhTqQWh2P2dj0pPC+r3VzYXl5cM4hfeUk+7XmXx8urzVtR+zoY0UncWjG3OK9n1LxB4kh8L292+nFZWH3fl24218s+MfF2q6hrUvmW8SIznC/eau2jGcLzaJk1a1zDvNBbR7dTJhldN3WqOg6b/bGoPAP4TztrT1zVp9Ws0O1UZBtdlNcrZ6pd6PefaLdyrd9pqNZoybSNTXLH+y7rEQO4dN38Nd78OrPWdQe21SzzLPHlR5neuCTUDqUH2iXLSv8AMWb5q9Q+GPjK58N6YsR08zwF/klUfdBqJOUd1cKa1L/iK8j1C3zf3MLXihv3THa27P8AdrzvxLYxR7hFs2KBhlPWvUdS8L2+tail3cRCCN/nG35q5Txv4VttJtUa3PyyJ/Eta+1pr3InRyXR4xfwvI7BAW2muz8DeEzcOr3Ej+QBu61S0vS/OM/G/ndXa+BbyL7fFpl5hIpG4Zv738IrSdV04NQOf2aTNHT5hDO0UThol67al8RTFbZBB8rH+6ateOvDMXgeP7TGfmcbpGU/L/wGuB0/xAdQvIgH/db+d1cLcmvaJ6FvszpXvr1dMXLncPm8z5qdoXxKnW5WOQng/ezXrMun6BqXhVRE8Xm+X91fvbq+bfE9rHperSmAlUJbFXRqKumCnKB9Pad4ii1LSYH8/p823Py7aJo7ZmeTylXZ8ybT8zV85aL4yv8ATYG2EtEete/fs7f2Z8QLmS2ubzbdAbvKc/MaqEZYeLn0N4S50ZWofEy302K4gHysw/i9a4M/EMW9w8gQyiQbTH617f8AGL9n+3juVuNNGzH+s9K8J8W+CZNLC29pEZZc7RtH8VdMaetkzJOpf3uhxHiDWn1bUGlKBF7L6Vmzas8KqgIq3rPhnVdFkR7y3eLf04+WtzR/hfeatpi3mCVI3DjoK7FHpMwiktWZGm33mAE4r1fwB4kCq8edkqlcMo+Y/wB2vJf+EdvIdSW3Ebdedteq/D+xt7PV7MSYZt4zuryMwvT+Ar3b6H0j8PfDOt6pYLJeXJVH+fy/9mvU9M0f+xdLddo2qv4iuS8O/EbTLO4eykligZQrKu7tWZ48+NOmQadcWtvI7u4xuTtXjUZSnFe2O9KnBcyE0XxlZ3XieW3lk2yxSbP71eha54cttcsgkjcHpXgfguO2s4F1y4PzSHed33tteoWfxCTUmSKP5F4ZGavn6raxDdODaKpVIezaqFyT4aabpFq0sY2ynjcvrXl2u/b7O+RHk3Jv2lm7V32s+NLtop4yGVE5Rv71eb+JNauNUsXneIf3i3+1XvRilo0c05Q3hsel+GbyOaxWLzNny/xGsPXfBovL9fLk2tnllNeR+HtU1K1uVnkuHRWP8XzYr1y+17+z7OC7FwJMoGDsfvVy0qNT2mvwmjnBwOf1axuPCdu6W8iO0m7Ct/DXQfB7UPspZZ8+azsdy964bxN4uuNYukUOrMDxtHy11WjTS6PHBNcvFEz7f3cY+avSqucotxVkiE+Vpnt+o6kF055Fyp2cba4DwxqCXmsOXkLS5PysdzGorjxR9jf55WaKZPlVv4a8k8V+JJLHxOj2U8sUcv31U43V42DxVetUlzdNjrr1E7M+iNT1bTrpkgleOTY+StGpXFvJp6paLGrSruXaa8L0Wz1PxBqEUqO6LjllPy4r3Xwdpa2dgomO5sfeYV3LF1KsnR6PqZU/3mw3QJJbVCJF+Y9K0riaGP8AfTEqf71S3qxRIXBGB0zXP67cbrbzPMCKP4WrzuZ0W4SdztiuSFmWI5ra6m8ySMYB4ZjXN/Ge+t/+Fe3QRx8siMFWpbNZbqz+0AiKD+7/AOzVwPxF1S3utHnsjMsrn+FT3ruwbxNHEU6j+BtE06sPaWPnrQdQEfieWPO3JH/oVdV4ttwsbhDtZf4f4a831aQ6brf7sfOX5autvNYkvtNSWUbPMPNfsELp+R7fs1OR4/rOmy/2w0hG5v71R6/Z+ZpkRL7d+5dq/wANei/2XFJM9zK42DpXJeJoRvVI8bUywrtdnrEXs+Q80/s/y5VfbtUfLVqKzhmkYvlf4hWhOu5WIxuPzVCkcfnrx82OFY1tFszeuxYttJ8wqQBtzWl/ZaKjYQdaZbXRjDJs2p2arEXyjLn71Z1Fqb0pWM+6sdvbbUtu21VzWhc4mTkVRMabf9pa5Jo7aciwq+Z0O1uzUo/dhg53bqZD8qYf8KP9ZxxtrA1TLSrGyLztp4Xa1IsPmRKB0WraRjYoP3s1QXJLNkmidDHucfxVHJCi7gPlzVtIdvCfezTZFHnKSPpRcsp20b/MSRuzx7Vc8vzE8t8be/8AdohjDS9Pl/2afND8uUpt6kMrzL8mUxuFPtpC0f7wbmanmERop/iY81IkIVN6feqAH2zPtYsPlqWG4E0mwAhRTlzsUgVB5kscsUUcfyk8tVWsSXXhRtp27k+tWUjRUX/2aoIlC7U+8P71WhD+8SMfNmggleM7VCfdq3CpjHI28fdp0VuGdeSuP7tWFXa2M7lqwSLMEZkhU1LPINN0+WUn7gLbmqW0tywUjNR+INNk1DS5YgSu4Fd1VFcz5TXn5TiNPuPtkm8n5n+Y10unKi8k1m2Hw11VYFuIpY2z0Vvlatux8N6pC6ieNEwv3s1bpTR2wrwcTSj2LtA+ZmrUSH7HG0h+/wBqbp9ilin7w+Y9V9bvBHDgf7o3VUFqcmIre5oefeLbV9Qv3L42rXqXwO+F8GpW093J87gKo/wrzOz0+417XVtIyWV5Apr7S+E/gQ6J4ZhjYbcnd9a87OcweDw/JD42fIVU5yZwWqfDu8tRKbeIvEhLba8r8USSWrxQJlJU3eYq19qLZIqBHIya8e+MnwwtY7CfWLWMJKoy+3vX59Rxlacmqx51bDSiudbHz1pGreTv3jcw/iavWvhReW2vTLZyoqt3Zq8YmxDeNH7btq10Om+IjpNs/lRDzfly1fRZXilhq6qJHntRlqeu/HPwnYaT4fWS2xHKrhfLWrnwl0WeTRkkufL8pQGRVTb+LNXh3iTxxrOvLbpqE5+xoVxEv3V/xr6D8Aa5Evha1ijnT95/e7Cv1LBZhSx1TmStY4FTtNtbGT8bdDs49OTUUjRJRjCr8zV5+l9qt9oKR28G2JByyp8zV6T8U9Ss9Q0OC0ssTvK+4v8A7IrD8EeMtD0+zazvD5E+OfMHymtcxw1LFSXtHoQk1OVmeBakszX7kxvtB2ncK0oWS4VQ/wDFhR/DXX+J49P+2vNGAiylmC/3hVGOHTlhgIkjVx8x3fer4CvhKdOp7OnsdUJNo09L8PzRtBKiboiFyqnrXUa1oL6tZtGkbtO/yjZ91KraJq0V4kVpAm1shFZf51774L8O6f8A2epMa7j8uM8muSlhbYiEamx1xj7RNI+fLr4d3Gi2kIu3kdWI+X+Hmte88D2kOhTkOrb02oqr826vafij4bWbRojEfmRwu2vO7+SW1s47aWMM2Nqrivu55XR0nRWhxO9NtTPlKw8Py/a4Ikg+/wBa6u3uIPA95a3jxj926ttYferQjkihuIPKcNKr7Ttq14s8My+JrN3EQZ06Mv3Vr8mi03yzR6yVjrPE/wC0Faat4TRLfSikuCu1j8pr5Q1jXpdQ1Z5cBWZ/kVa6/VNUl0W0l050X5DhJGHzKKwtO0N7y5S7RQyh922odT2aamZzk5symmljicyoNzfNtxWbe2pkj3gfeH3a9An0OC4TzHXYpzlfQ1z2saaihcEbR/dpQmkzJ6HFiaSxh8t9zRZ+7mvWvC/xA07/AIRJbKWJ0uo/m+UferznULeNo8dW+lS29jcWtmu8bGxXTKn7dIKdRpntOieOILzSFcAPLbP/AH/4a89+JHi6WZBHBKViJ/3q5XTLh4ZWQZ+b5j/tUXMJ1SdU+8q/NtqI0Iwldm7qXVjU0fWBbwpgbmzzVjVbjzpFeIbGX5vlp1lpsbSKiR/Nj0ro7XwrK1u7tGduN3SsoQtLQzbc9Dkte8TaprVtFBe3cs6RDaisareEtFn1jUsRkoqDc7L/AHavaxp/2e7ZMfLVzQ5n0kJLbHa561tUtThypHMvj1Ou0rw68cksKXciz/LjmsHxn4Nk09mkkd2b725h96pNP1a7XU/tG8tKh3fN/FVvxXrlxq21HEm3tuO5a5aTcJ+R1NJrQq+BfA8/iiH7PbY35+Zmr1/wF+zj4h0XU4NUtNQ+xzxHeHjNeXfD3xNq/gHUXu7SOGWM/wCsinHytXqy/tYa3p9u0R0qzXcNvybv+A1tGpUu4tXgFqejbsz1PxV40v8ARbVrfVyl1OE2/U/3qqeANN0fWrhb+UxSzeZ86MOma+ZvFXxa1fxhe+fdyDk/cT7q12fhT4ifZbFo3xBKwDeYveuCvQm2pXaRr7VPzPpXx78DNJ8XabuhjVWHTjivG4dJ/wCELjuNGnBVc/u9v8Veu/CD4qR3/hKebUbtXnhkZfn+X5RXkPjXxc/iTxmr2VuZd8m1F2bV216bxNP2OvQyrQhKziQaB4Fgury8nvYAm5N6Nj7tef8AjTTbnSded7KBnXjHl19U+G/B93r2lxvOiWqsgHyda0j8PtE0Q/abqBWfbh3k5rwK2YUU+d3aLjhZ20PjHVND8W6sqXA82DI4VTtaq8PgXX1C/aHmd267t3NfXPiHUNEVVS3jjlRBt3KK0tK0HTNY09LlAGixt2t2pYfFOv0SQOm11PEPD19Ja2Fnp9/+6iX5X3fer2JrfR7XRIp7cw7mTh1PzV53478Hu13vgx9nHRv4q5/TdNnuvKs4DLu/u5+Vfeq9xS5abBSt8aPRtf8AFFncWDcFJ9m0tXlWseJha+bHIhjwefMO7d/wGtLxbb3/AIbVWuQGyF7fK1cLNqg1iRvMA2seWX7zVcqSh8ZlKV9jv9Pt01zQ0kBKOfbbXUWfw3MeiJK7vPsG75nO0VxxjfTdGie2n27tqhc/N/3zXbeCvE09mkUGp+ZLFKNu1RXLRhOL8jb3Zs8g1/xBLoPiHydnfb5TD5VWvQE8TajrmnWsBeLZw29E+ZvauT+N+kvHqiX8YGwbstjbUXw08baZpv2WC9Enmo+0bRlW969aulGPkSm3oeh+MWvNP0RbmUOiphg3tXB6d/xMHiuSHl39F/ir1r4l+MtH1Lwitvb/ADyum0tjbXFeCFt5LaIIha4hH3c/+y15sFSpQ9wqTd+VnpPhXUk0XTlD27tx87L8tQaj4+lW4aKydg/bndVu4s7u+tElMccEATlfus9cYmveH/DOpNcapqEUSj/lmp3NVQwVXFaUKbkhqpyKxvXnxA1O3hiN2GZT/dG2meIfGUutaUgtid/3ty15545/aG8GSI0FkZLh/uiSvLofjRP5rx6ZZtIrn+I/LX02X8F4yq+eULepNTFcujZ9Eab441i6sjp8UUKOw2n+LP8AtVi6r4RvrVHuZ9rMx3fKa8eX4iar5iyy3EcDf3IxV9vHGsattMmoyLEv8NfZUOB6rt7Socn1tRlzHK65bm88QpAIyzM+00z4i69B4Zs1t0AeUJtC/wB2ujjhiXUf7RR9+xD2/jrxv4kSS31/PI8hl29eK9qlhnhnOnLpofouWpYpRqPsczH8att4tleO1u2dofPDf3a6O28RJeNsuc/MNoZa8E12zEniKz3g7fOTeuO26voiw8O22qaHFOIzuOcsvytXDVoqHwm1erFTcGiheWKtF5kbhnA4rIRnW5XI3bRtNPvYbvSXZ4mJT/nnJ1rNi163uDhxslzyrVMJM4ZUk9YGsuoCSZgn3QP++qt2twWXfOfu/wANc3csbV/MgO7Bp51QxlXI+Q9Vq27nN8B2W4TQ5Q1RLbX2feZvas221RFZHEnyY+7Vx5tzg7t38Vc8kdUKhajkPR6lRQz5Iqvx9/NWo5Bs7bq4zpLsOcVdT5mXaKo28zqqh0P+9V3tkE0dDZMsBRvXnbg7almVJGUAdKpRXHzMhHy0+G8/ebH43fKGahaILliFQu4p94Ui75P9nb/DUsnypwfmxzTUXbLjcd2KoGx08IXjlG+8aFjDKwB+apdwyqOSy/3qmWSLzsfdbH3aGgGIpXodzVPaqkgYv8pzUAjSQqQ361Y4kXjtQVccLXvGfl+981SxsNjcbWHSiCQruQ/LgU1/mDYBq1uSS2F1LnDn/ZrbghLbAcM1Y1qowufvLW/YRiR1JO7bTZKNO2U7VrZtrdJhhwNtZcDDeoJrZsl4zn7taU17xXQ0pNkMKICF421lzyfOwqea4DcCqe4NziuipuJLlGMx25J+WuT16QXSviQ7kKt8tdFfzeXDjO2uahsfOlfI+/TprU48Q9OVHR/BzQTfa4jum5kwx46tX2ppMn2XTosIeB/DXgfwB8NxRvLNLjdvGK+jIoY1tuMYFfnXEFVyx3KnsjyYRfMzyrxp4+1rRdQjMenhLQvt3Ny1WNf8b2eseGLqO4IiDR7PLc9TR8UNXs444LSRfmJLlvSvDtX8RQaxqdrp0Z+RPndc9ea+fp4SOM5KsHbueVKtKi3Bu9yXwv8ACmXxBcz3A+WAEkL/AHq57xV4d/sHX2tyflT+GvUpvHkng3TZ4oo05CqNx+evKL/Up/FWqS3cuFdju+U9K+mpNr3Yo82rFLYpeIWgbS2jg+a4bHyqOlRaJ461PR7ZbOCXYjDZ8w3NViby1Rk+9g1lWFrE1+sroPkf7tepgqrhO7djlkj1Gy1i4bTYmeIorn53x0Fec+Mbj+0tXxaZaCP5DJ/eNehm+ttW0eKwiiuBK5/eMp6flWZd6TYafbeWnl+eMqPn+avsMZifZUlUi7pmFm2cEl49rNidy+OPm/hrsPAHhOXxJqO8Ebc7grVyD6a6zzgfOc8tXu/wBa3tXxcLGGb/AJaN2r5adVQvUOqlFTmkzmvHmh3PgXVLd7SP5WH7x0+bmvZvgvqEF9YKXmHngfdc/Nmqfxn02HVNJiNtGH+bc7etcH8NJp9P1ZOCrIfu16+DxME1O1zS3s6rifR+oaHPqiQxlh9nU7ivrXn3xN8LpHp+YN8T7925RXrOjziexib1FMuNFgui/njzc/3q+3w+JUWn0OythPbQ03Ph+Pw/Bo969zcukW8fJ/dVq7zS7qwutMWNHTevzf3VavMpl1PxFZLHs2wErjd96tFrE+H7aLLneBzuNfhso1GlJocGk3zHK/EXwm99f3U8SBmzw33VrltHD6TayxSBNychmFe1bo9ShggEW9pU+9/drzTXNBuLjW/s8A3I59KtUfrEHclwS2PO9VvrmS4cLIViJ3bVrKuryXYyE7q9O174b3NjbeYE3LXC3mjm15kG1lqfYyh8aOaUZ3Od8n7rPXRQW9zrUaRx2w4TaWUbs1StbWS+uljRN65216loCjQZYhLbP+9TaVx0rpgnuilC+x5P/wAI/d2+oeWkW52O3bXaeHfhrPDb/wBoyxl97lCqj5Vrubvw/Hb6rBeBAq7w21vSuu8t5LZYLdNqP8xVfurRP3XZLc6qdPueGXkf9m6woQB4mHG3+GuytPG1lDojCQLFKBtdW+81aXifwrbx27StFsX+9u+avNrqx8t2Rxu/u7qyq+47oTvTY7ULd9W33cUZ2OeOKzbWze33+YD04r3TwlpOmTeD0TfGrH5vmG5q4rWfCcsk7mNNsSfN77azqe+jmlSa945Xw1JZyawv21/KgcbQ7fdVqseK76z+QWk8bsBtKr6+tdFH4Tso/D0s5w7p13H5q4iw0mTUDKlvGXUH+GuaFLW9xvmhCxmy+KLi3KAgMuNpaqN/fPMjOX3N/e9Kvar4Xu40dyPu/wB6uYht5NzhyevNdsElqjDmfU6fwXod3r07JFA0rZ/hFeu6F8Nb2PaLmAoq9W/2azvgV4q0jw7PAl7GGaR9pavpnxBq2jrpIeMqiyjcnNcWKxKnem9C4U2/fbPLodP0vw39jjuZ9kEjjfGp+9/vVf1f7Gut2o0vY06HeG/hxXmXxP1J7gKkD9PmNZ3hvxNPoojnEvmuQuzd8zV5Coyp03bVs1hNSdj7Y8EeJWgsEt7uNY3CbhtHy4rlfH/jawvp57T7THE8Qz8x6142nxK1yOwV7mdlym5VUdq8517xJd3V+1z5hZidxZq4aNOrGUaU37qO+eIvDkZ3GqahcWepPKHItTn8K9Q+H3n3nh1HsLncjk5Zhu+auKs2sPEmmWseY98yDG0/Nn+LdXs/wq8J2ug23lw3Mbhvm8pX3V6GNpWsqL1ClRtIy/HNudN8IyvPBE8uPlaP5dzV578G4bq6v3u5YPl/uyHav/fVdj8etbg0RrOJlHkOcHnbtrsfhbp+nzeH4pIlg3SDdtX56ihCLSU/vHVpynPkgeM/HLWEunW3QR/L/CnzKK8Cgknh1aKM/L86/N/D96vY/wBp/XLTwzr9uilN0jn90qY/GvDr/wATHVHieyik3od3mMOtdc4VXVSteJxcuvvHt+kX1leXkCXHlxKMb9v3ciuj1TWLSz1GB4Myoo5f7q14t4ObUJp2uJ5fIYD7q/Ktdak0d1FsLltx2u2/5d1aSjd8sDSy6Fr4r+KB4ks9kMGxsDLZ+U15LpVvcLcrdQJu2GvUvF/hM2OiNM5Mrr825fu15vc+PNI+H+lvcam0bXH3ktlPzV7FDLcTjLRp7HK3aRs6lqGo3VsofFuiD+I1hp8ZtO8A3fnm8+2XgH3Iz8tfPvj/AOPWq+LruWOzc29qx+RE+9WHoPhXU9edZZCV3dWav0PLeGsPBWqx5mTJNe/NnuPjD9rTxT4wdre0nNnb42iOL5eK4P8AtDWfEVwrXEksrE/eYmtHQ/Btpp+0bPPlPWupk+xaHB5k+FZeka19/hcBRwsLQgkcUq3M7RM3SPBpVFuL2Uoi/wB6rs/iK3sYWttPQLj5TJ/E1cjrvjK41aYRRMUiX5Qq1peHdH8yNZrk7VX5izV3RXRGD7yOh0LzZpWllkLK396tG/8AE0VihSM7sdea5fWPFEcaNb2xCov/AI9XL3N1NcSffPWtXLoiUr7ntPgbUp/EGm6iA+1UdG/3V+al1Pw3FeROjgK2f4vvVzfwk1p9Puri0l+7eJtC/wC0K7L+0EjdnkO5R8xX/a/u18RjavscTNT6n6fksubCqMHseKeOfhXJI3mwLslDhg2P0rp/AWrSWdjFZXkZj2bl+au61BodWgcbwpU7gtcrf6TLDucYZEWuaooVo+6e3PDRqK99S9e2NtqFlLkI+wn/AHq8117wHZ2e67iE0rN8wZn3V2Vn9phDb8rE/XdVTUbiCFPLe4Dqh+7muH2XL1ORYOSlueaW1jqscc8yAtEh+6x+ZlrJv/Enllop4nR+20bq9JuboTHEQ8qKs/8AsOwZ2Los743Fmo/domtSh0OX0rUIrwYEhVh1Vq7CxYzRqchVrnrvQba33Touxv7y1b0y4O7Hmbl7VjUS3R59uXc6W1+b5DlqmZucHO3s1OsFGN5+9UjsPNY/w1wNandB6Fq3uh8uQWU/LV2FnkfH8Oay7b7+f4au/OxXYdvFSVflJLtvlbYfmXpQiyeWpfDY/u1V8weYu9/vfLVtJDnbxt+9uqmJM042Ee1Wz81W4VRv9r1rNGfkIPyVdgYRy5z8rnndUX1NEWZIxGrEAMxpu1JOvyyt8u5alkYSbiPurVR8b2I+b+KnsVct+WkKsABu/vU3zPL4B+9VV5tzcHa3+1Unmbdg27nqkTcsPJ5iqEJT1q1BhmTHzKOtV3+ZWfHarsexbVWA+f71MSZaMiNwAPetewYbFcdKyLaRZEV1+99K1Ldiu0cLmrsWbVtH5zq4rWikCrz8q1kWeIY8E/8AfVKLgs7Z+VfuiumCt7wF+Rt0hwflWnbu2KqrvZquQx7txah6sChexiSPAG5qNHsUkmTP3hWg1j5jbBVzS9PEbsff7y1tA5Kiub0WoXGi2Cm2kMX3WLKfSvRNH+LP2jS7W33b53/i9hXD32lmTw/Pgeny+1c14bvLezNxcTvs8lPk2/drwc2yVZlVV9NNz5HFYidGq0jofiHrQ1jW5QHJWKPaVrx+w3WPixpQTuJ4211NzqE8xlnRztd9xauMmknuNYWUfv3z618xh8H9UvQXTQ8xz53zml4v8SXMmpNGTtT/AGvvVnaPqEv2hkikLI3XbVDxRY3EcyF0Kqw3bqr6Iot5lJJX+telGnp7pk5ano2kaKbpN+D+VULbT0sdblEh+XP3a3NG8TRwwNHBGHbG3c3asHxHqCxzo5cbpDXDR5lWdN9SpJWPZNO8L2l94elltJRA+xcSIfm3V5fL4P8A7D8YeXcThnk+dPNfbuzWn4P16902Nfs+ZU+9s/hrj/G99qnijxOZLz5JZ3VQq/Lha+kwUq0H7Oa54mFTl0a3O21axs7W/wDKj2q2zc6oQ3zVZsLWSxSOSDftj+Z9tWPC/wAK5/7LWfzTuzzxXQv5fh+2uIr/AMzzVT5IlHWuvMsDVfvtWiwpM7zwLrFprFnEl3OW2n/lrV/UPBqSX7nTkCOw3Bl/hryn4e3k+sB40BbYdo56V6/pPiCTQZmtriMPLwF5+avLw2CxeHnFwV4XO+MoVElM9A8LRTx2KJN/CMfMOtb1VtPmE9tG4HVRVmv0KKSievSVoH5j/wDC+ra18iKzt3kRNud3ysv+zV65+KB8WagsdvAUVtv3vWvIm0VF3yAV0Xg23fT/APSIj8w+ba1fkilCUfcPI53N+8fUHhi6jtUgnuAFbZt/2axPEl9bLraTxFWZPm2x15G3xO1DzvIuJz5DDbsUfdq+NSMls1xE+5nHPPzYpYeE4S0OrmVro9cm8VafeaU0dzhHZN/zD9K+dvHOoJJqDCAhkz/DWta6xPql19nMpXCNhWPytWHqNj9ovNiBXZTufmuitUb0Iq1faLQ1fh7qWn6emb9PnR9w2jdmvW7ZbPxA6XkCMiuc/vBXltt4bgvkRBhXfGPm/ir0COzvdF8MW4tHbYm5drD5vruooxc1odFK9tUdlrWjwXlnbyJ8sueNoq5Y2+3yoONzkLuX1riNP8WG1sYku0k3BFb5TurqrbxZZx2Kyl1V1KujfxVlCE+e0zSPLznNfE3TZ9NZnfPmg7ev3a4EWqX1zAnDMw+biu+8Z+JE1y8VxG7oTuPFZ2mw2lvN5jp8hH3m7VtUopnNVvOTSZzOl3Eum6oluJXiR2OVz8ua7CTUN2ltJmNbz7rux3KRXH3+pW0OsKXP7pfl+UdKpXN4dUdorZ5PKH96vInTS92DMPaJe7I2r7Q5biNmeTaj7m/3q2fBlrpmlpBbzOFlmO3pya4S81rVbOHyHlKqo49hWM/izUZo4EcBnt34n/i/3a3o0/ZrU3jKB3XxSW38N2tx8gZZPmTn7teCnUtru+C24/drT8Z+LNQ8QXKR3lyZUX7q/wB0VGNPt5LdHQ7uP4q2q0lSab6mFWCTujZ8NwloluXO3+6392usu/HF5dQJbyTu6xfKOelea3OrPp9o0EZ+X7v3qdoE1zfXKgtlq4p4Z1ffkc6VnY7W/wDEUtwqRvH8w/5aZ61PbXgkvLc42qrqx3VFBbwWt6n2j5Ys87vu7qzvE+pRrMsdk6sw/ij+aplS5FYrlduZn0prFrpl14PiuIJEVCFb5nXc1eL6qw+bZ935vmrndK8TaxHpv2MyBoj1ZhuYVfvLjy7RXBDcc1586bbuOTU9h9lq1xpd5BPFKdyHcFz8tfRPgn4jXi6Kt7cXscEqHdt4XA/ur618rvdPI+4Aqq1tJrVzeRxRxl22HcFX19abhKfxHTSrezR774/1CT4jIsrp86fwMa8+1L4reKPBelPp2n3skESfL+7AXb/wKt74RatPrVzcWWo732R7kk9Ks+OPCcd0l4Z/uxKMN7VnONONJdkT7VyfPc8CvdS1Hx5rf2vVb2W9uH+XfOd22vQrDQ7PR9PSQqWbG0LXnEVnLDrzW1uDs8zaGr1nQdLkvJreC5fd6LJ/dr0lG6iuhCjKWpyL6tcR6gqIpW3Py7W/ir0vQtPtl0J7mWSNXHzPuPSsTx1Y6XpcXmmWOKKI73b0/wBmvmD4u/tCT3yvpelyGCyT5SyNy9fQYDh+piqqrSlaHXz9CeZqThHVnqHxg/aMTS4X0uwu2vGT+Jj8q18oeIvGGp+MtSbfI0rOa5y+1S41q73n5txr2T4W/D+C3tF1G9T5v4Fav1TCYSEF7KirIqVqEeee4eAfhuNiXd6n3Ru+YV6TZ2+4eVbJsgXq9NSb7ZuiiGyBf7tRar4gg0W28iIjd3avqKdOFJaHiTqTrPUv6lqltoNngOvn45avNNY8ST61dtHGTu7NWX4g8QSatO6F/pWp4U0l5nXKfL94tWTm5ux0KKgrm74V8Oln+0XONo+Ys1WvEPigqWt7YBYF/hqLxTr0el2n2S3fty1cRHeG4lYk/NVymkuVERg5as0PO86Rn53Vu2EJZN5rM0y13FCU3f7NdZaaWZEzkJFVRTZMn/Ka/wAPfMm8Y6WI03YkXP0rvfGmhy299cXdodqD5nirivAmrWcPjnS7C3IaV5OWX6NXsWowma+cEblI218Rnr/fpQ7H2WSNwptni/8AwlCWqYlyrCq158QEjhl5DKflqz458Opa3cpCfKW5ryPXNPlt5fLDnbn71eFSnJaH1qxat76OyuvF0t1E3luyqw9axra+e4kYyOHI+auV+3SW+1HLt/s1ftbob98aFd1bO7JnjFayOoS8dW/2akSR5JlcJWZbN5ysB8zfSr+msbf7/wA3PFZM4ueUy5Oo8tg4/wCA1huq2tyrgfLn7q1uXMxbdkis+Xy/NzgURZlNHRWOoLJb5A+Yj7tSBpJPm4VazNPmC8Z/3avJcbUxWDLTL9nIfmQkVMlx5aZJGaoQsGXAP1aoLy4ONuTuBpWuaXLU1wrFSoq5FIVdcv8AN/tVjR3Hy81oxzedHvwdy9KlhB6m9Gx2dm43bc1Y8wSIoPyt/dqlBnydv8VXVZI4lfHzfdo5Te5aEx+ZD8vG2ozcFfk2bmP96o0kCwZB+bO75qimmEkqx5+agnmv8I+HzZJm83G3tV9mMa78Bnboq1XikO3BP+zToWKthz8ymqSAvpIrZxxUiSGTcAehqpHsV853K1WIpk+bHy+tXYpGjbMY+E9a2rRi0i5yzL/3zWNDsZVwfmatiGQKMBvlq0h7mhNMMY4pLZi0vzndVEsZHUYq9Cvy8/K1U30NUjRaT5VQD/gVXrNdxrKgkO3HvW1Yfd/2qEymrI04bcKmR95qswxx2+193y96WP7mTVCS8C7wDlq6LnF8R1On3ySFYpcNE42muUu/CKWeoXGXP2PO4c/K1PsLz51/hroLm1/ti1UxvteMhv8AeFdGJpvEYZwhuj53McNf3+qOS1mS2tdJS2BCSt02/erjrXTbizvUuFj89WO7a3pXZ+J7EyToIyZWT+LHT2rS8N2salBefKzJ91RXwEI1FHkmtT51x9443VYZdamQywCBV+XbWPJo8UMrjI2g/errNUjuNW1t3RDBbh9qLj/x6mW+gyao04gjL7Pl6feaul06lNqCic26uc1Z3Tw7xElcvreoXN5qCiQbUjNd1aaPcR3DGWAogPNGqaDBI7ERj5vm+X73+7XRSoWq2ktwTvE9B+DXh+TWtOWQw7lI3BqyPiRp8S+M1jtxt8kLnb/C1e7fAS1trfwmkckYWTG1f7wFee/FrR7b/hJLj7OF3fe2r96vuqGEpwwjh1JrJ+5OJR0H4jSab9nsp3MsCHdtUfMWrr9btYPED28iRSM8g+795q43RPhXe6kYnfCMRu3ele4fDHwzaafA9vLtadPlO771cssPiqahCprBmlJe29w4HwjoP/CF6vFJcR7YJH43D5c1289nBfeMlnGGUgfKtdH478FrrVggtxsaPn5a838J2us2OvL5tuXgU7d30/ir2aVJ00vZ7DqJ05+zkj2G3uJLLV/JYnyHVQu7+9W9jGaxdVs5LqC3mjGJEw1bEJPlJkfNilK3Q96jdXR+RV/IGdwh+Y/3a3vhz4XuPEmoLF57RIH2nae1UPDekpqGqxxTvtVv71d//YcmglLiwlNu4O0Mh+9X5DSgoR03PNhHmfM1oL8SPhmnhfZLEh2x7W3N3WsLwrr1tIj2UsUiOTtG6rmreMtU1aNYr9JL3YceZIemK4XVNQlsb9ZYAG2n72NtO7i1fc0lJQemxu6t4dmhuXuI8pEh2hf71Z+g6pF/aH2dwNxNa9n4mk1TQW814klR9p3HoK4zSLOWTUpZEfcxfhlNdfIpLmLS6xO41WO4huUCl4G3L937y16bpeufZ/Db291Ju/hSRvm/hrH8MeFbjxFZ+ZcALcJhS3rW7ceCdRVJ7YwDytm4MwrWnTa1ijrhzRu0ckmtR3xaIuWiXcoZRWFaeKBb6rBZu7Khfb831r0iTwraWOj2bq6rL9148fMxNc1qPw1e1jgv3G52fdtrflT94nln8R3yfYPuSRld0a4ZasJHZLps4HlurZyrferjH1RLO2WUbun3W9a5LVtWvLiXfGJFVv7tePUxDhV5IkVa0IdDUufCL6lqsgQ7FB3banl0lNFuIxGNrgctWLa+KLtZVEjnzQNpZfvVOLy5a5S4+/nqrUSgpq6Wpzfu5LQ7q58Ixaxp7XhQo7x7tzD5eK8u17S4LOGXyyEburV67rHjK303wv5ccpZXT7i/LsNeB+ItclvGYRudua1leKR1VkofCcdd6S7XbORu5q59oS3t9hwrL0qZptzKcfN3rnvEN4Y367W60vZzrzszkpxnUlaRLNCbht5I21paPcSWNzE6Lux1Vas/DLw7e+Nrz91E32WI7Xf+HNerP8PY7F94C7o/mNa1KE4+6xujPnujktY1A6kqbE3f7Kj7tM0zSUk++g3/AO1XZeHrHT5L2cTgJg+m7NehJ8Lzfc26Db8rBsdVrxqlOpOfITKE2zxeSz8leB8w/WqN1M+3y+dteu6/8M7jTX34f5OvHy1x954X3SRZzydp3D7tbvL6luaQ/Yztc4yGaNeHQs396uz8LyaX5IM+V5+/XM+I9PXS3VMHdmtLTdNi/sdnEm3PTbXHWwztZMiF0z0bw74og8G+JPNjjinSVNkiqfvIf4q9Lu9HPiiCW7jIiSUfIq/N8tfIP/CQXek6rKhxcRL8pVu9ew/DTx1eR6VLPJcyNB8yvEh+WKslhXCFnqbxtIrazotn4fvnjdwk/mM4Zh1qpBr0Gmwz3964t4oPnEjd6sanqEXiSZ9QlXaibt0mfugd6+XPjp8Wvt0x0vTn8qyjO07T9819hlOVvGS9rW0gjNzd+SBF8cfjpceKL17e2cwWYO0LH/F9a8EuLh764z97NRX14byY87q1fD+lvdTIkabmJ2iv0mEI6QhojeMFRV+p1Hw28HtrWrReYm2BDuZsV7vM0XyW0B2RINu2ua0HTx4T0NIx8t5MPn9qr3uuC1jdy+H7V9BRpqjA8OvUlWmbWq68mm27W8GN/dq8+1nXHkmY5+Y1Vu9Ykm3yly2ay42N5cqcbqzqVXL3Ym1Oly+8zZ0DTTqE6u4Lbjur0G6uo/DenqP+Wrj8qoeGdPTTdNa8nH3BuRa5HxLrj310z7+p+7/drRe5Ays6kyK+1Z76+eQ5Zc1a023Mmw87mPFZNhbmQ5r0Hw9o8UcP2y6wqL0Vu9ZwXMzWo+RcpqaTYpYwLcXB2rXP+KvHBVWgt32p/smqnirxYZmaKBwqL/drhv3lwzOa2qVfsQIp0r+9M9G+B99LdfFTQy+WYTMS3/ATX146o1zkn5VNfJvwGtRa/ETTbhv4N/zf8Ar6rtpNsOZPvNli1fEZnf6wlLsfXZdb2b5TmfF+kwagj4jDNmvIvEfgsySM6DCj2r2XUZPMXA+8TxWHqFikjYk+92rCPI9D2+W58/6j4Tkt929NrHo2Ky49P8tupX/Zr3PVNJjm3AgdK5m/8OxSKpjA2/7tYSjYjkvucRYL9nXkn/gVXRM/THy1qT6OGdQIjuU0yfTxDDlOxrjLfulVJnXdnDL/AHqo+c7SO5Qbe22tgWr7MDDZqIwhU2HK5/hqjJkVrJ5yhx8vNakOGRs/L/s1jx2Zjbgn5mrbhhKw7ylZyBPQgeYwq+07fSqBvDJu5+YdWrR1JU+VAKxEYrI23O2mkS27ly3uC2wVtw3Xk7EPzZ6Vl2UKMiu/y46Vq28e51IAo0NjYsrwSbuPlq75ybl/u1lwZU/Ig96uCZNqqn3u9Fh3LZZFiyg+dqhiYtLmQbcU1bpI1+4d3enbvOXcflqbXLWha87a6oB82PvVGkksn4H71MeTj7/+zupyXQj24G5q2SsF7lq2kdZG3mrUai4KgE1Vhbdtb+9WhDiMrxVDb1saVlCI+p3KvyitNLgbdgG1VrHS6RXXNXoZFZs1DZ0U6ci/DNzx96rULSdz1qjHJzsq9Er7cmo2OtKxoWynufvVu6bhm4zXPwZVuTW3pTeXJwetXuTP4TckbybZ65+a4SN2x6VrahceXbYH+8a5eWbc+0ferVs5orU1LaYK3Wur0DUjDL161xEch39q29Om27Tn7td1Go0YYimpR1Ny/wBc0fTdeSDWAYI7khll/hauqsNDttW8QodPcNaum4NH83y1wPjLw6njjwzLZhxFexhmglbsf7teQfD34gfED4U+I2thbPeRRvteJ/mV1r6SGBpVqftacF6H5/iaPs6nIz6b+IOknRbZDBGJT3ZU213nwg8K6evho3EsUbSuGPzdcmvMW+NmmfEKwi0/ULI6TqI/5Zv/ABn/AGau2Pjr/hG9NeNMs0p2iPPUV8zm9R4SSqU4anNQioTfNsX/ABj4bibVJ7awiO4fM7/w7a4jVfCYt9SgknDJhPNPG7aoru/CvxEs9Y1l4rsCBWCrt/8AsqzvipqEWtarFbaXc7lYbH8jvXydDFVa2MUpxKlSiqblEydb8bfZfDSwaPJJBeM+95F+XbXD+HvE2oR6/F/akjXHnP8Aff5m/wC+q9L8BfChtTvXN1I86Kd23Pyiuhm+F9vHqUAitERk+cs3YV+gunVqTg3ojgtN69DufBOoRXlzbxW8Y+zooUyN94tXf2Ph62sruS5QfO5zXlnhO11H+0UjEcdvbwvuCqu1nr2WAlokLDkjmu+veDse5g0qi5mh7DctQLYwxnKxqv4VZBzRiuK7Wx6rinuNA/Kn0g6UtBR+Yo+HGofaGnRCir827FbkPhvU47VrfO/kNufqK9Ff4gaRfW2yAFp0+XdxtxRprSaxMxtkDupr8c5/fPNVOysmcnZ6DZW9sv2sbs/xKOh/2qi1L4Vwakj7BuTG6OTH3q9D1DwPczW73gBRSnzxfw5p0ek3+k6VAAN24fxfdr0OSpZMp009Gjwi5+Csk1y8e7avfbXN6l4Vn8Ezfu3zsPO5a+h4dP1ia3e4IjWWMt8qjqteGfE7UNQadxO+7b1XG2tFUcNGTyRpHonw3+JUEKpHPBErttUrnrXqHifxxZR2MEsAjTem3b96vl74aaONYvUkkP3SrHn5a+qNL+GthqFlkHeyjdtzW1HnkrJnbSlUnDQ88vb6KSLzxgspDhWP3hTJfFxvoZbPy9kCHejMPmWu3l8BwaTNKkkfmpXOal4JOWkt0b5QcVXs5tcrYe/ucTNINQdfKBeJTzurtPCHhO01zzY/K27Y93zeteY3mrXHh27lhKefvO7cvGDXt3wq1KKPQ/7QLok7jdIsn8q4oYSMJ80jGNFVJmTa/A2Nbx7mc/uuzVzXjHT7LQbPyAgV0O0Nj5jXpfi/4hSR2GbMbGPy7VNeO+Krj7dbSzvOX3jO5j0qcRW5HaKJqqnS9yC1PPtc8TJcQtAJfnU7fLauUlUx/OfmU/NWTr10LfUnkQ7tpqv/AMJAZE7rVqhUlaa2MnTnub0NxbLA8khG7+7Xn2t3X2y5bYCyseKv6neNN9w7VavR/gb8I5/G1213cRH7Kn3Nw+9XrYShyP2kjpp07ep7h8BtP07w/wDDO1kSAPcFGZ/dz/erqpdL+2WUrSWy7nT5tv3Vra0DwPZeGbNLbYXUfLt/hrsbfR4lssS2wXcf++q1kuZ3Z3uGh4ppXhOzt7+C6f5WU7XWvbPCs2nR2bGCcSxIOVb7wrivEPw5vZvPltJzBv8A7v3Vrhm8H+JdN80W2qyJw3+8xrhs3O5yLR7HqHi/xRYb3jJDr90L61434i0F5g8sTnYx3bVrzvWLrWfDesv5t48rOeVkNdLaeOLuaySOcq0XQtmvPxlZx9xs5K1ZT93Y4/xL567jsLydq5y31C5VMiQxL911/hruNZ1SzurRwjosq9F9a4htPv8AVJ/s1nbvLL1+WvLck9FI41ZdTI1K6TzsD73+yateCdW1BdXW0tndopjtkj/hIrRg+HOoQkJeQOs7n/vkVb1iay+FPh6d/MEupTDcZP7lfXZZk8sXZ9CK1T2Zzfx5+IkHhfTJdG06fbPIP3zJ8tfIWp6pJeTMS5ZjXQfEHxZLrmpzyyOWYmuPhXzJOfmr9A5IUYKjT2O2hTsuZ7l2wtTNIvy7q9k8AaDHpNm2qXaBcD92rdz61xXgPw6dW1BMjECfM7V3HiDXkVVtIPlijG1Fr0sNTUVzyOTE1OZ8kSXVPET3Fwz5/Wuevb576fk7VX+GqT3RZsD73em8Rqxf71b1KlzGFPkC5kPyAfd/2a6jwZ4fN9dpI/3F61zmn2sl9dqgG7ca9NKp4X0Rc/LK45p0YX94VapZcsSh4y1oQwraQHbEny/LXnnmG4uWWpdY1Q3l05z3q/4Y0WTVLpQi/I3VqJN1J2HTj7OHMzpfB+i+Y3nycRD5ju71Y8UeJlw1vBhVTjatWNb1KPR7BbO3+8vVlrg5GeaZs/MzVu/cVkYwTqPnkRNvmm6Fuea2NK00zN9ypdI0l5nUfdX+9XV2Gmhdsap93q2KunTfxBVq/ZiangCEaXrdlcD5VR+a+iE1INpssn3dp2jdXz/bW5UrHGNrCvT9H1Y3miJFOdso+Ur9O9fOZ3hXJKtHoe1k+JUZumzTTUB9oXPzVV1TUBuwB0rKtdSjjeVOXb+9WXe615kj5O1q+Spydz7NuJcvboyIyAhWrLt43k+VnDYqt/aUbNwdrinQ3yRhifvfersUjCT/AJS0kO1snG4naP8AZqrf2YUMExz/ABVXOoBZuCWY/NUY1Aq7I578VhN66E6sr7RGjIn3fu1XlteF5Hyn/vqrrybew560x4Rsb5/m7Vi2O2hnQ/NIwx8w/hrctbctC2Mf7q1jXDfZzv8Af+Gr1ncHbvD7c/8Aj1ZNPcSK10p+0qdh/utzSQ28ecgH5varEmWnYk/L2pomTeo5qwS1JbaOPfgpxn71XCqLtKfLj+Gmbk8rtuqWGMeTy1SjoaQ+Obb0/iqWO4+bhA1VyqMihX2+m2lj8iMtz81aoysTuybMoKgS4kV8v8q/3ahnug3eoPtXLc/LVIu5f+8yHedtWFuPLG/ZurPhzMeBVuHT3uEYSuVT/ZqrXFr9k1bC4S6VSPvd61UmEJ67mrGhWLT0WONdtXLO1uJuWO1c/pUtnXTpmvB++deK17aPt/FVW1teVxxxV2FfLH95qyOxIuRQhRnPzVcjjfbk1FbKNvz/ADfxVMzDsetDJJU+XrWpaTCNcj5qxvurUyagirjPy1aEzT1DUNwfmsVbhfvk1R1PVo1Vjn9awJvEUcZ5k+WqtzGDaR2dtdD77kDmr8OtQW8eXcL+NeTan4+hs0VBIOfeuG1v4jXF0/lwOdpO0/nXr4XDTqM8fF4unSR9C3vxStdPLJHKjv8A3VPzVzyfEhL7VGvAifaH++1fPp1adpmd3+Yn1q/Y68YXwDur6/DUvZLQ+OxWIdZn0emuaZ4mdftCCKdfuSr8rCur0HVBNd/2ZfPulwPJl+9uWvnLQfEW6ZIw/wA2ea9OS4kumsL2B/nhblq6a2FhjKcqczynOzPV7nwnf30rS2UBVV+V2b5ax4LHUbHxdFbTz+Vu+Vdvavd/hF4gsvFGiIjxRm6TCyJ/ePrXP/Ezw7Zw+N9LWMr9oaTfIqfwrX5/hcrlRxD51sbVNIppno3w2hj0/wAqL51ik/il+87V6P8A2fb9fKTJ9q5GKxk0/TLKdEMtx8v3ugFdnBJ50KP6jtX0Nbo0exhEuXkZxaXDWfi0+ZCEhPyRtXdDkCqV3pkF5Ikjrlk+6fSriKFVQOlY1J81jooU3TumPooorM6wooooA/LnUpLSaaCOAhWfp5b1778G9BFr5DyyB8+9fPOv6X/YfiWARpt2SDd/dr3vwZ4ugXZHkIQPuIK/HZ0WrWOClqz3i+htvsbxZG4p/DXA699st/Ktkj82BTkM1NTxFBfIwEjJx/y0erN/ff8AEuV1Bnx8u5e1ezTsoWkd7RYe6sLPSU80hWcc8fxV87eNvCP/AAk2pSvaHcm772K9mCvqwxO4VMNjb/A1YNrNDo9xLESGweJMfxVDpr4jGpD2lkeH+D/Cs/h/xC1vODsfd8vvX0D4a8SHQ7JIb+4ZlT+NRu49K4bx3pput17ZxheQz812/hDw6mueHbeW55WPq1a2WnL1Ippwbgjo/EOpR3mlrcQSFmUbtv8AEapeDLoao8tleg7ZY3b5awdRa50e/ijgGbcH52buKjs9aj+3bLOQ7+zONpBov9nqjpUvePOfidoYh1hHgjKpu5WmXupSeH9Jge3fbE49e9dlf6fJqGvb7mMy7zz/AHa1Nb+FtnNpHnp+93RlxztUe1YVW1a/UwqKab5Dzzw7qkuraRcmUfcPDNXkXj3xtKrvZ27hWHyvt/vV1+seNovBun3WnIoabJwvrXjE2++uHnlfc7nd0r0aOHUlzSGleK5tyqY5LjmQ7mNH2XaOKeimPjNOnk+RsD5q67a8pqynplqL7WLe2f8A1TyKr/8AfVfcPhPWNE+HvhSCIGKKVEGK8H+D/wAMUuoLfVLtOr79rDtXuc3gGy1LdBISvG5GqKl2+VMFeLdjQl+KWntdQXD3EUqqFYxxn7zV1V98VLCYxeWhltyA3mqO9fPfjTwnH4bvYHim/dZ+Rc/Ktc3N4su9NZBHclv4f96vNrVXTnYzddp8rR9EeK/jBFax+VAQzdlrx3xF8btX0+4cvFGyNuwrfw1xv9pXmpTK7yeUmdu5u9ZWseD9c1yZjEm5E+/IxrKzrfCZVKs5fAZPiTxhe+Krx5JEC5P8Ip1lql3a2qh8/wC61bnh3w6ljZS292gW6Trx1rJ1m1kuJ1iiwuTXBVpLX2x5vLZ3my5pN4ZnWS4w27+FRXonwi8QadpfjFRe2rtazR7DJ/crh9E8LyTbDISyOdo21seIdUttLSDTLTC3WP30i9hVZbk/9pYnkh8HfsZ1Ksaep1nxT8aadcazcS6YNllB8vmN/Ga+MPjH48l1K/nQS7lYt8ua9P8Aid4uS10z7NEdqpXyt4q1Y3k7nf8AMSa/aadGngMPGhR6GOHpyrVPaSMO6uDcTuf9qtPRtPkup0jjBZ3O0LWVaRtJIteqeB9Hj0mxfVbkfMvywr71z0o88z160/ZwNzbF4R0RbOMj7RKN0zL/AOg1yVxeGZ2PNO1XVHvrhnLnbmqcDGZ8Y+Wu+ck3yx2OCNKy5pGlZr5nOO33qikZ7qbYAatHFrDsH8VXvDOkyaheqm3g/wAVaRXM+UTmlqdX4G0cQp9ruB8qfN81Y3j3xJ50rxxncq/3a6PxTqieH9LW2jI3Y215LK0uoXTAZbca2qS9muSJhShzy9oy7pdvJqlygA3Z616rp1nH4d0jp+9Yc+1ZHgjw+YY/NeMcVZ8T6huPlplq1ox5F7xlVq+0nyrY5rVNSN1cd/vc1c0TRXum3v8AcpNK0s3kmT9371dtp9mIYMBNvFaqnd3IqVLaRG2unpHsRBWva6eV/rU+naX5iK5+7WlJ5dnHvfG6ulHG2MjjjtU3viqWoeKPsqbo3C87etY+ueIBnCPubHC1zLNLdOufmVjWdSCqx5JGtOThJTOvh8VGQymNiy7f++qrP4mikdxjayjcdxqHw/pIYvJKdsSDca5jxjrSNeYgQJj+JR/DXzOIyeGs6bPpsNmrb5JI6WPWoGXeD8392mvrX2hN+Plb+Fa80XXJI+d/zDpV5tQu44snOxvmDL92vAqYSpTeqPXWKU9jvYNUO5i+d1WTqQ8xHJ+UdOfmrzWDxQVlUPJhm+Xb6U7/AITAKigv/wB81g6LN3WPRrnWhvYoR0plnqm6Xkn2bNecr4qjk3EZZmqxZ68+3HPzVDosPbHol5qkao5wG/GooNQMm1MbeK5ewvkmOJc7f/Zq0ftQxkOFasnTZaqHS28nnbiT92rUXlscg/NWDZ3xZF4rQ+1J8wJ/2vlqXTZqqiNMzBn2D5mWrUUm2PD4VTWJFdJv4f60TatDbp80g/4FVKmLnNl5kXoPu/xVQmvk+Y1g3XiSNl4csv8As1Si1ZJkxk7s/d/vVfs2i1LmOh+0bl4P3qtQqZGX+792sOC6PynG3/eq/HqCQp8n7xm/hWpn7p0wjdnSWaiPcQfu1ZS+MnyRj/gdYNhHPdPmVykf91a6aysdqLtHyg1i2dsIF+wsxuzJ87H+Jq2o49vCVWtrfcq4Fa8FqFTk/NWdzX7RNbRlRya0bW3G/j7tV4/LjjXNLLqUduOoWqtdA5luVdtyp39Bt202S8j3YzXNah4qihLjIX0rldV8dCPgH5vu9a1hBmbnynfXmvRW6qhI9mrnNS8ZQwsQhDeleY6x405YvJt5rlNS8aH5niztzt3NXfTwlSfQ8+rjqdPc9Q1XxduRj5m1fvGuG1v4gBVZLf8Aet9a87v/ABNPcbhJIzbutUU1AzRMQdte5RwEYe9I+er5jUmuWB0tz4glurlZXkLMp4WmfbCw3g8sea52Kbcev/AqspcFeletDlirRPEnzS1kbyag+/JfatalndP8gjPzH9a5OFjJx6GtjTrgrOvXbiu2DOOSPQfD159nfJIV++2vQtB8VPGqxg8fzrx21uJFCuPl/wB7vXV6Qt1cBCp2r2rtTscU4n0f8OPH134d1hJYpCqsdu5a9e0K6vNU8f2ckuxrWV93mY3Mf+BV8p6JrI0+PYZC+3+HPSvpX9nfxNbeKtQt7KU7LqF9yK7fNXBi6aa5zSmrtRPrDVLWSXQ5Irf5X8vatVvCE4fSkiLFnhJU5raC/uwvtiqWl6OmmNL5Z+WT5j9a+e5lytH0qptVFNdjUooorI7AooooAKQsFpajeJWZSeo6UCZ8G+LPCtvY37SzpGyE5O4/NXFXU13Z3yfYHLbzw2O1eufEiGPWLxreCI7weGU9quy+D7O10CJ8RrOsS/M1fksK6suY5qdJyTkebWOrXa3MDmUq2fnVq+lPD2i2194NiuJv9aybjXyxfzSx+KEeSMGIPz/tV9RaZq2map4Zgjtrn5mQZVT8u6oxda1rOxXO/hZz0enwLBKI/l3E965zTPDf9palL5pL7Qf3TGt68t5YUdEB+Rtq1ztnHf6fdTy87M8M1d1GrDkvc3TWgzxZHaWemy2jxRy7vlTyux/2q57wt46Og6e1mTJvbcnkN3/3aXWdaKyziUwxK/zbv7tc3ojRalebyN7I/ErV0aXUmSvjujuE1CXVNLaSW3dpVO4Nn5Wrlry4l/tVXiJ+Y7dy9q9BvryDRdFYYRuOGWszwfoNn4gV53J+ct8v3a1UEvf7mriVby+uY9NiucHz4+j4+Wr+kalc6pok9xeSFEG75F+7Sarpv2FJ7J5D5TfMOa8s+KXj5dD0f7FaSvFcEbCqd1/2qhUnUnZis73Z5B8SdSjuvEtx5A+QHbXLrlVz96plzdOxOW3HlmqUKihlPzV7Hwk20Mqa42lc1oeGrUa1r9rbkfIrbnX/AGayr6EeYxz935q9i+AHw7k8QTPfyIyKD+7bH3mqJaRuQz13w9qFno+jfZ0HmxKiuWXtV3VfF0duLO/tfMVCPn/u1y+p+D7zSdYuMk8jaVb7tdDpumxN4PY3I2uOnH8NcK1dhxnKWljgPFUd74u1B9nmIifMPeuK8TaPLo91Esifvdyru/vV67pmpWTb5IJInlQcRSVwnjnUE8QavF5AGxCvyr83zVySUJXMJx0v1Nm28I3DeFVvHiWJmHEf9ab4V8df2Wn2a5shcb/kLOdoz6+9e0+G9Pj8TeA4jboF3x7JuNzBq8t8Y+A/7J0+VNg2r0asqtKcEp0gmnSacDl/EWrW0NzKcRrO/wA3y/d2+lcEjXLX/nmM7GPHvU0Wk3H9oMD5jr90e1dL4iuIfC/h9LkwBpfupu/vUqFGeY144aW7PKq1+fUL3xBF4V0pzHJuvXTiL0rzufUnjVpJZN0853uzGstNSl1Cd7i5kLM3zVg67rSRx3E+fuhsV+yYDAUcso+zor1PLbdSRwfxP8ULcXUqIdyjp714zczG4nK+9dB4u1g3Vy6A96x9I0976dRs3ZPzVyVpOpM+ioRVOGpveCvD8mrX8UePkX5nbHy7a7LxNqyKEtrc7YIRtFT28MfhHRvIGPtkw3O390VxeoXjzOx/vH1rot7JW6mCbrz5uiCWYzSYFbOmwhRk1kabbmSRc11EVv5dvxTpxv7w6s4rQg2vcOiD5ueK9K8MaeND0t7iX77iud8I+H/tl2ssn3UO41e8c+IBCn2W3fbt+SvQprkXOzy6j9o+RHIeLNUfUr+TBztO2rvhbRfMkQkbqxbG3N1cZ+8xNep+EtHTTbH7TONvHG6opR9pPmZvVkoQ5EX724TRdNVP48c1wzyS6hdEg961vEOqHUpWRK0fDei7YvtEg2r23V2v32cKfIi/o+nixtvMk+8w4Wt7TdPlujn+GoLTT21KReDsHtXQz3EGj2YxjcK3+ExbuJPNHY2zcD5K4nWNaMjvg/L2Wma3r0l47BDtWsa3s5Lh/MfO2peuwoQ6sZEsl1Oxx97+Kt/StLMjqB826oLWxRdrgfLXT6dD9htHu5Pl3fcWqSE5GX4o1SPRdN+xxENK3zPtryXUrgyOxc/M3zGuq8T6kJJ3P3mriLxpJnx91fvVzVWd+Gj9plOLLTKB36LXqvhjS4pNK8uePfkbq820q3865SNAd+ea9a0SYQosX3W2bayjTjL4ka16rj8DOc1vwjF9naSDY3+z/FXKz6Wlqzb0Ct9K7+8uBbo8cny7T+dctqs3mOzbO9efWy+nPWGhth8bU2nqc+PIXog3L/eq5bX0WxRis6+Y4bHrWNdXUkYVw5Va8arg5092exTxKmduNQWP7uFWp01qBlUSSCPb715RdaxcSPxKyJ25qk91LIuwyFse9YewOr2h7A/xAsLOJt9wrc/dqkfihbKzeWN7f9815BI27qKaG5/u0ewQe0Z6yfH1zdNlSE/3TUaa9PM37x3Zq8xjmeM5RzVqHWLiPbiQ/nUui+hqqq+0emx6hIxXgtWpZtPJtIG3n+KvMofFFzCuCRxWvY+PJIWXKbvWsZUqnQ6Kdamup6nYwyTH945bH8NdFpscccq7O1eVW3xEijClwfmrcsPiRZwjOGZq5JUaj6HfTxNKPU9fs1+7/CtdHYMI4sGvED8YraE4jiZsfw1G/wAdDGMRwP8A72an6rVfQ0eMpR6n0PDdJGM7wtE3iCK3Vd8g/wCBGvmS4+NWpzbvLVEX/vqsO8+JWr3jsJLg/wCztraGBqPcylmNJbH1BqfxAtLfjzRx71w2vfFqGNcJOGb/AGa+fbjXr6+3PLPI6t/eNQm4fdkn3rvp4BL4jgqZlOXwI9W1L4mCRcjL8H73auWuvGl2zt+825P8Ncqlx524v8v9ab97b9a9GGHpw2PLq4qrU3Zs3OrSzN/rdxb+LNV/thYeW5PFUtxXg/LSiTajH73G35q617pxv3viJU/izUqMVXINV1mPcU5fvfN92tOYlstRNucn7v8As1aiXuM7aorJt6n6VatWeb7mWb7tXEykX0wrcZ3Vp6UxmcAfw1WsLFN37+T5v7takEf2e4UR42n+KuxM5JNHRaasezL53/3c1tWV9IvyE7Y+zVykV15bsCfmb+Kr9vfbkYOT8vSuhM5WjvoNS8tMj5mYba7LwF48udB1e3u7eUwXEJBDL/FXlGn3HnBiD/wGtzT7jy+V+9XRyKceWRlzOL5j9VfhF8TrL4m+GYryFgt7EAlzCDyrev0rvFIIr8yPg18XdU+HXiW11C3Jkgztngz8sqdxX6LeCPG+m+O9Cg1TTpQ8cg+ZP4oz6Gvl8VhpUJ36H0mFxCrw13OkopN1LXEd4UUUUAFFFFAHxZBrkcl+xcfMP/Hai1rxdHdXcVoH3fJ6Vo6l4NkbWJ4o0+lchrPhu50u/wDNcDjpX466KT9054VXBcpcvvCJvHiuVG6XG88V6H4X8OmOwh8uMyysm7Z91d1cR4V8QXcmpRW8+PIQben3q9l0KzmWBbvG6JBu+WuKtUkqipzRcop++cfNrEuj6lb/AGgDY52On92rut30C205iiVkYbgrfex/erzH4weILuaWX+z4imw/xCuN8KeKr3XNlteSvBexps3M+1XWt40anMqnQVOaWh2Wq6Lb+JoHNs4bafnVf4a43UGuPCqfZo4t6t0k/ixXTRaXL4Z1X7bZS70b76x/MprYhhs9cdnkQeaPvq38VfVU7SSU1dHQkn6nO2msXviywii8v50dUfj7y17N4Q0Oy0nRY1dwsud3WuZ0TQ7axgz5A68bayfFd9qkdm01tIYIIjuEa98etbfD7qNrNayIvidq39j2ctyj7lGa+Tdd1S417Upbic7ueK6/4kfEjUdenaykl/cIedo2qxriIFLckV1x8zGTT2CJQqtj8aLqPy7beaJf3LY+9VW5aW8220AMrudqqtCu2Rc3vhp4Hk8ca6qSfLax/f8Af/Zr7p+GvgO08O6MlpEERlG4ba8l+Cvwtn0nw2lwlv5sso3Pu+8Gr1G2vtU0GwxPEWZD972rirym3psNK25n+PFisbhohAGlc8tXB+PdSl03QWgtIwzSptG2uuvNWe+uftFzGHdSuUb+7VdY7PXNSe3uIhFsPG77tea6rgm7Cb090+V7/VLyOby9pifPLZ210OlW/wBjRJ5ELrIN3y1658S/hHAsKyWsA+dfkkSvBdetdT0eVYRdsqxn7ufu1lFKcVUR50nOD1R9QfC66Gg2KzxXO23k+YxSH/0KmfE7XLCazl2BFVxuDKdy7q8Dl+KE8mifY/LCSlNruh27qj8PapLqlnLDJcMyodwVju4op15Sk4lyxScbWLUOrRKzyOmxQfv/AMNec/GnxZ9sns7OJ/lA3Fc03xp4kebUItMtjtgidfNk/vGuA8Z3Rutfck/Knyiv0zJsphhFGtP43+B4M5841tSMMDkfexXIeLdUez0T5z80vzVqXkw8ny8lWY1578QtY3MsIO5UG0V9DWlyJmtClzzOJnY6hetjLLmvS/A2gwabaf2jdj5E+YK38RrkfBuhvqF4iBC2TuP+yK7nxLqSW8a2VvhYIhtG3+Jq4qKt77PSryb/AHaMXXtUN5cSu53FjWAmZplFPvJPMO0fdq7o9iZnUgUO85miShE29C00s6j/ANCroEtzdXKQRD/vmmwxjT7VRj969df4Y0kafZS39x97tu7V6lOmkjyKlXmY3UrqPwvpPkJhblxy1ebXM0l9KxPzZOa1fEurPq14yg7vnqXw/oMt5OkUY3Mx5/2al3qOyLivZrmZseCfDYvHWST5UT5q6bXtQDL5ER+UDbV2ZU8P6Utug2y1i2Gnm+ufNlfav3q6oR5VZHFKTm7si0PRTeT+bMNqLXYWljJdTJbx/dXr7U3T7PzGW3jT5R/FW7c3EGg2eAd0uPnrfRGV7kV1eQaHa7I8b8Vwmq65JqD9aTWdYN5McE/NVWxsRIvTd/tVLdxpW1YRW/2irsUJjby0+dm/hp7xpCmxBt3fxVp6bb7dhA3yvwKuHwibZb0zT/MdQ4KqOtVfFWqeXD5SfKi1sX8g0228pG+dhudq8+17UDMzR52rnmqM4JtnJ6hJ5kjk1h3TSdOq1r3nltuAP/Aqz1jeSbA+Za4qh7NN8sTZ8N2vl/vSPun+KuugZ1bJO3dWBp0ZVUB/75rfhj3I3zbeK2gtLHn1JXdytrUj3ESEf61f1rmLy6k+ZMbvWtnUJpPMXj7rVkX2y4fj5H7r/eriqNpnRSRjzR7txPyhutZV9DHIVQfw1r30ZjTB+XmsmduWKVyzal8R6NNGLdaaW3EfdFZc1nIr8ArXSbvMLp/wKq7sJl5/hrgqRX2TtUmc59m9qi8k7+R0rc2orNgVVkURnH96sLGqkZ7Q7enel8urT4/9lqH7x4pF3I+WFSJR91sUv8dOwEqyHb1+WrMdwf4yapr1wPu09ZN3BHSqsQ3cvLIVbINP87a9UDNzjNPeTdWnwkF5ZNwyD/wGjzN27PpVNJPLOD8tTpjY2fm3fxUwLCzfIo/u/NUvmGbcSPlaq4UdKmSQrCqZ77ttWSyyvyqx/u1Lu9PlqqretDSbu9UmTa5N5hZ/9mpG+Xj+9VaFuOKtW9u8yqQN3+1WiExyRlupqU5ZsDNSw2qKuH+9mr6eQq/uwN1aGDmVYbd1278r/vVrWmyFv3fy1FzJ1x7VbhhRU6bq0iZNlmP7v96rCXHyrzVAzGNMfw1E90Fb+61b3sYNG4kwkCkNuq1BIcrH97+KueguHb7lalpqBhdVZN2eu6uiMjJxOt09vs+0j0+7W3a3QZdowr1y8N4rbdj7v9mtSzuArrk/8Brsgziludhp+pSRyIcbWr1r4T/GnVvhlrkVzbTtLZsR59sx+WUV4Vb3knzddrdK07S8OSjv16U5041Y8sx06jpPmifrT4E8daX8QPD9vqulzCSKRRvTPzRt/dNdKPu1+Z3wR+N+pfC7xBEyytJYvxNAx+RxX6IeCvHGl+PNDh1LTJ0licfMmfmRvQ18ticNLDysz6fDYlV15nR0UgOaWuM7RvakZqVutc3qDXcNzgOfmPHNVGPMZVJ8qOOTRY5LxpcfdrB8R+EYdUn5jC7h/CK9ChtfLjz/ABVlXLHzHOzcua/JXFt3IVup87a74d/sm/c7BuQ8fw10Hh34pf2PoktnKCyj5UZRurtfGHg8aorybdu7+7XCp4Hit4ZYpPmV/wDZ/iqZUI1n+8Li7e6U/tln4mmn80DdIPSucn+FqNfK8B2q38UfpXXx6Onh1lnjA5G08UJrhYPj5ZU+bb6104ah9Wbs7l2gX9E0O2sdM8u4cM4Tjd/FXOw6bbyXrmOVYkx/31VnVobi+hWeGeTa45X7u2suH7RaxMHfa3Zq9RVexunFm+NQt7eL7HgtL/s1xXxd8ZQaD4baBNn2iQbUWqWp+MoNBkeeR3ecJtMa/eP/AAKvCvGvia88WatLcTk7N3yL6CtaMfaPnYSqKxyVy32q7Z3J3E7j9avxx7Y/7zYqo0e181N9o8uFiTXoW1Muhm38wXjO1q7j4D6HHqXjG3nu498CbvlrzWa4+2XWPvV6x4BvotL0pJY8rcRHhk/9mrlrScFoC7n2DaahZ2awJZmWJo9qvs+7XUareR/2dtnRWQjhq8W+H/igXGjteEjz++6u3OtS65pSkRDan3m/hNfPwrzdS0ilK7NbSNN0vVI5fP2bSf4TXK/EWSw8Ouk8Xl7vr96mS6feXStBbnY2Nw2/exXG+O/BuqLYeZPJJOv3gsh7eldV+a+plJ6aFrTfiJZX1tdWdxOIEA3I2/dh/wDarwf4i+IJNU1l3gEMsCDbuQffrpbnw/JpdlK+Njkcqw3ZriP7Pl+YzwSLzwzD5a5V7t9TgqVrqxjuqMizEbuOVzyK0Uujoeiz3sZ2s48pPeoJbM3VykSZ2n+KuU+J/jC00+3g0yJx+5H3VPevpcjwKr1vbT2R51Wf2YnIa/rBjlijSQtK8wy3/AqyvEt5u1GX5/mB5rCfVPtWuWZLbl8wZp2t3Aa9lPPWv0yU7/CYxpWsmI94cNI53KBXmWr3D6lqrEDvXW63qBtbCQD5WaqPw/0FNQvZb+5X/R4vmP8Ate1cVX32kehS/dwc2dVo1qnhfw/9okG26uRx/siuUvbp7qVie1aXiHVpNSu22HbEnyotYe07OT81RJ/YiVSj9qRGsfnS7B6133hnSxbw+bInyoN3TvXL+HdLe+u12IW5rvrmEs8GnwAs/fbXTQh1McRPTkRa8PafJrGptI42wJ8xarvjLXI44WtYD8v9K23t4/DujJEP9ay/Oy+tcDe4uLrL5Zq9DoeZBXfkUrOze4mXYK9a8L6Omj6d9olA81hxWJ4M8OiRxK4+RPm6V1epXAbbgbYkHG2qpx5UFWfPsYd/m+uV8xDVyzt/m8uOP73yrUcMcl1Ns9eldZDDBoNp58u0y44Vq2Oew0SW/h3TWeQjz26V59retS6hKwztVjU/iDXJNSuXIIb/AIFWZYWMk3J+9/tUFpJCWln9onyMt610nkwWdpn+KnWdnFZw5JG6qd5cC8n2cNtqkiL3YW8fmTbz93PFdLptqlrC93L8rY/drVLQtPE0yuQViT71TapqRupcJ8kSfLtqzNmRr18GO/f8392uNv8A5k+c7mrb1CRrq5xjaq1k6jH5cTHP7upNY6HOXEYZmAG3ii2tz98YX8adL+8mb+7TxnYoA2rWNru52X0LtnJ+9VxllrZimfbvFYcK+Xsx92tSGT5c52t2qmc9rsLpX8rJG1jWJeWfncplWWt3zvMCh/mqrdYUMOi1yySe5rBuBzFzfGNmjuE3L90VkTKm7MJDr94q1ampSCYkEBlFYbQ+WxMZKt/dry6sbHq0/wCYoyySL1T5iaqyXBjXoPer0l4Y1bzU3VQuY4pOh2sfmrmZ1Igab5FJ/iqq0w8z+9mrE1i+z5DuqqbV42yQaho2QPMN7Y/nTPM3UGF1bOD/ALtHkleaLDHN/wB80fiKaIznpTxH3FWQJu+VcUu2pdvA+WpFh74pWAjEf3TUiRnOalRfcU9F5phcYse773NSqu3gfdpdu4YxtqRYzIvTtVWJuNDbWp5bbQtu8jZHyrUsVuOrnJpkEXmGR6ljhdjkgqrVI3lru2Cn7nbb81AFqOGJUyDu4qWOaSNFCDapqCPa1WYc7uapGbJVY5yR/wACq7CwbsKiRRs5Bp64ZeM8VujFstcL0/h/hqdZtqcja9Z0TFXGTVxpkYN/DV3MmNnuBjNVS3mNyDTOWduKPM2nkbarmLRdT5dpB/4DV6zuh0I3VkrI8h6itK2ZF4IraG5lLzOgsIdzKcj+9XQW15Gu3jdXL22ZHXHy5962bNtq4IHFehFnBUOkt77cFAA+X5qvQ3W52OBWFE3pV6HG9eT710JnObUd4ZEYd/4a9r/Z5+NVz8OvEkIkmc2UpCTQMeCK8PSMSKhzVlFdX3j5mH8X96s6lNVlySNaVR053ifrt4Y8Saf4s0mHUdOmEtvIPxHsa2Otfn/+zh+0E3g7U4rC8kLWsvyPGx+97j3r7z0jV7bW9PhvLSQSwTDcrLXytai6MrM+ooV1WXmX6rzWsc331DVNuqvfSsls5T71cy3OiVramOq+ZCo9arXVmkMDE4/vVoWeGtkcfMuKrXEP2wMBhlr84cbI2cDlpphcPsRNy1yviCzeMKQnzZ/hr0T+zY7dWH3Wqje6OLiNiB93+GuHVPU5HFx9486urVLq1UOnzY/irEm8Ii+VJI/3TL8pZa9Nj0FJi2Uqnf6a+nwsgTdk8VqptIlTb3PLrzOh7reWTdFWJ4hug1qpiePdjdXear4Zl1JJXcdq8i+Ivl+G9NY7wsq/3q7qfv2SOmNRWPHfiBrUl1dmJCFAPP8AeriDu7fdq/qmoHUJ3lkPzMaoJJwxP3a9ynSUIGZWuJOxG2qF6xaJgDU9xMZpWAqK3s7jULvyIkLt3qKj5UUd/wDDT4WweIrBpzh5W+Z9x6V2Nh8N47NGg37VY/JuNcbZaprHw/gguIhuVBuK46il0n49JqWtPFdkwbhwzDcoYfwrXMqjlFtK5acNup1epLL4PgeJ5CqP8w5+U16B8KfiFLqln5ccS/Im1/8AGuc1Lwe/j7Qo7yDLRTR70b7yil+DOmv4V1W8srsZaUfI3uK86rCnUjfqTtKx9BaA0d5C0qlIJx0Z6PEbI1gplVJ07/3a5mz8WW+i6g8N4gSB+jN/DXI/E/4hWFvaz20VxuZxuHlPu218/UpS9paJzuXK2VvENxpzalFFLiCIHf5chHSsPxt/Y9xbxx6e6Ttjduj+7j0rxi5+IFxcXP2S5lLW5P8ArGHzV1k2tWlvBAbECdpAqhVrsWGnNx7mDqU2cx8RdetfBvhue8jISdx5Uf8A8VXxvrfiCfUtTlkklLsT617H+0V4sOoaulknyxWybSuf4q+f45PMu1Oe9fqGCw/1XDql1MaME7zOy8Osf7StXY/Ln+Kr2sXRkvpc/czxWTpMgXUrWPP3jUutzbZXP92vZT9whq9Qw9WZ9UvEtoMs7naNtdbcsmj6MmnxfLj7/u1UfC2ni1tZdVl+8flh3fzqpqlwZDnOd1CXIrsp+87LYoM25uaVo/OuEiSmRdM/erpvB+i+dM15cf6hPm+aohFzZUpciub2k2Meg6Us7/61xxXW+DtBMKPql6PmIPlq1Yej2L+LtaUY2WcPWuv8R3X2eNba3G1IxtFetThyI8eo29O5zviTVjcS7B8247apaHo8uoXqpsLUyOGSSbZ952P/AHzXoPhXTRpNl58nyuelXa7BvkXKaSQppdlHBGNrEc1QkU3CbAA2f4anlme8myo+WtnStLjs4ftEoC8bvmrf4TluGnafFpdp9ruMblG4K1cd4n1yTUJmP3V+6KueIdaN5MyZ+RflG2sS3tTeTb8bVpjWhVs7F7qbBA6810sNqtvGowVxTYbeO3HA5pl5ceTFwP8Aa61S0FMh1O+2u0cVQaZZmaRfk/etUVlCZpt7/NurrtMt47W3e4IHyjiquQF1cR6TZLbp/rX61y+oXTxxMM/Mf++qtX919onMjuNq1g3lwGuV3vuXNDY0mEkYj3Ox+Y9azb/Mif7LdFrSbEnz5LLn0qlcQq24b/r/ALNSmWmYf2UxtkD5qWTZhR/F32irxX5Pk+7/ALVVTHt3Z+bJqbI6b3REJOVAFXzJuROKo+Xtl4xtqzHJxiixLLD3G0YI+Wqt1NtTkD2209pBtdKz5mkjbI/h/vVxVPdNErmJf53Ngbd1Yck3LAj73FdNOqTP+8HzH+7VC50tG+7hVrikuY9CnO2jOZnbbu5/76rOl+b/AGa6OfS025/hqrLp4X/lnXM6bOxTRi+ZIu356R7p/TdWm+mhv4ajex8sf3qysXzxKq3AZcFOacPKkWrH2Ubc420n2PczYFKwXGrbxsm4Ebt1OW1TcvNN+xndwDUosX9TTBsb9nTLfP0pyW6bSN9Sppu1fnenpaxxnPWixNyGOGJuADtqxHGilf3f3aGuBH8oApjTPhferES7vvcbaa0x29BuqJ8seM05I3bdQALIVGM09Iyzc09LX5uRU+3a2M0AReXtHNPSPd0NTDDLxU3lhfSgm4kcI3rzVlFCrUSKGPFShvL/ANqtEiG7kom4GD8tORj9/dVOVip4P3qPtG1ck1oZ2LPnDzWz96o/MeZt9QrJ5j5NShvLXP8A47VBYm8zbyfu0PiQ4/vdKY8wkXoKP4ciqRJcixHtwO1WrT5nYk9qoLINtWIpApXH41pciSNuG68tNiZ/4FWrYSPtXJ3LWBbzIu0IRu/2q1LSQxtnd/31XbBnI0dXbsPJ+T71XIZvkw4+asG1vgrff281t295Gx2HC/7VdkGrHG0y7b3T/KQflXqtakN0GC/w+tZcWxecVbReMr/3zWhnqXyzxzpcQOVcHcNtfW/7MX7Qa2ATS9RkLW7kLIrHmNvUV8jwt8u//wAdq3pt9c6LdJeWx2sOvNcteiq0NToo1XSnc/X2C4juYVkjZZInGVZTkMKeUEgINfLf7M/7QEN9p8Gl6pcBYT8sbuf9Wf7v0r6Zn1WGO3MsZ83jI2c18tOk4SsfUU60KkLmH4WuPtnh2CUkMrpmuZu/G0Gk6r9nd/vHjbWPqvxAg8B+HLOzkAZ9mzdnvXjr+Plutb3yPuiO7HIr8tqVLwSR2VJ8j5T6UGuJeW4nBG09P9qrNmz3EbHlVrxTQvFXmCAR5WBuqs/zV7JoWoQSWCGNw3FcKq3fvGXxk8dv5cxwKW508XHJHy0faAtyr5+VhWhHjbk9K2TTdgUdDk9fhi0WwluHwqKGb9K+EvjN4wOva9PBFKZIo3bvX1B+038T4fDvh97GBo2uJhtHzdK+GLm6e6med33M53H3avocDR+2Yvf3SvcKd9Vribaqj73+zUksxY4qrNIN3+1XrSGh+nRpNNsOWYnjbXpfw60e30vWYrm9j3RONp3Vx/gjRZdQ1iKTy28ju2K9J8TW/wDZ9oqD5cdK8XFe+3TiwdTQv+NrrStSR7SCSNfvKn+zXlmjfDaK+1mV5B8inIbHWllupFdv4m7/AO0tejeBbqOMQJJINpFcMJzw8OUhTUzt/CviZ/hno7afcgXWlyDiPHzL/utXM3mqS3GtJqdhFIlvncN4+bbW94muLa6+xWnmqyu67f71d/YeDxa6PbxukTq/90fMFrkVovnluwcnsjmn0n/hKtHW8PEijnb96vBvHum3Gl3s5fzHRvmLNX1l4F8MpHcTxSkrHll2t91q85+PnhW3ZnS3TdOiHO0fK1EP4nI/kc9S7Vz5KWx+0X3mg7kHVa7PRbc6LYXGoXBPkQxlo93rVCw8M39nqjSuNtqPmfcPlZf7tUvi34m+w+G/s6HZvHCrX2eUYF1J+1nsjzqs9oHzT8R9YfVNXupyfmeQtXF6a265XPzVreIrjzHc/wB47qyNIw1wx9B96vppO8z1KatTNzTro/29Z8962Z7WTVNVS3QffP8A47XOaPJu16D+6p+9XdWeLFZ7zG6V/lRq3p63OerpaxU1yYQlLOI/uIxtFc5PI8j7Aat3lwWLkncxqGztTcS52febaKp6scVyK7JtJ0mTUrtIIx948tXeTRjbBpdkCyqdpZe7VXs7FPDem4cf6ZN8x9lrtfAHh828D6pcR/MT8isK7aVOx59erfc1tO0+Hwronlj5bhxudq5LUtSLM38O/wDhrb8Tap5juN/zVjaJob6teLkMy55b0rqONXerNDwxorXTrcNlYl/irrbqQzMsUfyoo4WkeOOxtlt4MKq9au6LpZm/eSfc+8WarSsZN8xLo2m7V8+X5bdB/FWdr+ufaAUR9qL021Z13Wkb/R7f5Ik6/wC1XMeX9ok+c/LWqIRCsL3T7zitW3hWzi3Y+Zv4aIrcb/wokuBG78/7PzVYMR5j99ztrJuZvtDqgO7HWmaheGTjPfb8tS6Vp73D5wdzUnqUka/h7S5Lh1LDai9f92tfW7iNY/Kj+RANtWlYaXYIgwsrCub1e6eTkkLUsncxNSuByAfmrJXMkqmSpr+QyS7QQzf3lqSwhLbmcUmXaxakwsTH+BRxVKSTcrfJ97pV+aMbOv8AwGs24xJu3/Lx92mCMy6bzHxn7v8ACtTRwnaqfxVNbWYkk4q08KR7sY3VSsU2ZMtn8+c/SjyfL27jtq4IRv8AmO7b/DTJ4/MXhS+3pTDmKbYbcRVO4kO7Zt+b71aawvIufT+Gq00LLJ/e4+9XPKPMbwlqZc0fmHOKqeW7MT/drUeP5+vy1TuG8s8VxSp8p0KRkTR/3+OarTYY9T/wGp7r5pWApsdq83yjpXO05HWmQxQiZ+BU0tjHD2rWhsxapyPnprwiTqPmWjkF7W7MP7L5kvSnDT9rc1pOot2UY+ZvmqlcXAZ2x81ZNI1u2R+SkYwBULt/dpXk28Coi25ehWsrGtiF8s+cnbUZXvn5asrCWXAqwliWj570WKbM4W/mcipFtTtq+lui9KVl2lePlosTcqJb7T0qby/JfOKk5ximldrqc9aLBcYzHdnP/AaFUs+TSrH97J+YU5VO7j5eKYXHbf8AZFKjfLQrcc0jZXdiqsIl8zy0/wBujzNwz91qjXDbs/eqJmfdgfjVN6E2JfO55ob5uf4RTCpbk96cn3cGkDDaV2mplk+XrUQ+9/u1Kq7elBBIJCvyH7rU9WHchfWmNlj06U9IyvJrUCWOPzCpGNtSrC6jOPlpqfKKd5j9M1VzO5Osnp96rtvdFWXNZ3Dbf4TVm368n7tbxZEjchuB8ufWtmzkPUHdtrl4ZApY5rUsphu38+1dUWcc4HX2N5xiT5a2bVty53VydjdeYWBTa2P4q2baZ1X7/wAprpTRytHRCPdGQD81Rssiw43/ACnrVe2vHUqH+61WJI3Y59PetEyC/wCDvFE/hfW1DylYHfa6/wDs1foH8APixZ61YR6NqcwF0o/0eVjw6+n1r83ry385M4+YfxfxV6b8MPGksPlW/wBoKXUPzI275mx/drgr0FUR10azpu5678bLi/bV4i7uqRn7rH+KvENU8UXMd18k54PrXvfxx1KPUnguI8N5iK3y/wB6vlfW7gx3bk+tfjFC1VJ26HrYtOFR6nq3hX4nXkepWonl+RCPmr6Z8MfE5F8qIyrsYbgymvz/AIdaljmBR9rV3nhjxtcRyr5s77FG3rUVsImrkUMQ46SPv3SvH0GoT43hv4TzV3x38Qo/CukyzvIBhN3Wvi/S/ihPpbqbeTcv+1VT4n/Gq88ZWaWEYMSLjzGY9a5cPgqk6qXQ9KNeE0YHxL8eXfjrXp7yV/3Ac+WtccjHp96oLiYqnB+aq8UjLyM19vGnGlT5ESmWnbaePmar+g+HZvEWq29nEhd5Dzt7VkRyFpOc/NX1t+zF8H5P3Wt38Q3uNyLjtXnYqr7GFzTpY7TwX8DbTQfCKSvAFnaPlpK8i8Z+HX+2S78+WDtFfbWoWKTaUsSD5cba8e8W/C17hHKAtn5q+ec5y97qcteDXwHyRJ4XebdJAhLx9eKZPb3Om2qum9GUZ3L/AA17Xe+D5dHdgYCu7261zXirQfM0p3CFHUfdx1qlLmajIwX948lfxtIoi+0mSW4t33xt7V7fZ/Gy31TwdapHL9lvIQuVYfer5r1thZySxudvrTtL1Q/YNhkC7RuDVdbDqa9C1UPpSH40XG5f3oldxxtRV21BqHiD+3pGkuHO6UfeXtXzv4V1j7R4kRCSyY5rs/GHij/hH9PbkLcOMJ/eAqsDl054jlWop1koXKnjbxBG18ulWh3/AD7pJP4sV89/FTXhqF5Km/cifKn0rr7nWvsem3upyy/PJ8kbMe9eM+JdQN5Kzkjcxr9VhShhqfsYHl07znzM4PW5PnaqOkffcA9qsa18rtmqGmt++61wvc9+PwG5oi7tbgRBubdXW63eC3Xyo/uj5ayfCen/AL6e9PypGNqs3rUWoXBvLzYD8uf4a6FornJJc8vQZBH53Wu18LaOLW2bUbhP3Sf6tW/iaqHhjw6+qXkUeNqL8zt/dFdbqKnVr+DS7IfuIzt+WuylT5tWcdap0QnhvSZfFGrefLlogdxau/8AEV9FpenLAmFUDhasaVpsHhvTQnG4DcWrgtevrjWr/wAuI7kLfw13WsjzedzZTiWXXL9AiHk16Jp2mjSbNYo/vkfvGqp4Z0OPSbPzHH+kHp7VrpbyXTpHFllb5naqRM3fRBp1mbyZv7inmrGs61Faw/ZLb733flqS/mj0e0aNPvd65Lc9w/mn7zGtzPoCRvcSZztXvuq1b2+6bIACio1bauM1aSSOGDl/nqyRLmRLfv8AMtYWo3m52x95qdeXBkLYO7n72azmXzDnPzZpbj2J7azNw6tj5zXdeGtJFqjXEgPy9KxfDuj/AGi4XOdv3mrqdTuha23kRvsUf3ape6Ddyhqt4Gdt5C+lcZqd0JJmBetTUrzzOOdq9WrmruaPc2FLN/FWb3BalV9ilSD83etGxUMvUc/w1llTJL0+U/NWhZyLCcpn5RtoNWWX3q/+yKoyt5k3KFVqe5kLO38Py1A0hUYBLN/dqGCJEb7ycMtR/u92V+Vt38VMOGZiPlb60bfL25Xr826quQNaTc7cFlqRo9u4/dWm+ZtdQen+zTnkaTcR83pTLIlXcPnTdn+7Wdc/KWAPy1aa6MbdD8vX3quLWW6OeFVhuoKRQ8vczE52rVWW1MnQHmt9LWONsH5l+8WoRYIzlz8vZayaT+ItVGn7py6aS+/Ow/LVz7KLNVyQu6tG6vAq4jH3qzDG7PmU7lWsZJL4TpU3P4h3mGTcQap3M3ln5PlzVmb5kyo2qaqmF2VV+9msJGiKEyu3OaiMLbf9qtH7CctvyrU82vC5+audo35jJFruT/aqxDYiROf4auLDHG/z/LTXmSNfkFS1qHtG9CH7PHGP9qonYKehwKV5PM5+9SHpn+KkWkRd2NAYSLgijb6mmpH5mf4VFZ7lXB87lwPlpo+VeKkOI1xjtUXDdqqxQJlmYH5aGypoaT2pvmcf3f8AaosFxxYYprMVRaYe9N+90+7SKHPIcgDvSxrtGeKQLufH3flpdoWgCRfvLUv3jj71RIpkZTjbVhVHc00ZsEx6U5V3dDR97d/DTdxZulUInVgq4X71CyOzZNRpnfw1CZXr81NMlllWOKGZvlApoX5cb/vU8Ki9T81UiBysfWpU3quATzUAkTd021LFI7LgH5au4mWYmdXx95a0FuBHNgfKrD1rL4k6ZVqlhj7mt0zFnVWdw7OrvhttbltfIw2YxzXH6fdGH5CQ1a9tcbtvHy11Qkcs0djBNHIFwPmXpWlbSHawd/mrlbW47jPy1v6bdIy4I+c/xZrdO5hYmffGeKi8yfTbuK6tyVZDuq4+FVTn738LUvlrcWzIR93pVtJog+gNd03UJrZUuyXVOjLXmF14DN5DcXhQqFfalfVesaDFeW11JD91vlKt/DXlnjSxOj6OtvEnzN7V+CUaqU7QPcq3lrI+dZfDPDyIQ2wmqqyfZTsJrrtXjFjF5R+8f4a5fULUyTKcFcmvXj7+5yPU+jvgl8E4/GHw9n8QT/PL5zKFb+FBXkvj3SYtD8Q3lmg+WI7a+yf2aY7dvg26W0i+Ud2/2OK+QPjxD9j8Z3nlncCc7qypzclL1PWxFKNOhCUThrlht4qr5hj4qGG43LgmntMNrY+9Xqwqq1mZ0ay6nUfDrQ01zxPZxyjdbpIGk+lfpN4AaztdJt7e327kQL8o6LX55fDS6/sef7QU64r6c+GnxOWPc4n2sn30buK+YzKpUdS/RHTSrLn5T6kEYmTAztqtfQxxouU3Cub8P+OoNaC+U4ZsfdrVv7h5Ifu7siuNV4NabnY9ro4XxNDYTTuSAu08s1eJ/ELUre3ie0AO/O0Mte7XHhl76WcOdyv0X+7Xh/j/AOHt6t9KMuqqch2q6er3OSrT0ueA+KvhfP8AZnvJCfn+dP8AaryyZZrUvGD8or6S8T6b4kk0T7EE+Rdy7lH3hXAWXguLTYHuL9AixHcd1e3hlUrWgcdRKOxyng/SV0m0fXNQzFt/1aetcb4s8ST6xfvJJJu3HhW7Vv8AjnxIb6TyIvlt4/lCf7Nee3kyeYpPzMT92v0PB4aGHhpueXJ8xifELxAbWKzsuihN5X61xeot50CyA/erR+KcgbVuOyLXP6VcG6sJYj99Dx/u0qjfOelSppQTOe1bLK1ZdgxadR/eO2tTWPl3c/LR4P0satrEUePlU7zXO/jO1O0DtbvOl6JBbJ95/meqGjaeby8SNAWdjtFT63N9ov2RPu/d216N8PfDqaXZ/wBqXifKBuTdXdCPM7Hn1Kns4+Zclsx4R0Hyhj7XcDaa6HwN4dGn2/2yQBp5fmO4fdrn9Ihl8Ya813Ln7PEeFrtNe1A6PYeREf37jaFr07cp5DMbxhrD3D/ZLc/NnmpfC2hrbwtczjc56UzRNJN1L9ouM7c7vmrfKuxWKP5VJrRIzbtpELdXuJtked1ajsmh2eT99qLaOLT4Wc/frnNX1B766yz7kHyhat6iK97qEmoXTKBuqSFSsagD5sVDbRyRvlFG5v71aMUaRp8/3h/dqkwfYqmEQjLjdmsu9ugrNs+b+Gr+pXC/KMbq5+5Y79/3Vpkoke+RrbyhENzPktVjSrHzJlfZuYtxVCHNxKoT5tx9K7rw3paQjzXH3f71CKZrWFqmm2W4/fP96sHV7wSSsB+NWNb1QsXQH5fuiubvZised9aMgrahcBlVN/8A3yKw7nblsfNVy6mGzjFY8zbdxOd3as2aRJEmMbdK0LXLbX+6q9aw0uCz4NaKMWTAO6obNWi/JIjbifX71UftQY5T5tv96nFjswR9KbDCY9w4qdRL3SRsydAOn3ab5hY85/u0TSBeo3Y61S+1FTvHf+9U3GkWl+V87t1RNIWLMh27f4apvN2B21E0gVOu52NNzKSLT3G2bkfd60SXkrLnG1e3+1VJpmkDAEbajubg/KM/LjbRzFKFy0986hs+n8NQ/aHkTIzVNJD/ABZ2inLcFlwPWsnI15LEyYVeT81D3CsF/uiqsuVRyTubNMZnYKifKorPmL5e5YMkahUJ27utI8gj5Q/pVb5VbkbqYZtox/DUNl2LSt5iLIRVee88tsYqs90egJ25qvLMfmrBs0SHy3Rbd+lQmQyChFMi5P3alf5fT/gNSURJ8palVdx60JGWfk1Z8sRxK5FBdyAQ7d2TuWnLsVcChmZeB92onzupWK3Gu3cjbTOc+lIen/AqRcrSHcHbdx/49TeNuPvUFW60zdu6ZqNi0G7sBT/l7HFJw26pQu4LxQFyNev95qkSHd1+7T44wrNRLII+KCGx33eKTimK3Gf4qRFLNQFh4y3epEU7VzlqVYRmnBtrY+81BNxUXljU6yD221Ay7jnPWpfL9K0RmO+eQrwOOlAjO7P3qdyoxgs1Wkj2rx3qkTcieMtt4+apbaPaGz8rGnuyR/7TLUQmaTpWtgvcsFkVOn3f7tO3GTaEPyk1Fxt+d/otTplk5xTTMmTQxvnINX4bgs68n/gNUIsKi4PzVOs3zqCK3TMmrnQabdeXuGd2a17OYb1Ifv8AdrkrdirKQ3zVpWl1u7FWzWsWZSgdyjCRGOQ1WoZDsrmbG+Zkz/F/FWzb3Q2LW6fMYNWP0j1LQ/sbuAm5XNeeeM/A8+qO8iIWWNPu17vLZxzXjB/u96vpodtNDKDGNr/LX860Kkb8x9U6HPofButfDuRtSYyofZaxtW8FiHnG5UH8NfVvjz4ex/2k2xNqZ3D3rjNb8Az3UHlQW+58cbRXtRrtNI4JYexa+BmoHwv4JvRb7Ht503BW+6HH3q+Xfi9Hf6t4nv7uSPb8+35V7V9kfDLwmdJ8E3lpexfMkhbbXjvxV0vT7hJfs2GuOVMeKrDtKU79zrrXrU1Dax8iNdP9o2Eba9j+H/wtfxIkUxBaDyPNO3+KvN9c8Ny292xSN9ufSvqX4K30Fj4FgMg23kMLL/suprTF1HQipROXDUuaVpnm9x4VudPvGtYE6D+GjwrqU+j6rKhDMzbsrXuvgPQYtc0q/vZYwzB3cNivLbi1i0/xbeylPljBAX3ridX2yaka1aPJacep02g/F6fQZAQu3/Zr0jR/j0mrTwRl1VsfOtfLnii8dbx3jBWBem2ufi8RXFrMskUhR0bduU0vqcX70DOninB2P0a8N+KLTVETy5Bz71X8azW0MPmhI5WHVW+bdXxt4S+Ml60XkIZEugOGz8rVcg+MniPWNWa2ll3/AMLr/s1yU8LXlPkiem68HDmPoDxHrGl2+j+beW21gn8I+XFfHvxY+ICahfT21kAluHb5V7103xL+KU8mmpYpJ8qjnaetfPeo3z3lyzk96/Ssoyx4Wnz1Nzw8VX9pO0SreTO3mu7lmNZDq8knT5c1pTL82w87qSeMQpjG5Vr6iMNDgv8AZPN/iUwXWJBjsP8A0GuU0G4C3rD7uQVC11HxIYSas59lrhLOby7+Ij1215lX4z3KSvSJNf8AvHP3q6TwBZmz0q6vcDc/yI1YevR7rlU/iJ4Wu3NqNJ0S1tI/lcjmlCPNK4VZWgkO8JeH5PEmtqOdinc7e1ek6/cG+uItGsvuL8rsv8K1T8MaafCfhfz9m6/vBtRfSui8NaL9lRp5junf55H/APZa9ajCyueRWl75qaZZ2/h/T1cIFUfKPdqx4bWXWNS+0yybkWp73Updcv1ggG23j+Wtm2tY7eLy0HTq1dCOV6DkX7sUaf8A1qu2sKRpkY2929agtoTNKyICqd2o1i+FjC0cYHTmrIsZ+t6tuRo4ztVKybdSz5eqqKb6ZpCNwFXUUs64G1aoGXra3aQ5H3aj1Kb7OmMfL/s1PLcC1t1OdrVz81w95cbAfu9d1CJerIZZnuC2M7KozfvOB92r16wjRUjPyr1aotLhNxMp/hbpx96qZdjZ8Nab5jb3SupvriOzhWJCP71V7Hy9PtcudrYrn9a1bc+UO6mRuRajeBXbJrGe48xfn+Wq8lxJNLkDcuaneMqmT81BVrGZeSFTvONvbdWPNM8h5+XbWhqkn3t5+70XFZEn7zn+FqTZtTQ+Dqz/AMVadvN93qG/vVlW0gU4/Or0Mg3cfeqVbqVPc1FYRlcDc396msy7f3hCt2qLc8zYRsNiojJzzn2qGyLXFum2hgMc+9V38tU4qWWPcjE1SdTJwPWsjYiDCRmNMiYb9nG3vSySfM0YqEL83FDZSRKrBV5I61WdtvIqRo/TLc80phCxsSfmz92pLIjn5TnrSNGf92pEx8xc7qRo/nzxtWpsUhix7uppWYKWP8NROxZv51DczHZj7tQ2Xa4+abamON1UjIJGyW20LJufn5vWonXcuAO9YNmqVgDfMw/hoEfbO6lWMtt4/WpWULt4P/AaEVcZH825SflFSpHt6DpT0j3DONq1I6+WqjjdQkS2QIoXcT8tNlbcOvy9qGb5eah3bhn7q0rjGzSHGKiK7u/zGnsvfO6kKlc5qWaIj3dhQfXNOCqy0Bam1hjJZN3A+WljjO3pU8Nuq9al2hePzosHPrYiWPbzin7Rsp23aAf4qguJioqmhLUHkHY0zaWbkjmiKPzG5qx5IVf9qsxieSe9P3IowPmanbjI3+ytPSHaMkjdTaExojPU/LThjsPmp0jbkyTUaseifxUIzHJHtbruzViGMs2P4VotbcKGL0lxqEcfyR/eq0NtvYts0dqmWP8AwGqU2obn+Q/LVB5jJuJO6p4YxjJpgolpF8wby1SxMF3AGqok2nj7tPEny8fLuqriLSKDuIp/nf8AfX92qke9fRlp6s6sTVJktGkk3mRL/eWnJcbixJ21Shm+bAFWIJkkLD86tMzcbF+BiwyD92rVvMV27/vN/FWbHIFcjnafmq1DiROp21rcyaN60uhGGP8AF/drSttS2rsz8p/i9K5y3b7pzV1JAvzZ+7WikZNH7P2GnvNMruPl71o3qpbwgCtFFRTtAxVbUrUNCxzX4P8AVVTpvkPrUnFHOTaTHqE6mT5lx+VRXGl2uju8kkYZQPvU63aW1u5cEshq1dZvolD/ADKflrgVacNyNOm5y5mF5a3EdvF5STdK8S8Z+Dfst428fNKfvV9Ex2MdqijYNtcz4w8KjVkacD5lG6uijWbepzum5u580/Ebwfp2l6bFJH5fmSAIkaj5mPrWz4e8Ivpvh2z80+Usg5ra1TwTPdasksuZUQ8bu1dZrNidY0y3sYINrxIqmvSq1faqCb2HTs3Kdi38PfDM+m+GbyLeFRxuRlrxr4h6alvfziJA7u+19v8ADX0fpmnz6T4SkiwVYJtFfPuqRzw+Ip53/exF9kit91q46TtdsK8k4JWPJfG9uLWwQAfMwrzQKd7A/wDjteyeP7MXDuFTcg/SvLJbF/tPlIp83O3bivZw8uePunhz3NLwWo/tJhjexHFbfijWrTwzbuIMNeSDaXqCGG38J6U1y7f6a4/i/hryrxLrkmoXLl33f7Wa+zwGXqk/bVNw55W5SrrHiKS+ny7luaZY7Jg8o+7XOSyGQ4T5uanSSSG2YJnrXvJuDIaTRvLb7t0hqjesVwmdzMaS2vJJAoI+9Ueot+/Qjsa76cuc5XeDPM/iMx/tmUHtXAvIVmz/AHTXofxI/wCQtOfUbq83n+81eJW0mz6Ogr00dppunjUtXtT95Rtfc1dvpem/294lijKfuozuO70Fc78PV8zTZZym50+QNXr3gnRU0/S3vZfleb+92FdFGNzgxErM0HsTNcrIU9EgT+6PWjV7rydunQfff/XOtXJrgWNs05J+0SjbDH6VFo2jmH/SZ/nlf5jur0kuh5N7ljTNL+yxKBjn5izVeRfMfyoz/Fy1RSTH7iZVT/FV9MWMKu+Fdh8taXsQLczJpsDBMb+9cbfXUl9N5Wf4txqfVb6S+uWRMt6fWokt/scLD+NurVYEsK+X8iDdtqwkZbceFUVDZ787Mfe/ipdU1BbO32IN0tGwWuUNV1Lc2xDuZflFVY18mHzD/rD/AA1Vtme6m8wDrU+oTCNMAjdmhfEN7WKZkMz7OeTtrqNCtTGPMkA3KOKw9LtzIyvj5q6hP3NtwfmrRCdhmr3R2bB2rjdQvNz4GK1dV1B1TGRz/DXOIvmTMPSpbHBWL9jD5nU96nv7gQxsEyzf3qfbxpbw7xWDrGpH5sf980Ald2M2+uPOmYsfmqkjbmamlvMb/Zq0lvxkVlds7Ph0Gxfu9u7+KrkEZ3M6nGKpt80ioP4f4qvIoj4B+tWQ2WIrj93jB3UbeF42t/dpIZNu4uPu9KjeYdB95v71T7pO7GSb5Csfv/31S3CiFfKJ2N1+WjaYWyD8y9Fpj75EeQ4Zn/ipW1uWVRH958haB1psnylUx/s1IF8uJXHytUt2AAu7gD5qbN8u7+H/AGab5hZ2Lnb/ALtQyyeYzYO7mk2UkNlb1+Zm6UxvlXkmmmTy06VVLNIVOcZ/hrJs3SCaYNwDVV2dixP4VO8e75tnzUeWVXkCsrG0dCIQnNP8ksF421OsYzuyWapkUtxj/ap8omyqkYVOPvZqRI9z5OKtCPzFzioy3l/doaM7jJdnc7dtVZGHXPzU65kMicmoGbc2QBUNmiQ3/WMxNMfouKe8ntSbd0XFQzQjMffIWpPJ+TPelVdqrxlv9qnBThskHdRYkYqhW4+XNLHblipOFqRY9201K7CPgUWLbDaM4421A8gjVhj/AL5pJZDuzmo+ZDSJSGvJ8tMEJkbJxU6R92G6pQpk6DatBd+UbCo+YDFSxx7utOSEKW/ip7yItKxFxyRp/AKrTyDd1pJrrjCH5qjt7d7hs/wtQtBEiKZm4ztq7FbpCuXxTkVLNPSsu+1Yt8iUxpOWxNfal/BH92qUcm5uRuzVNJGyz/eq9BH8qkg7qzbNUuREqR+WuWxuqZcyeqrUkMPnNkgrUzMi/u0G7bVozuhPsu055pVh28nDVIsjrtx96mtj5etUiRd/sKVW3bv4WprRnGaBiTnimwGxSeXnndUok/jGKhVRv6/LS+YF7fLTEy9FJ8m/jircMw25zWWjeX/umpYZBH3q+Yixt29wF4c7m/vVajmLdB8q1kJIsfQVNDcFWxn5TTT+yjBo/dRJD8zn+GmPcGccVVnmO3CfxGnafD5e/d67q/Em5zWh9K2Ne1Ee4kbqpxt+/Yfw1qGTccD7tZrx/vG+tcE4ag9CV7fzplxTryz8xPLwdv3altY3359K0i4WPnFNU+da6FqxxE/hm2VGfyh977zVTi0OCO8SXGzHSulvJNztsFUJoTtVyKw55Q2M37uwa9DHJo7on3mFeJ6x4JnaWfZEW3vvHHWvZ7mOTUIfIGV/2qs6doscKeXL8+4cbq6qdfSzE4e0Pla+8H/YYLuS7Tdn+8OleT6np9roLz3cmPPfPlq3YetfSnxv1C38Op0Cs4bEdfG3j/xM95c75H2/wmvu8nwnuqpI8rEWh7iOW8TeIpL6FoxIW5rz/UL4b2Gfmq7f3nk3M5BOwr8lc1LvuJc43NX2UpHLFI1rNu/rWsFj28/gtYNr5kO0H5av210ZJGz2q4yX2jNo1RblRvHy1QeM3EjEH7pqy+pDpmorOQzSMoFdlNrc53seffFKNVv43+7uRa8xdi0q91zXpnxauE+3RRfeZE2n/ZrgNIs31DVLeCMbmdwtebX1noe5h3y0k2e6fC3wuf7CtUYfNJ878dq9LmaLpjbb2427f7x9KqaPp72OnW9pEP3rooPstTXuMpaQfOo++3vXdShaNzxas3KbK1pZyX161zKNzHovpW+dkcbE/KuOaZZ26Qjj5QP4mqBmfULjy0+VAeWrpOUsWUfnO0snyxL0rF8QasbiX7PAfm7/AEq1r2rC3tFgg+Xb0X1rBtlMbeZIdztWwE1tGbeNZCP+BURYmbe/zNRc3TyIiEfInTb/ABUkWIR5hPT5jUoGWLi6FrHv+7XL3t095cr/AHT8vSnarqwaXknZ2Wm6ZC8zrK/3VPC/3aGWkX4VFvbs+NrYrLaSW4uN5xuq7fTFX+Qbs9aitI/MmUY69WrQg1tKhfdvciruqXX2dGCHdxxSQwiGLL44rC1e+LM5J+lWFzPvLppJPnNGnxoxaQjdWXcTfaGwh6NWlZRmG23uQq4+7WRrbQtX1x+6wj7dtcvdsZn5Hvuq/eXXmBeq7qzZZDv9ahtFxRGsaKOvzN0pBIVbH5Usi/LlfvdttSWkO5lc/wANC1LuPgjH+9ViD+IEH/eqJWHmsQdq4p0t0F24G1VFWRuTyyHZgY9qq/NvY/eprzeZtcGp3baFBx/wGsrXLtYjlYqmOufmamPIFTHT0WnNMNu5BVd1LH6UXsCQg/vk/wC1SOztEuWoXK/Oc7VpUkXGSKRRUOV71GWKspz97+GrUsg3YOKqydc1lM3SELeZ0poj+XimrHuZhnatOVSvSiw9gCnv8vrT4rcSdttTwwluB3qX+Fv9mnykNkAhRdwpyqFX79O3FutRPInZv/sqWiDVkUsx2cjdVN5HY8CnyZZqhMhXjjbWcmbpCZPtSFhHuP5UwsduMZp4hMi5+7g1kyhrLuVcCnFd3+ytSn5WxQMdqLCuNC7tuPu96ljjFIq7Y2/2qY8npVKyGPeQq2Aflqs+Wfg8U5m+b/Zpw9SKW4Ee3b2qTb3A+9Uu31oRdw6mpsO5GkZbt8tWvLSNP9qkXEYqB5ttGxG8h7yfe31SkuNz4B3VE9w9w7AKfar+naSZPncbaNzR+5qyKxsTM7EitfdBZxqgxuFJNdQ2KbEwzYrnb7Uv3rHNS2kRrUZJqF8WfiszcZHx97NMXMkvNaVnajZuqNzp+CI60te5FX0jLfhTraEsq8fLWgI44R2z3q0jBsrursmE+VaamF3DPWpLiYsMJUQbc/PpVWEP+70oRhsxg7qiZfm5pyfKPmqgHqwZmA+7TE+XIpu75WIppkFTcB24MWBpsmF2j7tQvNtZSP71K9x5x/u7f4qm5di0mdy8jbUu4SMuPlqokwVsO30p4znKmpuS4lxZj3+Y1aSTiqMSuzYFWrbbvwR2rRMho/dZFMaLn5qJbwRxM/3eKY7PGm4elVrlfLtt7jO6vxWUnCB67Zf0OYXkLswokhXzmB7GodNk+y2eR8uRUf2zdOjyfcY7amNRSjys0v7qNOGQbsYpZ23cD8aY8IVN4pdObztxPPNEouT5C4lf7Ht3OazrmPccc10t3GFiYD0rKmt/3P8AtUqmH9mrBLczrZdr9PlrRitzI6O38LbqLS38tMsN26rYxGGP8Nc0KXUR8eftivLpevwYP7pod1fGPiK8N1u/2q/QD9rvwW/iLw0mp24Lvb/K+3+7X5663/o80sf8W7/vmv1HKq0KmGXL00PHrK1R3Oe1CZbqHZgb1qjp0YZ+flqyuIbtZD61Wvl+y3SS/wAL/Ma96DuczRrSWqYUj71UvLMMrY7mrUV4GVX/AIajmkDFnrVWZjqiqq7Xyx25NEmsJYic5+btUWrSCOJTn5m6Vy2vXgaBsH5qlvkNacOc5LxNfSaheSyPn5q6P4NeHZNW8VRTlC0Nv85b+HP8Ncdc75p9nqdtfTfwt8LxeFfDUFw6f6RcAMf9r+7WNOLnM7a0lTp8qOnmkOm2uCA15KP++RUWn2u1t5G7NK+WuXL/ADyvy7N29qlubhIYdifMx+X5a9dLlifPti3lx5xaCIf7NLLImi2DZx5mNxam2qizTzCfnP8ADXL65qUmpX7W0X3B1q0gsQwzPqF29xOflHRadJIO5olxGixDO37zU3dHtwRuaqEPhbzH5+7VXVbgQx7Afu9anmmS1t8j5Xb5vpXMXl1LcS7P4P71BaRXSOS8ulAJ+Y11UOLO06VQ0ez8kb8bm7NVi8mLHAwq0IcnqVZG8wqedp6Vf0yE+YuB93+KsvzBvwfm2dFrcs5EjtN4Tax/vVrcTHareGOLZ92uSvLwNu4y2eK0tVuPO+QP9dtY3k7pfv5xUtglYlsoRvwV6tUupXnDJj5R8tSIpjhYn7392ufmm8x8u/zZqGzWK5iWeQzKoHy+tQc4/wBlWpEbcWH/AI9UrK6oPRT/AA/xVKaNYht2/wAY5p80g8lUT8WqCb92inj86iEiRhSX3f7tILXLZkEabiQzYqCeRpioANQbtzKQ1WNwVMDG5qLhaw6JvmAPyoKlmkSToD/vUyPPp8tSlQu3NWTcjKjoo+VRupHhLfP/AHqsbT8x4qvLNzz/AA0aAiB18t1AzUS5Y7D8tTzL+9y43N/6DUAyrMchahmkQ8naOOaZ5e7ccbVp4bb8u7/gVOLeY64+ZazsO9iOKHuRtqRLdO+d1TJ83L4+Y0NhTkH5hWiVgbuI6+WGPO+oCxbr83H3aJroLwx3NVfzi3IrNsEgeY9h/wB9VA8g24ps024cHFMEZbkEbaxb1N7aDiPumomxmlfDdTTEjO/J7dKOpoSpblmyzU9mC7sD7vzUGT5uahLHLYoehn7wpY7aPu0PllpjZU8H5alF2DzvM4ApoYsdlS20IYt/s1OkYXn+6aLcwrjUt9o6/NTmjG5f4qe8gYY4WolmCtg0idZEj5+XkVHu27s1E1xtds/d7VUnvN3+9SbKsya4vBhlFUxI9w7ADdxTIrd5jXQabo4jCyS/KtKzmW2oEWk6Pt/eOdyrVy/1BLdPLi9Kg1LVI4UaOMjaK5e81As2QdzUOSgiVF1HeRLe3xZ25+aqQVpj0+ao0V5nrWtLMKVJHzNWVnI6vgQQWYVcn71bNpY/KCflWmWFiflLn6VpGF8L/craKOScxrMkPEY3N/eqIq8gbj5qnLJGnFVXkLd6q1jNMGwu0Nw1V/mzwTRuC/OTu9aFk3NUtmliUNzh6UqM44pFXcM/eqB2+f8A2aybLSB22hsVWebn+61Mmk+fg1CzFTmouapEpY71NPRhs5+8tM3D5acMZ4pgyb7xUH+GrkXzIqnvVNGKrlhT1kOelAi95m08VMjcqcnb91qoK3ofmqWGbhgT8tBLR+87Rn7OpPy7awdX1BZJ4rcSD3rdv3Mdj8vHFeY3Ez/25949a/FsU/ZwSR6MnZ2PQ/tSeT5bjayisnUbzzGWOM91+apY5CYFzz8tZlud90VPTzK40+oTfQ7q1O6zTf1xzUlsBEoONtZgmdHjQH5SK1HGYK9SlLnOiOhUutTBuViTn1qOZirqKhsoVe9kYjmtKCJXkbI6U7e03JWpUhmO9UK/LmrV6v7pgv3jS3ESB8gU+T5k59KIQ5dCmtDC1Xw/b+INHutPu13JMhQ+1fmh+0j8KLn4e+KrxfKPkOdyMtfqFF96vCf2rfDGna14IN3dW4edBgMOK9nJ8RKlW9ktmefXjeNz8triQKzB/Sqq3AkjaKT7rdGrU1y2jhvpkUYUGsC45NffRlqcbQ+O++yr5BYse1OuNY2hR95u9Zt67SPye1Z8jk1Tk1qXGmprUl1XWvMOCfu1z2o3nmBuflqS/PAPrWZJ8+3NQ5XOinTUTrPhZ4TfxN4iid0H2WA75GYfLX0XcTJDGoCbdo2wxqPu/wC1XE/BLTbeDwqsqJiS4lxIfWu2u2xPLwPlGBXo4aOlzycVUbZXe4+zpz8zt1qKFRG/ny/e7LSRHzLgFuaFcvvz2ruueeU9Yvvstu2H3SyfKFrJsofssXmuNzv81MvT5upDdzt6UtzI2zrVrYaE8ySRmc/dz92pY/uM8n4VCHKdKr6hM6LgHtUF2uVtRvFmkaqNvH9olUZ+XNRP8ztmrthGqycCrHaxrJ+5hbHy+lULiQKrYI92qZ5WZVQn5ay5vuuferJJ7aRftK5xt+6av3twNrAfdrKs0Aib/fqa5Y7am4bsoTybUfGPmPFRQMVjZyflzzTLro1MDnyUXtRc1toF9dPsb+61ZxUdcbcileVnuGUnimwjcOaybuaJWJIFRVUH71DzO27ZhVFNPytx60szFY+KzuMgGGlyxO2muqbmCA7F/ipoc5qRPuNVlvQb83y8dqs20Jbdn0qIKA7fStGH5AuPSqREnYbtO3rtWjbudT/dpkn3PruqOLqjd91WnczsPlkDbsn5mqqjevzLirUnzwvmq/lqqtgVLZSIvnZcinpGWVge1IGLjaematlBs6UJGiZD5cahgw2+lKFjjOEGfSoo/mbn1psh2PxxSvYncSSQK7DJ+X+GoJboqjAfNupqD94W71Gihg7HrWM6jZuooa0j96iaQ44qKRzvWj/lmv0rM2sG0s392hlMKYzuqZ/urUUXzS4NTuDHRRnr/DUr9MEdKc3FDf6xavYi5BNJtG0Y3UyP1/vU7/lo3+9TPWkWiTcZGwB/wGpIo9vBw1Ntvu7u5qyPvNTS0ExNwjHyVC8w+ZP4qidzl6hX+Kk5AkTD73NRPJtdiTULOwOc1XeRn6msrmiQ6a6ZmYCmW0Jmmzio1G6bmuk8P2cTLuK80krscnyomsLNLeHzZcBap6prW4MkZCqKf4huZFfaGwF6Vx97M5duauUraGVOPtXzMkur4yPwd1QQxtM/JqKJQ5yfWtyygQIrY5rnSuztb5dCSxs/LTJ+9WvaWZk5/hqov8NXL2Z7WzPlnbxXTaxyTd9Cea8itV+/u21n3mvNI2AawLq7lfdlqqmd3bBNYSqM2hRT3OiTUCyYJ3U7ztw/u1j2NacfWhO5nJWJ1UqPmqxb7WqAdG/3qfbsSBSYvsks0whixmsuWZ5Gq1d/ezVB/utWZskOfcq0zduODTUYt5maP42qkWWkbdwRuphzvzUe80iMd1SKxbWb72KPMKjOaqr1apByq1ZLRaSZcdfmarCyblqgnFW4zw31oFY//9k="/>
  <p:tag name="MMPROD_0LOGO" val=""/>
  <p:tag name="MMPROD_14434PHOTO" val="/9j/4AAQSkZJRgABAQAAAQABAAD/2wBDAAMCAgMCAgMDAwMEAwMEBQgFBQQEBQoHBwYIDAoMDAsKCwsNDhIQDQ4RDgsLEBYQERMUFRUVDA8XGBYUGBIUFRT/2wBDAQMEBAUEBQkFBQkUDQsNFBQUFBQUFBQUFBQUFBQUFBQUFBQUFBQUFBQUFBQUFBQUFBQUFBQUFBQUFBQUFBQUFBT/wAARCAIcAt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7+1j4ReH5rF5fJX5juO3+L0Fbnw2tE0bTW01P9XGxwFHyr7V5L8K/7Xm0G3e91Oa4R5Nmxn3Mi/w19AaTpsWnWqogyepb1raU/aU1Oe54OFjGVTnpqxPeXgtNnyZLnFeUeM/itcW+oJp8WmPcROdp216BrHimz0/ahBlmJKoqjvXnkzy31ndanFb/ALxCYk3Dr6100Kd1eSNcXWe0JHh/jDVNUk1u3jspZNLvJptv3/lRTV3Vv2gNe8G+RbyE6ikLrE/mD72Pvc0W3gvWPGXi+YXtobWCENKG/vt/D81buq/B231a6s9PjO1UTfPcv8zbs9K5pwdSo4c1mefSrzirrUseEv2nodYkZLi0ljnx8i9VFb1z8YNLvrpftSnZGdyK4+UN/FT9F+CejeG9OuJfLQu53bvvNtFeY6l4dt21W6Dnyok3YVv4m/u14+Po4igualU0e7Ov6zOa5JwO+1bx1B42LNpgCMCuWX5VFY/i7xhf+HfCywABcIdm3+GsOLTX8L6VElsNrzhXKr97dWD4r1C51LSFt3cyz8pXxGYYt+2UajvYak7Nog+GOzWtbutR1C8L28cO10kPzOT2pPEXjK5h11rKwf8A0cvtRcfKhrnfBvgvUbzUlt4pCiMfnbOFr6K8DfCPSbfSpbm7jWe6++JHryliFOrySY6cJzWiOb+FHjI2c1xaamdrRjejN918V6npPiC08VahJaRz7uRll+6f92vC9a1jSNJ17VI8hbhCqx7h8uP4q5Ww+JV74XuWktRv8uRpUb3r7bCVKGBgpzd7mTqy+Fo+hPiV4V0S3tJZbny3YJvG49a+eL3xBZ+G71p7IhHSQsisPu12Fh4ybx55N7qO/wApDu8jPysf7tcf428ByXV+l24Ig+87L/F7Vx5rmlCpC0Vqa06fInUSNnT/AI7XNxo91aXeEVQvkr/DVzwd4ue+tLjUzc75Rud29P7tc74d+C2seK0aSK38i3H8cny7qval8H9X8C2TmKcP5o/eL/CtfP0M5hOmqfPqaKM7OUiPQ/jIdF8YSz3pF1BE+4L93/eNe56V8dvC3jy0/s+KVElYbTHKu1a+S7jR4LF55LwiW4c/eb7uKw7yaS1fzbKJ1wRnYP4a9L+1sSocsJ6mNN8nTQ9R+PHhPRrMNcaYg25/1qnqa8B+yoq+YRtX+7Xu13Y3njLQopGieCBtiFWrlPiX4Pt9HtoordDuB5VR0X/ergqxqzXPN6sHNX9xHAaTfRQzqZ3LIOtdYPK1CyWWKQMuNu7/ANlrz+a3H2koPu4qaC+ns4zAjnYxry5UX7TcV1b3jtdStZf7Jzn7ybgtcx4es57ifyQP3sj7Bur0Xwpp416wgttyM0hCbpOxNa3jr4YwfD1be8t7sy3SSc/3c/7NNx5oPktdD5WvQ60eA/DHhfwHEj+VPqkyfvJ5fvbv9la8V1/S7TTbVktiGc/3a6nxY0+taJFdxPsn2c7T0NefaHqUUetpFeuXcdN/8VOi62IwynU3RpKMFsc5fyS2NmyzxlGP3GastNNSazaffuavYviHo9vrWmrLFEETAavHRZvC7RoTtp0f4d0YN62ZjDzIZdmO9bulsFmQuKIdN3TLIcbR822rHlhpckfKvSuqTU1ylU0M1WQNdRH+BTu21YudQ84LGmQv161JF4fn1S2e4BHyjhcd6qeH7P7RrqW92+yDPztWVWMLWvsN3vymfewi33Fz1rl76Q+d+7+Zc/w1638XtH0XR9LgSwIe4crhlfdury+y09/NXelduGtGlzy6lcnsy/o115ePMTbXS2dwJGby/Ws1NHfyt+NtWtN024tYpJHfap6LXJVnB9SeddjsPB3i6SzvZbOeTCt8yf7VT6hqFt9vcxY+avPr2QtJ5kQ+YVHBrEkkyxn5al02qfPEqXvpM7e5UeU0mRurnLqSRrnCdKE1oK8cbuGzWpa+VI/bcayWmsjBe7qSeF9DGqarFHJ/ql+d/pVvxjqH9oaiqRjy7eP5EVewrU0NRa6XqE6fK7BUDYrmdSZI/wB9ktjr/tV95klJQw/P3PUoLTmPcf2afg/B481L+3dViEuh6Q/+j2rD5bi467m9Qv8AOq/x++Bfjn4rfEv7RZacbrTUjEVu0rqkUP8Ae60vwL/aS0bwH4O/sa9fyLi3lkl2yD5XDncpX+VWvHX7Y2o6hFPb6Ii2cC/KZ2Ta/wDwFa+wo4unTpuE4XKlSnOd07FLSv2SfDng2za48a+LLaydF/eW1j8zf99HmqWofEr4ZfCe28nwX4bgv9R+7/aeppvb67TXzr45+KmoeJLzypLiS4lL7pJWJZm/vVyU95c6g7GR/v8Azdfu1g8bV+Gn7q8l+u5aoR+27ns/jP8Aaa8W69D5cmsy2tu//LCz/dKF/CvHtQ8ZXt9Mxlu7iVnP3nkLbqwb6QqzENu/8e4rNeZ1PI+50rj5eb3mdPwq0TXe6NxMrud3/s1VL+6SRGI+bJ/irMe8MKMOdzVDNeCTaBjdWiJJXjLbsFQv1qs/7sqM/wDstJ9oLL/tLQ/77aSfm/u1RIsUhjduN341IlxuXLjcv95qq7jsb+Gm7tqY/iosA65xI2R83+zWZdQsr5AO3NaAkHTPzL822lMImXuynrQitzOjby2UfeWtG0kMm7BCt2qCePay5Hy0yGby5Fxjr6VLA1jD5cWSPvH7tVXZ9/y+v3attJuRQ/3qqSsI5OfvVVymUNYkntZIOflzuroYtSkvNAlB+ZlIxWReeXJNBHIflztreW1gt9JXy/vM4/nUtEoq6trG2NYJFDM5X5q0pVRbZQT8uysbWrcfb4xn5t6/7VdLeeWsEXIZsfxVlJWKRjXTPIjD722m28hjC/7QqxPjdkDatUoph9pxjcq0blIuJmRGJ+9TXZ2Vc/NT4ZAxYYHzVctrHjk07BcoJvZsfw1chtyz5J3NWhDp4YdetElmIXTBpKwMoSQpI+xhVcW5U5Ga0tqW7t/ExFImxl6fMKr2ljPluVjm3HANAuD5y5H/AAGrMuxpVORuqneYjlz/AAiqT5ibWNKCRPNZ3/75qUyDYuH+aueW8DMyklanjuvl4p2kBspMWOP4qtDUnsZEfO3cPmrJt5HxvOd3an3FxukT+8laohnb+G/EFzDqyo5/cMNor6R+H/jb7LdNZO/yXUe36PXzDolwG2AKE43Cu8g1x7PVbKVH27SGNY4mjCvQnB9Tna+yfWWkzW2mlbm5KpsbcGf+KurXxRbeLrNERNsCHcJFHWuC1KaDxF4X05Yvma5RMbf4T/Fur1H4Y+F5F0IQmBJUP8P8Nfj8sO8NKUTJXu4HbeGbe20vQXlij81iP++jXj3jPxZLay36SRhGl+5t/hX1r37wpoZhgaKWPYv3dteY/tIeFbTS/DX9oWtuftKuF+Vc7h712rLvrlFSqIrEJwhzrY+Y7jxVeNdPBFPKm47Dzt3VrpC+n6dayqTKxkbfxXHrHcX2qS3IiZWZ+a9H8J5WJY7mJnVflKsPl5rGrKFGFpo5KfvnH6z401ixvJJI/MXjj+7XN395PrjS3M5dp267q7fx1q1ja2vlxIHff91vvV5/YXUu64lkTasp4X0WjDcjXNThYid72bPp+w1S98K+Veh9/wBpHMC/d/2Wr1Tw/wDHKO8t/s8unzLOkeSyj5a8f0TTdRh0RZ5g9xLKGwta3hf4keH9Ltr2zuMW+rsFiKyr91K+2wFfFzj++dl07AqnI/3Z2Ok/ESLxZ41srO2tzucPE7N/AP4mrofEfi628BvBa3FuZbfzNy+X97b9K8mTx1o/hu5l1HTzHvf5Qv8AFWDr3jq48WQvqEp3YG0KvzMKyjxJU554drVdQ5WlzdT3Oz+JmhTW7vFhGb5z5g2t9K4jV/jBpNrfu8T+VK2U/wBmvOvD14PEFs8BGxkRlk3fLXm3izTza6lOEcSKK8aeZ4jEVHOcrWLlJxhsfc3gi8s/FnhuK581ZX8vaXU1xHjfSdGs5pdhijYFcbu+PvGvnP4afFDX/AML2xINhId/lPXUXnjSTxoGnkR4ogOeetfTyzZfVfe3Ic1NLTU6a8uBeJcXCEeVnlq5dLeO6R7wOFRDsjX1Yfeaqmv61BY+H4IoJ90uDls1kmz1xbG1Edu32d/m/wCA/wB6vkIYb2ydSnC7Bzs7NmDq3xGvPDd9vg/0eVHLhq7SH9q62k0b7OCyXTIq/KPut/FXjnxFs3uLl4kwzoPnbNcVoVulneedIm7Z/FXBPCK/tGveLjXcdEz1e88US6xqPn3CE7yW+b71eg/C/wAA3Pi+eaVbUywAf62QfIK8/wDC9rba0Fkkwmz9a+sPhX4ktdJ0ZdNFqIooRu8xff1rWVOvXp8sSqSg5++eeeIvA58J27eWfKwNxVflqCz8YW+raZEbqMKsfyv/ALRFWPi746i1K/e2gO5c8qtebQ6fc6TOj6h8lq5L7M/Nk/3q+eWHnblqt6G8qtpNQ2PX9J+O1pbwvaRRCJk6Ow+XFaPjTxlBq3hL7WHTe6biteQ3nh2JoDe+aFz0Rfu1ka9q066UtlHIZcdf7tN4aNqUaKtZ/eae2fI1IxJriDULxnnO9vu7a6yLS7K38PJI6B5cnCr/AHa4nQbWOQuZT+9zxurrBod6tpKI3JixtLN93n+GvVc1Gp7zOSPvI6H/AIWlpdnYRRoAkiAb42Hf+8tcB4s1i78UXPmWyM0CDad1czquh3C6hvz+6zy3tXqfwy0MeKrpLKOMpa45fH3sLTalOa5W2iOdtcsUeFajpM8d1yDVCSPyXVPvMTX0F8S/AsHh+42bCu4feryi/wDCZZ1uI0L7TurH2s4VuWRm9VaRe8LLJb6NPcGco6P8kedrL/tVTbxNrfia9/0+WS4gi+VNx6CsC71yWxv1gkQ7c8rXTaJJd69eRWlkm7d/DjpXVKDelilK270NnTdWtoZ0guxvtzt8xa5/4jXGjW+tWstoI2iB3F0HauwuvhjqFvcwJJ83nHbuxR4l+HNho+mvPeg7gPlWT5Vrlpuph/d6M1Um1sJ4J1zT/Fn+j3Dr5USenzf981R8T+B9L86ecYVUHpt3V5zpOsW2l6k8sT7FEnG2u3S8uPG1ottZIW2hlMmepqIVXCp7OC0KcVNXsM0HwLptxYXFxv8ANcDcOflrl5fCbrfzjI2/eC4r1j4dWthoIbT9SIiukB/1n3X/AOBVl+IptI0/X/MgePyB1RTurKUqilPleocqseTX0l5ocrxIG8pv7v3azFje43yx5Vv71e0QyaH4ivnjcKzAcbh8tcr450m30OCU2aBVPRU7U6GJjO0ZrUnl0PFPEN5JbzZdjKwPrV/RbgXDpv6/LWBrVrPNK0hGVya6bwdo/wBstvPct8vy19NVjCNBGklHkvc7Ky+z3EyRudiY/wC+qpa/cRQv5Fs+5VHO2tA2MDWSxoPnPy1my6GNNiaSQuzE185TkpXi1qYXMuGHcrc/NtrGvLUw3DOHCtWpbTOszySfKmK4bW/ERm1cxxv8lexhKVSo2jVRvodZHpJkeJ/N3NmvVvBHgM60iyNOF215j4S0+TUkQJJuP3tzfw12Fhqmr+G75Ut7spkr8v8ADWOK5r8kHqieXvsdv4q0f/hF9JuI5CGyNw/2a8nv7xJEwx3LjdXZ/E/Xp75bezaTdLsVZPrXnGprKp2AbkUc8V+g4Ck6OEgpb2PSpJJF8SQrZrII90v3dzDvVe7a3t3fp8ibnkz8zMaqpfRxta+edsX/ALNWDq/iC2hRzJ999z/L3/hWu1Ns6irMsE1zcbECRBvk2/3qydUmRU2L/umm2uoD7O2M7X+Y1i3khmkzks2dxXFaWILDtuizj/Z24qm6lpHcMVbG3pTvtDtGqAfL/tUyS48xV/75q0gK0kfYYbn72aqv+8lYgDcP7tXDlguMVXjj28khmq0SRhdq8/L/ALVSFQ3IxxT2USBRgdaJWCp0P+9QBXlUbFA++tRPnd90dammYK7D+GmXClefvcbhQBT3PvxkfL096uWkhzz92oltX+Xncy/3aGt3XoSrEbaALhVJh2/3qoTRmOZiB8tTRKVX+96bqkdfMDZAVlosA21uOfn/AN2rFxD5iLztrMeQxv02/wC9V22uvtXGfmUVNrBcy7/zFuU4+WuktW/4l9qj5XdIvzVjXMPnX8SEfc963ZpPksgvaYYoZRHqSyfbInA/5aVrXjeYFHDNjhlrGutQFxeoD97fU95eCP8AjG7tSeoIju7gr+7BqrAw+0NjDcfdqo915jMc9/WrVmu1lJ+7n5qq1kFzRhj2tz95q0LWYrgfxf3qoSXSKrAfeXpT0uEVFyQp/uqaltAjV+1PuznbUM106xdSxqp9s75+Zacbob/3gG2si7kb3z7sZ+7Tkvgow4O7+9VOa4DOxHyrUHmbuMht1Xa5FzTW4SSZjn5abIwuCxB+Ws7aVPFSIzquM0JWBsfLGFXHKsKfb/M23FAk3bc/w1JFNGrZrW5JdjkMafNmmeW8kjn+HH8VBvBu5+Zalivo/M6bam5LJodSuWsleMFfLO0stdZZ6pPNc25yWUqGrnNAvIo1ngIDK/8AFXZ6bbwSXCxoflXDCuhcljFrU+jvBl5croek3ETlGxt219L/AA28S3MVvAjINuPu18n+CdaS1uLLT5T+6fav+61fTnhKN7e0tdkbs2f4fuivzXiGm6M+aPUiCtO7PaZdTaBI5d4jjP32/u1P4j0mHxJ4eng2LPvT5N3rXmPxS1C8h8K/aYt0DIBlPu7qboPxutbbwrDHbW73uoBNiop4J9TXm5Vi5X5amx1TnCV4M8K+INrZ+F7t0jgCT72V1UfLXPQeLnkaJEgO7/a/irr/AIkahL4ia1tLy1e3laRnd2H3mPaufsvB91G6ypHugjP+s/u1tiMK6s/dR42sfhOM8W6fGrrJGwe4kP3V/hrPm0u4sbdHniKKRxXW675cPiZS8e1EH3f9qq/jTxF/wklza2VnBtSMBXf1auekpwnyEyjzK57P8CPiVpeqXMul6jcLBePB+7jlPyDPLbWrl/i9p+naP4vW806NbjA/fbf/AGavnKeG90W/ie3uJIn/ALyntWrbeMtVulnsrjN4shDbmPzACvpsJmSdD2FT4SHZq8tz3ObwfZ6xp32sZZmhD7s/Kua5G9szo/zwSOzZ+5Vrw78QINN8GRWUmZX37vlf5gvpXOT+KDcagy7N8bE7K8nFyhUt7J3ZahYWDxdeaKjuhKM5+9Vzw3NF4q1N472cIiRtLIudrOw/hqg/h258UalDYWEReRxvLL/OuZ8T+H7/AMJ6vslkKS/wNGetcywNeFF1pQ06kOqr2O4la2k8QPHOPKTG4Ln5UWvaPBnw3tfFmgS3FvJtRBwsfevl2PUp7qRTId0znlv4jXs3wx+I2qfD8T2jJvguk2GJj0/2vrXq4GtBzTnC8EPlTMzxP8P9R0e8uZHLNawybU3fxVvav8VjcaK8BtPKlEKRFlPotavjzUNZ1LREnNoI4iDsX+LH96vGZoZ2llEpO3H3WrvxHtKFTmwekWYqy+IwdTuri8uZ7jG5X+Ur7Vr+DPAtx4inXzI9iS/cb+I1XkmMNm0ZgOzdu8z+ldn8NPG08dmtlHEGuIZN0Lt/dx8y/SssFTg6377dhe/UzfE2h3ei3cUFtHsVAMLn7lek/DbxZc3Wif2dLKr3DSFS0h24X/a9a419P1/xdq8/9n2xltRl5JcfKv8AwKq83hHVNPC3JcxOfmDL3rrrYfE4eq54aGgRnG9pHrl78O7C3lt5/tf2q6kfc8uflUCuc8TW6X2qrFOA0S/fZW6mqtpcPpemQZuJZ7xxueSU1qQaTFqFpAbi4G93/hPypXwOZVq3OueNjvp2t7pLq+gm+0TFs+y3UbRGv3lxXDadpJWaWIRySn7odh8q19MW/hey0/wci7DLEse52zu31wbzW2sTqLC3EFrCdsjY25/2VrzcJKc4OT1saV4WaPEm8Ny/bW3kwL2/h+WvQbK3kh8PeVKdiY3BXPzN/tVF8UvC89rZJeW5dMfxN/DWn4JWPxBZWscj/aGKc/3mNdlGtTrwbepi1KnOx54+jjVNTisEICOdu5q+pvhT4R0rw34ehFvEhIj+96n+KvBvHnhW/wDDt59tgt2RIzy2PlWvTvhR8UrS40S3glx9oT5a93DSjQUXPRMKVnLXc5b476LezTvfmApbr0X+KvP/AIc/YtQu2+24WIg/K396vpPx7NB4k0SVI0DSt8o29hXgl98O7jw/M9w0pVUfa6r2r0MXl9LFU/b4J7bnPO8almeVfGTw7bWuovd2aBUxur2X9n7wHpml+CYtb1OVf7RmBmCf3B/CK878bQjVrZ7aMfKPl/vVxGgeLtU0GePT3vZmgQ8JmvAWInCNl0No2vc9w+IXxEFnqiSpFwh3fN8teUfF74qQeKrVLOzBiyBvXP3al8d6hJqmmCSON0dvevJYbWeF/Nkikbn+IVz0J+1vUX3FOo0Wbbw3d3mx0TYhH3m/ir1HwHoOq6HNiN42U/NtkFcLD4kuNqDbtYf3a9E8NeILm6th1bn0+7XDVrVIPmqKwRS3udNd+A7zUna7e4CNs+6qV5d4k8F3VreOZZXbnaGWvS4bjWbW4S4FzLtb+DPG2tDxzp8WoaXE8YC3EmO/Q06VaM5eYNaHgkkN/oJ81CNyn7uapeIfEV7qFl+/TaoFdr4r8P3dnbKZZFZv9muF1y8itdNZJB8xr3MPCDtJq7Muez5Dhn1BLiRoyOp217d4a0/SrXw8nliPe0Y+XP8AFXi8FnHdSeag78ba9H8LzRrAnmncyHlfu/LRmCvbkNVYualMY7pjHAdn3t2Ky7rUBqBx/D92vo+wvvB9v8N2ln+zLeeWzSI4+dm2/Kq180jyI7xi52IT92qlRgqSlB6swdNoxte0+WSyYW4Kt/s1peD/AIJ/2hp3n3Cb7hxuLMfu11Wh28eoXkT29tJcQIf3jINy10ereLv7LuYI7SNF2dVZNtYzqYinBRi7LqbxlpY82/4RnUfB+pLBGPlb3rqfD3hu71S/S4uzuVDvdmPpVDxV4mk1C8S42R7h1211fhnWIY7V7hyqxLH613UksRWp+zQKPP1OW1KxkvtVllKbuT26VnX+npHB5ONzbtxZqn8T/ESC1R47a2klbLf6sfM1clpeva54gu2ij06TdI+0M/8ACtfpDVo8p6kEOv8AQZL5mlEbskSHYuPvOa8/13wneLeJk7WPyxqx/hFezXmj6nZ6c0YktVuPmxuk6V5Br1n4phnur1Nk8XzIm07mNCNTOGivbyoJCd33StIujvIzOW/2RzXOHxBrNu7G4tpl3Hd80ZqW28UXilTJBJ1+9jpT5ZDujfm0Exqzkou0VlTaHIsuNnv81Qf8JNcbWJSRlY/eZd1SjxUGZi8bq4GArU1dbiZSexnhlU4K1F5cnV/vfd+YVafxFFIjSSg7vpVV9ct2ddg3LVGdgmjOc5G6oCu7oT83WifVIvNYH7v96mjUoFlVgw20yhhjdnzg7e+41OIyxzgNj5RUUeuW7SvuI+X9agTXIvnyQv8AFSA1IYzu5AVv71WHhReq8D361gf24GbOd1RnWiqtzu/i20AdAbWNmUKf+A1XuLXy23gFlFYn9vSq+7f/AN9U9PFBxiTDL/epXA0ZrXcmSf8Avqsl5DaysQNvP8NWZNcgm24IVu+6qAuo5pmUyA5P3qu9wLVveD7cpPpWxLIGms/4uS+3+7xWLpvlNeSkn5fuitG5uEjvYB0URnLVLYD4ow17vz3bNQarNuuNiE/NVf8AtAec+x/lWqsF0ZJmL/M1SBo2cca5eT7tW4plwoxuWqkMnmMqKTtpt1MIZVBB255VT96gB5ujI+wd6kRn34c/8CWqNrbmRmfB2r/ePzVct7gqcfeqWVcvwxlnU5Lf7VWLtXaNuKqx3Xk8uPlPSpzqQmTATtt/3aQFPbxg96kS3G5eKmjt/OZSPmqdrMdjVoLDBGGPSrckI8pWKbcn7q0yGHlQRuZf4qlmmCxMCOlSwsU5Yd0i5pz24Z/kNSxTCQ7CNtM7titEiSCWM/Nkf8CpsOfNqeTGzrRDGPvA0E3NTRFG+UseVrsvC11HfauiR/wbVNcRo6lpp/4l5rt/DtuNDtbi7kXbKRsT6mrRLO//ALSLW32yNzviugyMvtX398CtesvEHhHTbhlDTGP53x8ua/OrS7j/AIkiDB+Z/mr6b/Zy8fS6HpL2RwyodwVuwr57iCi54ZVUtUTF/wAx9E/Hq/isPDKJ8uJm2fpXyz4G8TSaT4k8t4xKgPybjXY/Gvxhc6lfWUD3LSxv8+xvurXB6bbiPUlncBd44r4OhUi6bqrS5wVar9reJ7PrOkjxc9vINkUoK4WPuteiWPh/TPDPhyVLvy0Xy/nfG5i3+zXkngrWJLXUoiQeSuN1dx8RPERuNN8p/m3jhlO3dXXh8Y2uRr5j5lrPqeF6tpb6l4puhHjYrlk3GsJ5INF1fc4L4P8ACPu12P2qKxRZ0QM/zZZuxrmtO08+KNfWMk7C/O2uGNVubmc7VrGDrnhWdTlhtZPlNa7+C7LwzoDSAie9uArvLn7i+i16L4rk0/VPDKPGdkr7sqw+evILnXhYyQQXO6e3RxlfpXqU8LRpNKFTQi/dFW20WVYJbuWJ4oGH7tpB96l0+4tIREbjKhX3FvUVu+MfHlvr1hbwW9sYtibE/ugVw0y3Fwqxxxvu71tivZYSpCeFd11Ju2rM91s/G2jeFdQt7nTDC8Tx+UPxFcH41vB4s1XzfLVNn8KHdXn0Md7HepEI33t0Va9G0jwPqskbxJB9oncjKr2avVw9etmX7joYySijhVVrPU0ePCyo+5P4vmrv9TtbvVNKTUIkRJMby8fdq6jXv2a9ZtYLOS3Vnv5CCyr93mu41v4Yah4N8AJFOBPeGPc7fxL/ALK16KyTEQ0hKyHTqxd9GYPww+JieOLjS/DGqx+ReErC0+Pldf6V6T8UvhPpsmlrbaPZqZ2/5aqPmJrz/wCEfhXRLpNNuHdft+9nn3ffRt33a+grrXtP0e9SOTHlYTDMenNfTYakoUlCepUF7RNzPm/xV4RsvDfhFIryALdKNrp/FurjZfh/JHoK63byPaq4LQKo28CvpH4k2/hzXrg3N28cqW82dn95f4q5LQ9Dj+LC3+n6ZOy6banYIlG3avpXHWw1KbtBmns2n/WpD8IvHGlat4etdAtICbryws8ePmlf+Jmb0r1fQvh9Z6rq4ku44pIo/uRryuBXm+nWuh/Am0c+X5tx8yvIw65/u1N8MfiVqGr6wmo21wZbV5NkkEh/1aDvShWeHfsr6nXCMJpKZ6P4s+Buna4/mREQsB/CMV5Jqfh2DwSs58hp4kfb5jDdX1Rp+oQ6larPC4dH/u1y3xA0+xk0OdHhRv4ulcuOy+jmtP2VdfNG8qCo/vKZV8BTWXiTw5AY8GIptK+nFGrfDKzezlS3URdxtrxv4WfFA+GvEd1pt1HJBp0rlo5HHyLXpHiz46aVo8Sw2qi+upR8kcT5Lf4V4OFwNHKcPLC11rv69i3Vp4iPPPdHO/E/wstv4Injk+8iGvOP2ePs1nft9p+bcfk3V6V4u8UweJvCvlyEI0qbnWuR8Aafp+n/ALyIbjCdu6vyvShOdtLsVRKVVOJ2Px0kN94ReK3hDgfMXP3V96+WPC7apZ3ippxd5d/3f4a+qPGOsW2veFriAYfCbdvr/tV8/wDh7XILPXotMsot07zba9etjZVKajBcz2OetH95c9Y8Pw+ILXw9Kt6C/G4SL2rz3xp4yvJjLE8g+Yc+9e6apcPp/gzEpCz7GU/71fLXiXS7y6knuHQqma7ISxOGp72v0M6rgrIi0WTzryU3B+R/mrOuvA8Wqaw97kLEh3BfWk0W1uNSv4reAEuTt2rX0B4b+E/maVi5BjYp92vKrY2FBuU+pcIOekDyjwjoY8WasunW0YZU++zfdr3vR/gL4fktUhuoEnc9eK8rsNNuPh/4iuDbfIM/er2r4Y+LP7WiluLqfdKH2orfwivEqKrPEKanamb0PZv3KiuzzX4vfs1aNaaHNe6TALSWEbztr5v0HUrvT7h7eK3MrZ27VFfolqU1prlpLbyFWjYbWXPWvIbf4S6PoeuXFzHANj9PY13wqYeU3RlPmXTuXiKPs3zUtj56l169sbCK4uIjEyD7rCqN74kn1iFLgEKyDcNv3a+ifix4H0q88HzyRRBXZONo718tT2stqiQJG20e1diwlOHv0zjc2txms6te6gii4k3qvtXB+M1t/sag4313Vzav9ibI+ZRXl+uLPNcsjk/Kfu17OEWr8jJrmfNck8I6Olwd8pKpjdWreqkN8uz7oqXwl4X1HVI8WVtNPxzsRq2Y/BOqXF00X2Cbep2n5GpYhyhectim103Mq41i7uIfKc7kxXL3d5HcatBbT5VHcKdvevrj4ffs422qaV5t7E6uQuNx21LrX7EcV3crd2N60civuCsN1PCY6hU9xM1gqm7R6n8D9B8MyeBYILO1t0fyvmVU+b8WrxP4k/BuS+8YXD2x2QSncOK+ofhB8MP+ED8OQ2lxL59yB8z4qx4l8L2a3T39zOIIIhl3f7qiorOrTpc66nRVw7mlKKsfB+rfC06TIwld2z/Diqsv2bwro/lQ2Ru7yc7n3fdVf7tewfFHxdp+oam8elxlYE+VZZPvH/arye9je8kZ3J4r7XJsC6cFXr6PsKlh+R3aPOdU8Ua/byubbQ7b/eY9K4fxF448b/KY7IRKjlh5Ve1XNmjfJ/B2rLuNNhb5AF/3mr6V8j3O5RZ83al4g8b6gebefkbT9KS1vPHilMRSqoHG6voeXT7dVxsG77u5RWTeKke7HpSSp9Ea8r7nkUPiDxqozLZxS/7wFWE8ReLVX59HtWT/AHFrv5bXy+o2qaY6houB83/oNV7vRCszgz4i1yNN8nh+1bndtUbc1F/wk1yqYuvDiu/3vl29a626Vd2R83rVC8hRkzs+XG7atPQlo5SfxVbNv83w/Imf4lTdiqD+ItGjVw2nSp/vQ11E9qkgx93/AGazLiEQtsIq0Z2MCXVvD821DbtFn+LZ0qDd4fmm6/Kv8TVrvGjKxiRN1VZrW3XaXgVmY/3Kq3mUYxtdEaZ9lwNo6c1Vh03SGdmNwNv1rdk0u2bdiCPf94LiqH9i20hyY1Ve/FTZgUl0XTpNxS8Cr9ah/sGzkiYredP7x+9V4+HbZlbEe3+Ic1TfwzEyLtQq3+yaAKjaD5i/JcD86hPh+Vkykm7b71Omg+YWEcsi/jTG0O4j+5cOv+ytFmCKb6LcL8hPT3qBdPvY2bH/AH0taL6bfqnFyfl6q1V2tdT3Y8zdQBWs4b1nY4bjq1XJprhrd5HjdXUbR/tVBatqCv5bnZu/jb7q1LcyajYyNGdkqEc7DuWlYEV4ZLmO3Z/Ldv8AaotNQkV+U+7Vi01a6t+Htt6GtGzvIJD/AMeEiu3XaN1T6ooZY61Hlcjaud1Ld6sLy5Yp8qZ2itOeTSPsaRvHsuAdr7qg/wCEbt2umEcm1HG4Nn1oViRqakFRY0P1qe2m8wrjG5ar/wDCKzrIwjkLMvTmoF029s1YbS207TU2A15JhMuP4c8VZt4U2q4Nc79olhdUljdPT3qVNWKvj+E/LQB0bXHl7fLfbuqeFpOrkbf9muf/ALQDNw4q4bySOJAMbqn3ikbltcCNWPLbetS3TCSHecfN1rKtrw4Xf96rD3QboKLgPhZI9p+8y1PuTqP4qpeci/P7fdamxXCNuyK3RI6ZtsuB81WEkSPafutVMtuk4oMgV2xVmS+I6XRfLW0lkP8ACd1bl9qxunih+6iD/wAerF0G3LQtA/8AGN1aUcYa7VOG+781CtYi+p3mit5mnRRn8a9T+GerDSdQlDk7RGuV/vV5ZorR2sG9ztVOu6uj8Eaob7VZTnarnaKwxEfaUZQJfU9N1u6fWr+C4BLfPs2t2r0KHwfH/Z9vdg72wF2/7VeZWGn3N1eKkaFWzt3V6vo+m6vHDD9o3PEh/hr8mxFelh5+y6nnwV2zK1XVjpd0iRgqyDlm71W1XxVd61LEHl3KF2hF7VqfEJraSwiwn+kbudo7VwOn+Y06+WC22po++jKV4Oxrag0tjD0Deb/e7Va8CRi3v/Pf1q0nh2XXmi82QqqjhVrZ03R7bS5UDv8ALjnmuf2kKMGuptBOc00eaavrl5fXLRWiNLsO0rGOlctfMLi5/eJt/wBlu1d34V8SW9nFqUDWkss8w3C5ixuX/erjLlhdarLKV2LnaFavp8TQoU6SqUznjzXtIpT3kcboI49+P7v3a39M1q2t49wiG9v7wrstA8F2mvaRax6db/arqVGZ1QfMh/2q878W+H9U8O6k0VxGV2/wrXmVsFWxWHVSEHymnNCDszc02NLqeWWNAsv3g1eieBvitH4TvJ59T04yqwREZPb/AGa8z8NSPJDvH8A5atmHR73xNcraWw3sx42jvXPltevhMSoUNy5WtzM+oV/aY8KRxWstx5sEvl42PHuZWriPiF+0JpmvaV5FusTiXdC7MdrIM157N8B/E8eny3t0BKkafIrV49qsZsdRZLiPYyHla/QMTVzGhTvUXzRgq6l7p9VfD9dA0HQdWu3eNpZY0WORX3f8CWuc8Q/FbQtekvLQyiK4hTbAjttVz615Z8NrPztViFw8zWr/APLKMs3+78tdW+l6NY+OLO/u7b7VawTBXgQdK6MuxVStQ9/oyJTS0gjznxLpvii6nuLu3S++wKN3mZZUrtP2ePixd/D+7uI57aSe1unVX2j51H8RWvavi/420638DKlvpdwqOF2R+Tt3V5j8PPG3hbR9P1GTVLZrLUnTaiyx9P8AdrurUKNOandq4qc5KWjPVfjx448H3ngWWWC9tZ5ZIf73z7q8O/Z98YDSdWun1G3k/sSYD9/sOxJR935vSvHvH91Hrniu4vLMOtuz8c19KfBzWtL8UeBdJ8PWWlyLewI322NU+V/9tmrkpSp4vEKMvs7NG/NzVOdaHp+h/Faw0HVbeeCWSXTZpCs7RhmXbj5WWvWdA8ZeHPHtmy2d3BdEZR4sjcK4hdBi1bQv7O0/SpLXbHsDKgVUWvIPGPwU8SeHbKTVdInlsJ1/1aRHa5b1+WvWlSla9Lc7FiJQX7zVeh9DeLfhzpeoaBPDb28cL7eHx8y18teFbfSvCPj+80vV7uPzZRthlkP6c17J8NNB+It54d8zV9dk5G1IrlA7H/er59+Ov7OvjSbWf7Ygn+0OD/yz+XFZV8G8XStUtzL7zlqOF+dJpHs3ijwLcXlh9stJPIt/L3bM/wANcroHiSy8P/6HLcDc27Lt3rlPD3xG8fLokWhazZGJ4UEX2rZ99Qvy1FqHw1uLhPtFzO3myjfuY9q/MuI6NCDVNw5GtSoS1vB3Oh8c+PLO3094rJHZiP8Aln8yk1554e8M6q2oxa5k2rJIHHHT5q6e/wBJi0vR4I0iLSoF+XO5abf69PcWCW1vG6NIF+Svm7RioujqurNZS5/j0PQfG/jC6ms4rfzU3ZGVrEh0X+0NBaW4PzPu2Kv/ALNXJL4V1+bTvtd3LI6x/NGrnmsrw3rmoR6hIJ5H2RHiPPy5qsRXqTinvYpKG8j2r4cfDmy8PgXtxte6cbtvpXpdlq0M108HG5R93NfLGpfELUbW7QpMysh+Rc/+hV6j8K9Wl1i9+2XMux3G35vu18HmdPEzlzt7ndRnCGiN/wAXaH/a2qvHFH8/3t2O1edhtR8O6k0UDlIgfvfw17hrGuaVoqwIZY2uJTt3fxNXK65Np2pIiRum6X5X46V3RnVouFCa5oNHLOOrlE880v4ianp+ttJJK0sTDaV/hWvafCGuQ+JrNmzuc9VrgrzR9KtbRoo0WV8bdy/xf7VWvh9qVnptzKiS7H3q22u1YOlCqqyNKTbXJNnsJ8G2lzZiOdfMTPSvP/GPwR0/WP3lvEiuPbiu1v8AxelnbS7yemU21xHh742Wl1c3cF5HJbvC2396NqsPavqPrWH0VNF1IUpOzPFfHvgeLwbZym7A/u7nG1Vr54vNFOsawsEBCq8nLN/CK+hf2qfiZp2saUtvZyI8+Qo21816JrUlvIz7/n/vV1OMoQlUpHC6agz7k/Z/0/QtL0WLToo0a5IGTjlvevQPGdvo3hq0WZ4ESWVwq7QNzGvkL4J/Ej+xfGVrLczlkk+UrXpvxc+JE/ijX9Jt7KOSaKKQO6x968OnzVcNUpYl3Z0OcFC6Wp7EmoJb/ZSAU83FemaUUa3Q5r53tL6/urmwuLlzEkZ3FFrqfEHxft/DVnmORZZccI3/ALNUZLKNLEKnh6bmzpo1NWeqeKvFumeEdLe7vrgRL/An8Tn0FfJvxP8Ai5feMJni8wwWCn5IE+7/AMC9TWN4z8fXvim7ee6uGnfsv8Kj0WuFnvEaVgd+7/d+Wv2SnhE2qlaKv+COptsrXdwZJMnLbv71QOu77/yLTjdRKxJzx/sVTudQibdyVUfMdwrulIFEryKJOaz7llXcAnzCpptUtlHEoyei5rLe4Fw7FJB/u5pI10M+8YYbH8X8VZk0hXk/MtaMzBnbePlpj2u6Jim0L/DRckxLmQNuIG1v7tUjMfmHt/DWpdW5hHXd6NWZcyCNuD84/i9aaZLKUkZX94/3v4dvb61SuYzsb92Wz71aluE+4X3Oap3bSTIuSYFX/wAeq7iMm8by2YDLNWVcyPcbc/KtaV5IJC8aE+a1ZLW8vl5lJiUfw1smQVxJtbYBt3fxU6RUjg5O5s7j/vUqLJN9wbk/vUiQ+SzF8t/7LTJsRpGWdPn2qf4aY8YVnCYZgKsPvmRZEJXnhcfNSeX5f3xukbpRcqxTMP7ppCvzUNai4XIyn9atRxyNujkxsb5qDmR2CD5sf980AZxtUjdjGPm/u1E9nuZXHzNWnuK7d4G7+9io5o/O6jY33ty96VyrGWbfzBsxtZfm3Ugsxs6fVq1f3WFG4f3R/tURafJcccKqnd9am5NjGXT923A+U/3qRtN3Nyn/AHzXUx6XuRMoGZetXdP8OyX0yp5fybvvVLqJFWOWttDNw6/uxtHTaK0ptPj0m1dLeIS3jDlv4UFd5/YYs40itAGlfq7en+zWLf6OGlazJCySJueX+JE/irL2vMy+TQ8rbQ7qY/aGTzZZA0p9gKr/AGW/ZkCW8is/8MZr0WHLXF08UO9ZkZOn+0Av/stXdB0V9Q8QtbfKiohiMrDp/eb8t1dN0znd0ea+Ze2vJMsXG4bqsrrlxGj/AOrdW67vvV6CfDq65rbWUYEFnCN808np/CP++Vp9t4BstcuVTyhb2EA855G+84H3V3erUuVE3ZxCa1bXCJ5sG1h8v1qWbTdPmVmyE3/MnNesSfDGzm01YEslsnPztIx+aFf9r3rB8Q/DnSLWOIQCVnf/AFcjHbu/vHbStYOY85PhsfK8cnyt0qk1neK7H7+Dt+WujvvCuo6beNHby/KnzHeflWo3j1CzG24tjKmfvKOv+7RZgpIyPtkkY+dNqpVy2vkkiy7/ADt/DWis0F1G6SWzJu/2OlMfRbRtpjYpuH5VLa6mt0U3hNxcLGJAVXq1BjdZVA+Zf9mol0uSGFvLl2sxpq/bLV8nDBa0XkZN2NJ4fJGf4sc1FK23bt+ZnPDVVm1iVYdhTa79WxU9hfIwd5E+YdKepBr2upXFurPD8zfcFdfpU32GBbi5+ZyOFrntJktpEi8whVT53b+lbUV1BfTq5lDfNtC5+XFVFrqDNZNWk1DZAnyqS2a7rwHZvbo8n3dhrj9CtbeObccfL/er0Pw3JBcJLbRXEcUsoLHecKAB/FU1JJQN8NReIrQpdz2Xw/qSfY7W5gQSvs+f/er1Dw74sF9DBFKiLuk2/htrxH4XWNx/Znybp3yzBq7/APsu402zS/cGJFO0/Wvx3N8OqmI57HJi6SwmJqUYO6TL3xQkg8i1SDG9gWO2uf8AA+k3El0j/ZJJdv8ACoq5qVwmtfY4I/nnH930r3z4Z/2To2lokqhZMfxL/WueliqWGj+9ZyQoyqVNGeReLpDp9zbxpC8XH77aNq7qzdOb+0rxhEHl8o7jt+7ivo/WND0PxShLLE30rgtN8K2ek+I7i2sog6L8p2+46Vx/WMNim3B7G7o1YPldtT5p8F6ta2NrcQToGeYcs4+bit7xNpelrpXn2e1tyBty/wAT+leY2V4kcyvI+3cfvf3a6nw3v1rVF05DuibkV9XhsdKf7jl0Z59rLmPSPgJ46g8E6Jqkl1p0kn2k7UuVHzf7S1wPxI8eReKNdcRWxg3jYn97/eavUPCVmn2OHSHiR3hdmHH3l/3qz/iF8FRZ2D6pBGIto3Ii/wAVfefVa9TBqnTdjncl1PJLa8+x2vkRA8ffb1ro/hx8Qh4L1hL14vPweV/2a5TTGEYuIZ96S79271X+7Ve4s3YsY0O1xX55XoKhVUk/ev8AidkX7tz7dT47+F9W8DLdSTRRMUzJCzjclfDvxO8VWeveJ7m4szui8w4bG1a7DwN8Hdf8WWMt7GhgsAGYyt93/gNcL4h8B3drr7WUcbSy7/4RX29b69WwyhKGj+84514Td+xs+Avi1B4PeX7XZvOrRlEkT7y11eifEbSte1RLxJFRYcO0Ev3nNcV4l8BtosKWk8bJeHGdw65ql4b+FuseINYS20y2kbLcsn3QK5sNDE0aiwqREqi5edn3xpVvp/jjwpFrEtuu1oVWOL7yqa8e8UfC/T7iK9lEHmzh2yrD5sf7Nev/AAT0WHwz4ct9KuZy6wxhdkv9/wDirudX8P6Xa6fdXEkYy6/M/wDF9K+zbTj7KsdEaXtIe0ij86dX8Kz6PPcI9u7J2ZR92vY/2S/ip4d8LanqNhrAFnc3UgijuXHygD+E19Bar8OdEuvDUs9xbxuzxluytXx3420/RtL164isiFjT5Qqj5kP8TNXz+KowwKdanMqmnTa50fobp/iLStQX/RL61m9kkFXZ/I24l8v2D1+Z3g/xRP4Z8TwX8kk0trEeVU/Ln+Fvzr2Oz+PF615ZkX0ku8NEUn+bcp715tPOab+I9WOIjNbH0xr3jJ9N1uCCwX7REw/eLENwzVnUfEunyTxDUVEaA8o38Lf7VeYTfGbQPDujuZfkvdg/dKNzY/xrjdJ8af8ACyL9Lie58qLz9oiyq7B/eauqeYwunCe5Epvbc941bwXYeLPKnjRVgUfdUY3Vx/jrwPFb2qJAgVAdv+7XqEN5a6NoUO2ZCqRgKzN1rndY1yy1TQW2SRvcSKdi55rx80wUcwpqc53qW+RbpwgrxWp8v+INJubPUkgizOxO3ZXpvg/4e21jaxXN4m6U4Y7h0rIkhtPDuurf6vMu3O9I2Pyj616JbeILHxVoYk0u4Do5wjL8uK/K6lWpDEwwbVlezMqNBSvUmZevR2f9lXGCFTtXzrqTCHVJRAm3c/pXqHxC1hPDti0ckxb5y3zV4Fc+Mkk1P5AWiaTnd9a9jE0KmHbpxRzVanO0zrdY0+w0uz+0XDp5v96Q1oeHvEAtdJY28pVuzKayPGNjBrGkxXCP1G8bay/DWi3MditxI5SB/mX/AGhXhxoKrTvNkSbhM9k+H3h+Xxhdfbby4bygcbm+83+zXeeOvBaR6H9osAFdE42964/wfrCab4eRbeRF2da0JfiobyFtMSBmdztDetcinOnPlijrpqPI2zk/D18dPhaS/JZmG08dKsCzik1BLuzl2o54f1/Cu40HwPaapB+/YMzEs6qd2K3k+HOl2M6uSFUfMi+n+1XpUP3jnzPUbi7bDvC9rut4Y7gySxON25q4n44eAZJtLe50qMJJjnaK7i+1KVp4tP0qPzWTrJ/Corrm00Xun+TcANlNrVhKSjOFWmjanD2icOqPyx8VLqcmpOlyHZkf+L+9T7DTZ4YVkeM7v7tfofr37PvhzXIJcWUayt828DvXzT8TvA8ngW+a2lg2Jnh8feFfc0pxxdDmSsc1SM1pPQ8m0OQRzJIDtYHd/tV7v4E8UaVZ28AkA+2P/d+ZmryKx8MyX15i3jZmf+792u50bQ7PwrE07yB7xhzI5+5/srXNh8m/tKW/uE0056Hp2veLBHC0cGFf6/drzfUtWFxK8jzjd3bGayL/AMSGZyRJEq/d+b71c9f6wWxsuIkVf7tfoOAyyhl1PkoRt59WejCCga93rUHzD7QUX+8w+Y1jTaxGrNsuyqjpx96sqa+Miq5kRs/NuqjNeFX+Xa6/WvV5TW5r3WvJ91LtVZR91gtVv7SlZ23yxuv0+9XP3d4jMubfezf3T/6FVK8uIGP+rKtjl8Umk0Umbl/eSNz9njdv7qms258tmY/Ziqp8z1QtryCThLll2t91T1/OpWknkL5udzdtyL8tZWKuRSPAzLKfMiXtVVryPeyLev7bj81LM1xIFAEbMh+fnatVY7h1mYG2+VR9/I/75qSiGWZ5Mk3jL+K1l3TW6s7vKVVuis9W/OjYSubZo9x+6yDmqE7edvP2Us33RyKtEEUc0caqkcW5l6O1MfM0GLhh13bVO35f9qnTRz7lJwiqPu53VWMKRu2+Qtkfdb+GqvECKSEKqSRAtv8A7v3apS253v5jlt397pVw3W1FjiG4/d/2VqCa3H2hZC52/wB3+GlcLFAfMjeVlsfL/dpu7yS7g9uWqe4kHmqEA2H+JRUDY6P8yjouOlUmAisZF+QFf9qpjbpCmZD8vbdQkxjfGzcuNwamQx+Yf3hP/AqLisE1i83Ofk7bTURVF3bD8wNTzM+9kTOz+8v3aetvHG2Siq2P4+9Fx2KTWbyMuPusN21qgmh27VT561I1e6GwDbz8zN3WrCWqLtMQPzf3qhyZSRlWmn8MXf738NakNukmxACrD+L3qxBpMkz427euK6Ww8NpanfcZZc7Qq/e3Vk5l8hR0rSXuHJb90o+Ys1dpoXhvzlR5U8i3+8F6M9XdJ8PhpkkuANoHyRL91a6KRkjXZvDJx/wGvNq1l8KO2nhn8Uzk7rT/ACbu6lIH9xFX5dormdetQ1vezxffmTb/AMANd9rqo3yAhkb+KuNvm2wu68qw21NKbFVSijktMs008LeDCvHIFRW+7vA+Xd+LLWvpFrBptheSyynzZxtEin5tv8Tf8CVawZo3ulnjjJZHmRSufvEn/wCtXQrZxLDbpeD9w0zKXX5vl+7XrQdzzZIq2FukNukdx80t4RLJt+8fatHTbiNdSiDxF4Ek3pAv/LR/4FrI0C++2Xer6gg3vNO6Q7v4E6LtX/dra8P+XDE1+7lnQ+VDuP3P4mNb30MludHfyGaSC3uLmOKKL/XRqdvnP6bqw7BRql5Pe3HktFKdiLEd/lhPvf8Asq1iHXJNe8RTmCL5LYO6I33Vwv8APcy11WmQ2el6LZ6cj7fkCM2fmYlutRcTGW+m21xeOYrMSxMP3ds6fMXPO5mro7nwrp8Nr5t1bl7hwEKxH5Ez/AvvitfwfpMX2aB/L3I4LvJ/EV7f99VuXkPnaahiTynw2Jcjk+taJmbVzyd/BceoXDRJZGDHy+X/ABL/ALzdqguvhHaXEDpHOVSP/WM3CBv7u6vY7Twnb6foiSofNllfcnP33/ve9VNQ00yWF5d3v+h6TaDyvmP3nPf3NHxA4o+Y9S8A3smrS2mjq96kXVkX5a57V9P1PQ/3d7bncx27VG7FfTeiXUk1hLHp0EOkWHKyTsN0zisDxDpcVxbr9jsA8EQ4d/my3/2VUkmS0z51mmS427o9jKNpVq2bCxtpkUOm7j+GvS9B+E/9qaosU8SzqoM1w2PuY+bFeoaH8JdD02zsC+HdIWuJkYfKWdvlH0VVrRIG2kfOU3huPZiPKKo3FalsPDZZxscqy/xV7RNoOlzJeSfZxuubr5Fx16tXUaV4H0q1sLeWe3jVfL2bpPu5k+Vf++a15Lsy5meK6VopV8fbd38W1jXpGh+CzDB5kRknnu5EQ7fmzxXP6J8G7Zrl57m4lWJHLBkf73+zX0H8K1tYb+3s/ILQIQoZRuavm80zCnhE6b3O7BY9YOuqqWqNb4b295b3X2CK3O5DtPFeoeOfCNz/AMIrLGCUZyrnd/DXaeGfC+n6fcy3/lLFJId2zPzLR4jsbjxRY3EUXmMqnbX43jMwxNbFr2Oxyyi6vNVq7yPDNG0+PQ4FnnO9l/iX+Valr8QnurnZ93PRF+6tHxE8I3Hh3TYHaSTypDtKt8rZriNOsfsML3ZO51K/jXbiMCq9K82cntOR6Hsum6pcabItzLcMqSjdtz8tdl8NtQjvJ7i4IDPK5YM1eJw65c64kFsU2RA8t/Ea9h+Fekywzeci/uem5q8N5bUowvHc2p1eaoux8GhZb6WIIT8/zV2/hFru31BLi0fdOnyJ/ttVfRPDqahG09pIEaEfO2P4qgttSn8K38sjpu/hFfX+1lGanTOO3u+8fcPwl0HR9W8KQSExNdYXz9uNyt/drt/FXhSzu9LdJNnlRpkK3Svhnwd8UJ7NmktriSzlzyqvtWvXdS+J3iPTfCKyS3hleZGcRP8AMzCvuMBn9WtNUp09gSpKD0PM/G2l2TeJbi2t8MsR+dsfL/wGudW3RbaUqh3GtOSzutQsHvLty08j793pmiz0u4hs8JBJ84bDMP1rxMyhKrKU6K6mUGoPU9R8H/tLaBofgmPSbm0ksr+3TyiqpuR19aqfBnxJ4f1bWNb8QaoUd0k2x78btv8Ae214ZqHgnVLyf5IzvkPC/wARp2ofCPX9De1Es5ie7IHlI/zY/wBqvq8DWzDkjzrY5Zzpyav0Ou+JPiCDxR47gGkxteojlRt+bc1e2/BLxt4d8Bp/Zevxf2dqLkbJZh94V5n8IrfS/h34j+06rbvO2NiS7Nyo9bfiWO28ea2sVhA/nTPtTePmK17kKPO3W2mzNT5Xc+itc8QadqVmz6TLFK+f4R96vL01DxZNfX/2mSSDS4Ru+Xcyl/4RRpngnxR8P4bW4gn8+AbfMix0X+Kui8Q/EjT49G8gRFLhz/q17/71c2LrVqMLTj9x23VV3vbyPJviH8aNYuLR7K4jFmihhvj/AOWtfOt/NLNcT3AlLs3Vv7zV618V5v7atmkii2cctmvGkjkVHQuVVa+Fx1avX+MTt1NoeILJdJtbcJJ5qf6xcfeb1rB1PVLpbuKW3ZmVDuG6q9qqTXeZMbU/h9a6TW7G30/SUlI+Z0V938P0rxklD1LbdjoNE8SPrWjfaNQctKruv+9j+9UFlDe3kyGyldHb5xt+XgV5rZapcqXjgkfYT91fumt7Q/Ems6Dcq8a7kUbQr/3fSqUv5ynUTPaPD/xQ1mOe30a4vGl3Zbcz13fh/wARTwvb6r5u3ZlfKk9q+UNW1q9vr77R/qmHTy/l212/g3xFealoH9nwPK029mfd15qqs5ySjQKVRPqeieN9aufH2sokZCwJ/wAskb5f+BU/QvGl34NV7IybYvLLJ7NWf4P0HUdPumedAq43Bf4jXK/Eu4K6lvztb/ZNebiaNSpVtW0Kp1ba9Q8W+PLjxJeP9puDKvbmuXhjSZ/lH/fNYH2pFuf3h4rc0/WLfypQhG5MU505qO9zNrmmdRaXjtHFbSSFYmPP/wATXX2GpedFFaAhYgFWvI59WSRJSZPpzXUeA9U+0TwJICyqVry6lB06d2Dbue0+GJLa3v4IJQcf3q9lXw7pWqWafYUjWXP3lT5hXm3gqzstU1VfMxuRON33S392vdPCfh6KwRj/AH+a8ehhJTrqanqejQi2uVoqWFjFpqLbRj58bvlH3q5fxRHqLXywQb2V9qnn7ten3NjHFIJFHzetTQ6XDMvmFATXt08DWqVmktTsdFtclzmdF02HSLONRHtlI+b+8xraW4VUyadc6XIsmccVz/iHWotL2QOfnl+UV5tfD4ihN8+hopKiixa+J0g8RLYsfll6fWuK+PfhnR760t7zVZVSP7oiX70hqp458Yaf4Tmt7gFbjVEKukC/+zV4R408eap4u1KW8vZJHlPyhV+VUX0Wv0Dh/A4jEYe9ZWRzStVVplTUtat7OHyLC38pPu/L8tcdf30snzmNd2P4jVe/m+di8Ujt/d31z15N8qjypF/Gv0alShRgoQViVaHuxLs+oFePLRWrGv7rc33I2qrdNH82PNU1lPcBnfZOWZBt69K3sPmLt5eJsaMRPuxuPl/dFZb3EK7dhZN3Td8tMlunjVRlXZvm3MPu1TnvjsJIPydP4qloq5K91LCGX7Rvf/a+aomupN67nDqw57Vm3DQScnehduf71Nb93CiRSldv947mqGiy5c3UcbK7wFVTov3qpnVIt+6QlWb+98rNTX3yDfvCr9PmNZ73ErbjJH8o/un71LlC5vRXgaHYLgrkrna9PmZ42UC53L/dwOa5zzIFTeQEYn+IVOsdvH/y0Cu/Tn5qycDVM0TJLvY5TYei7KqSx3MiKHMe7O75R90UsLJGPK8x2X7xbPzU2aOPbGI55FZM/LvqdizOuY5+ks54O5lVetUpGi8zfv2svy7l+atSeGGRWkkYN/s5qnCsMKMUTfuP8I+ancmxXVZJAj7CqH5gzVH9nfc7yuW/3vurWtPZyM64KqmFb5f4arzWO7em8/N/FJ/FSuijJuZh8oA3L/6DVdISzMXG7d0WteaFYVcBPmU7d2KI9PLSeY+OnKr92q5lEmxlDPZDuB+6varENq824P8AMmfu5q6scULMeQjP92p4bGSRWCD5G+X6Vi39o0SKKw7X8sJu3/8AjtXE0vzthlQS7CzBq0rTT0j8oP8AcH/oValtZ7go8v5mG36Vm6nY15DLGljZjYQprRstD8wINn3f+A1qLZxwrulATn5a2bC1e6GwRi3iB9PmNcs61tyoU29jOs9JS3GyKJJZWO4/3VrZs9PS1heVzvnJ5b/4n0q/HbiG0WMALt/u06KNNrf7X96vNqYi56lOioe9Ilj+WFXTqtTy7NmXx/wKi2Xy42BxWdqDOu4jPtXPzFlPxFIfLQQAbiK428/c2iAjc0u7LeldJeTOqoXG7B27a5HV7pWs2x/D/D/dr0KLuedWWpl6vo89iYJQnyNhgynpzWtqFxbx+GbjLuzW6FNv3duZap3OoG+0K1zJtlhuFgC47fLtb/vqquv3221v7M242s28yqfmzlWr14fCefP4jF0mSW10X7Pbj/TZptpb/nkmev8AwLdXVanGmm6OsSHdyIgy/eXjcwrF+HtuPEGp38oARV2yhWPzAB8L+ldBrsIjuZxwyxGVhz22/erW5gzD0CQaXZ6jcyOPMMaxRrnq7n5v++Vrd8MKde8TJbJIVb7wVfTbjLf+PVx0cySO0c8g2xXCI7e4ya7j4aatZ6TcySupjeTDO7fwxjt/wKouSz1LxRfDRWsNGszta4IhO0/N0/wqd2j1QW9ojlbK24f/AG8fLt+m6uIXUjfa9PqbltsIZUVu7v8A3f8AgNbmmzbdYUSEf6NA11JEv90fcH/fVabiR6XDJBealLETutbCPfN/dVgucL/6DXMfEvfq11puiGT90r/brhF+6hP+qT/vmpPBmpS3Ud1Pcnb9rKsYl+6Bu+X/AL6+arHkjVvGF4UjJ8p9z/gv8/5VSZL+Iqp4ftrW2t7OQncfnkZfvYqh4kWPQdMlREDO3zJFn5gvauj1S+gW5ukEe1oSiv8A3iT91fotczrti+pXqnG3zZvJ3Ment/OtEI1tB0eXRfC7PkLcXVuzyO38Kfd+b/x7/vmtqSxja5isIz8vliWSRuyBfm/Jf/Qqy7zVvtGuJp4j+T9zCVb+IIrM34fNVrW9Uj03QdSnRxF50bRBm/22/h/Af+PVa3Jk7IyLOS01zULeOKLyrdHbyV2/fLnH8q6vVbeC4hgtLZBt+3jy19RGnzVwfg++k/tlpMbfsdl5x29pD91f/HlrrfDdxJfeJbWyyHeGEvJz0d3/APiatPUi1zN0vQ5FFxaTI0CvNvj/ABrofDE32EboB+9Dbdy1Y8cWci2F7cxZVRPsLJ9Kn+HX2aTSp8geYBuFfnPFMlhZc6V72OLeZ7D4e1a9t9NQyfdPzda9W+Hd0rQTGaJvnb7zL8tcl8H9BTxJYpJcgbE/h9a9avLO10OzLFflFfD4TCVWnitkenTT0fRHkXxJ8PjxBrkoaIyWqIdm77qNVX4e/BGLyFuNQ2ur/NtIrsv7YLKxSyefeeNx+UU7QPEGpyTtbv5VvFGeG+98telHHQt76OZ0qcql2YWs/DGy0eSWW3iTb95Nw6VreCNWij/0SLaMHbuxW9r9wW0qWYxsVQb/AJh1rxh/El3HPPPp+YFyrDjp/erzXWnVlaJo1GlLRHyRpXiS50OZ0iO5ZhtdG71NqWoSapNl4+u1TWWLGRmaQRl9nzdKv6VdC6uljePbmvU0g+c82/MuUqLD5M3B213Vh4s1jUrG1sJ5t8FuNoZl+bH92ruq/DWWGyS/GNqDd/smur8EeH9O1awch0/cx87f75r18H7SbvB2EouGhzej6lJNrFlHcJI9n5671Qda9sGkz6xKotrJmZ49pVht2LWj8K/gz9hvINVv7YSxRSBo0b+6f4mX1r2/S9Js7W9uP3Z3ON25v5V+gYXAw9knUepkqc5s8M1OGw8O2FvsMP2iL5yzDcze1ecfFLxdJeabG8ASKVCsu6IfMD/dr6O8T/BmLxFrizuu2BTj5az9f/Z8srzSWtkVETBaR8fM1e3GlG1ozRnKhVitEcf8GbHSPiB4St7qXy7q4iDfaEYDeknq1P1P4c6t4L1Ea3pAM7xJuKyp8vP8K1D4G8F3Hw31qWK2ikS3mkVRKp+Zx/davcdSuv7W0V7ZImWXb/3zW8OamlCeo4041IeaPMNE/aB0jXtHez1SA6dfr+5dWHyH/davO/iUos7BtRs8bMFxzuWvSfFHwEXWtKigtotk7fOZ93rXH6x+z7ri6SLZZ2kihRlTeetefiqVW3JQaa9dhyc/+XkWfMniDxpeX0Lq8caKev1rhby8lVWw/WvZvGPwX1/QY5ZDbGWBctvryK90meGRkkjKv/dxXwmY4TE4f3qpCqRkZNszyTrHkqzU7VY7mQJEJXZOysflWrUOnlZN4B31fn02fegeM7u1fOTvH31sdF7rlNn4S/D+41qae5fC28PVpK6TW7G3W9+zxoGb+7R4U17UfDOjvb2bxr5vzHzE3bWrGh1K4s/EUF5ckz/vN0nvWzr4WvTSgtepn7NoL7w5J/HEVVv4sV6J8GbfSrG+eK5KRSsPk3n5W/2azZvEVvqyrsjKKf71Y15GZnY26FmxztrzPrnscRy0ldFpW3PV/FvjKOzvWjt44kVTtdozuzXAzeFT461KeQOfKj/u/wB6qvhXwvqviwbATFAh2mV+3+zXr/h/RdM8J3NuTcDyNm3+8xfHVq+5wlB1pxr11oJvm2OHX9kXUdQ0GXVPOMWULxx47V82eIdPv/COrz2cnzMh2mv0rsfixpM3guSFHjlkjQof4Vr40+KXhWLWr+4veGnc7ty/dY16WPp4SdK9NJWNYx5GtbnkmlM+obTu2sf4a9W8H2f2eBSIz0rgk8L3ei7XIO0n7q17L4L00X0NvbABZXjVvp/er86zKS5OU1fuu56V4RmSHyvIzvfbsjUbsV7d4abVlSDzZAiBf+Wg5FcR4B8MxWssRTaqq+75h81evXElvb22HcRccbq8LC4eGs7nbSm5amtGQ0OXOTUD3X2VS5B2Adq5fSvEBkv5ElbbEn948V1iz2+oWmY2Vl/2a9WniKdVuMJ2nH8T0Yyc1oYR8e2txqP2JQyt/eYcV5Z8VPHVla3nlWcsUt0nV2Pyo3+zXKftK/FyP4bwfYLBFW9uE3PL/wA8xXwl4k+KWp6lLLcS3kjIXb97K+1Wb/Zr6DLsJLEpV8Xr5HLZzXvn1Lqvia0kuJZbi8ieUn5mkk+auUvPEen3TM63sO3/AH/lr5A1D4lSK7h7uZ1PVUT/ABaslviY6xtGPP591r7qNSrH3YrQpRR9fXGoW8nyi5hb8fmasa6h3OxQhvTbXyxb/E7bKpkE20dK2bL4lStKkkGpyQOvRXNae3qLdCcT3O8uHh3fJu/i2+lY0zHawK/N/tVz2jax4x1Swe/tNLl1ewj+/cwQl1/76FMj+IkUcjR6hp0kD92/u1vCvGW5lbpc0r9mkOSdrYqrFDJvXdJ8v8e4VOniTRtU2+XdiJz/AAy/LV2KxSSPzIJ45V/2TW3Ou5VjNK7Sz4Hlr83WqLLBIyvgpu6cVuy6fJs6Db/siqL27x8EUrlIzWt9u9EnKN8veqs0c7TYU7l7s1X5rFJi5xhu7NVK5tTGjJG7Ir9WzSZZW+0P9pwIwyY+Vs0NeIzqHjdVUbelO+yzxzKQ42n5Tx81D+Z5zZjCqvvQFxr30Ey7j8rL/FinJqVtDL85G0j72KqvdFkdniKvn+E9aimmjaNfkfilyopSLr6hbRtsBXb/AHcUQ6hA24JlW+8FYbaz2UMdjxvuYbg1PSN8uEj+7jDZrNxRfMaKTXEkT7NsW/p/FTYY9p3ySeYyjms12nZF/ebH+6f9mo2kLSqcncv8S96j2fYpSNs30c0PA89Qdu1RQfM3qchImHMeKzo2fO8ja2d21aniaWZPkB4/8dqeUrmLsNvaW8qgbnTG4qv3vpVy2+Z1RMb2/hqlaQuyB2Hf7zVpQzWlmF8o+bPhflX7oNYysviNVIuW9m8bcnbu/vVbjvEt/wB3bIHZT/rG+aqCQz6lDmR/mX/lmvyqv+NXrS3McKRk8qfvf3q8yrXt8J106LnubOnWYWTzZT5srfxN90f7tdRDZiSLeibWYfNWZZ2vyK4O7b7VsQZaFhnbXn8zl8Z3qKjsU3j2jAA3Z9alSMN0zTjayed1DJ33VOke3p/DWTRrYhkk2jAPy1Qnkjkyj9xxV68V2jwBtaqN9apNAp37XSrWxhI56/j8lGkJ3LXIXsccyXGcqrhV2+9dbfXBWKVJBtVq4/Uph5kvA29ttelRVjz6g7RrVLiwv7RwfNj2TIqj+JG/+yrG1W8H2S6BQea+1Q361oaBqklrqHmRgHzRKnzeuz5ay/EGoQXGnvf2ibcfOYm+6Ofu/T71epC1jgkQ+FWFn9suLTKt5YhdG++rlvnrXfUDdaRPcEDzUjKB27tuHFUNJVJLC/vNiwM5WZ0X+EfdwtU21D/ijJ94G6Zy4b+L/a/8erS9zBlLSbX51Nyn/L0rld3+yW/9BrqNC0mW+0i6ngz9olZkH/AGrmfDF4bqF7a7fa0kfyP/ABZ+7976M1enfDzWLa1s3NwcMsjwiNRu2/w5oZLLFq0drBYCeTb5W6Uqx+/has2OpGS/1SeRPJlu3iX5Tu/dJtZv1rkPFHmRmWe3z5Sb0CRn5kzt/p3rR0G8j1RJUQ7p4AsW/PVT82ap6Io9YTVItB09pThp5ikUa/5/4FWr4XvJLODWrsDLvI6o3sW+Y157e6gl1LZRSHzV+aUsp6KBXU6HrA1Dw6xiIZpQ/wB7+6P4f50kzF7EP277Vcee77WaY3En+9t+Uf8AAabYXD6p4h02zife6b7iRc9DXIjVHZFSN9qeYFd/Vi1dJoMMlv4sur+AnYLVUDN/49WpOx0F1buup3V252hI2+794sfvL/6CKwde1wX2lWaS4eLzt+5R9/8A+t2rZhmMmlX93JiVYnKdfvMRXIalIVhswTuW2h3FV/76rW5lc2NBvLeEXB3/AOlXlwufYD7o/wDQa6vwdMmiz69qbOFbfGg3n+IctXkXh5p5vsYd9s9xPvDem99y163rMcFilnpbkNLeyFkZP7w2/wDs1EdSrnVJJPeeD5Xufv3km76LjrWD4VtbjS5HDyBUb+8a6bWlOn21rFwsS4wq/wB3bXI6xqFy1/5USBVwGO4da/P8/Uq832RwOUfaH0J8EPG17p9w8ASP7KPlHPzV9BXN4NX0t2YfKw/ir4R034hX/hfTWFoRBdMdvm43Mv8Au1654D+PFw3h6WC8k82fyztlb5mr8+nPF0oPl+A9alWp8nKz6P0LT7ZtPHAZa8s13Wp7PxbdCNwsCHaPwrzTTfi54hs4Vt0uNkU3zeZj5lFdr4bUahKzzziWV49+5z83Nd2sqShyfMwnUU7ch3ieJDeac48h2iEfMknzFqwEt7K8s5TbRqZRA6vsHRq3LXXtO0fTXguXG/Z91fvOa5TQfFVha3l1b8Ij7m2r3b+61FOEaV5XFKV/iZ89Xen6d4V02a3uMpcHbiRh9+vPIYY7q7d7cD5zxWz8TvEw1a6UJ93Fc/oUhjXO/Zs5FaYdz9mpz6nFo52R9G+GNHubzwSljdyFpQm8P95VH92uAuvAviHwG/8AbNsjfYXcMUY/fGf7tZvh74qajZzW4MjPBEf30Tfdda7f4g/H5PEmjpbwaIyS/d89n+T/AL5r9Cy54SdPka94iq23dM+hPhd8ZtH17QrJLiSK3vNm2SJj83FeqaclpdOs8JDoEVVP61+YqXFzcakqQvJbsPmDRnbX098B/ipe6XYwJrmoH7BB8m6Q8/Vq9rBVKjvGobwxVmotH1fwvJpCVYYOMGs3TNc03WLNZ7S7huoJBkMj5zXNePNShtYUZZWiZMKXjP3a9VK56U6sYq509/4ftL/bvQLj0FSWukRWmNvzDZsOe9UvD3iax1q2QQXUckiAb0zyprbFHPJq1xQjTl78UU9Q1KDSLQzS5VB/dGa4zWvi/oum3n2NvMkkxuO1M7a67W9KXWLNoGcpn+L0rktT+GliNLucKXmIz5n8Vb0lSa996nPXlXT/AHa0OW1D4geH/HGnTvAk3lRYR1ePblz/ALNeB/Eb4d2DQPe5TzXZvmT5VRa9dv8AwDb+CdFvLuKSRUeNnfno/wDer5c8Ya54g1i8eSI3L6NbFcLj5X96zxXvUHDkueFUd3eejI9O8HxW8iuI97Kf4qp6ssC3jfIFVOvtW7otvq9vpE9xPbyKhHnDd97Fcn4kW8mhdxCd8lfl+LwU6bd9mbQt0KVzqSLI2w8dttVHuhJE287nP96stNNvIXQy5qwtu8b+Y+WRT/FXhulTjKxpZsuC6u9yJGDit7R9cGn2s6XMZZnwwK/yrOXVoLeFcAMzUTzCaNpONtZTq8k/cQ0rfEdloPxQl0PRJbaCIea5LBmG5c+rVueCbGTx5dyo95JuZN7xodrNXjrtuhby619B169028tbyykkt54SP3inate/QzCd17TZDcFJn0nb/AG9uLRXtJ28qUbtua4vxt8N7/wykZny6Ifu17T8M/jPG/hq2GpACVUx5q8q30qh488bad4os54kIaU/KI8fMazxOLoVppwVjrdBQp80WfM+t65Z3z29uAVdflfcK94+FXw7juEtdTJ2b49qr/s14hqHw9vLPW2vLkbLUvwzdjXpOi/EyXw7LBZJLtg8vb8p+b6149Z63eplTSnud1rHi6fwjrXlRmPbjKLIdu6otb+M0V1BiWAIfuu+/wD9BryLxD4qTxZrqW8Evmyv/e+9WH4q1K8hvLezEHmsQq7V71wKg6kW9jog+XQ9xvvF27RWktyWZhuFQeEfi5faXbiyuPnRicNnua57wNp9zNYJFfxSIgP3cfpVjVfB8moaqiWACxKdx8v5sV5kMFGCffuS5yTumcH+1x4H1DxxoK65pZMtxHGEngX+JP71fBfiea4upmDBg0fyeUw27Mf7NfsZ4S+HsUlkhuTv427WrzD4w/sbeC/FsM98lp/Zt+6n97Z/LlvVl6Gvt8jzeFKkqOJ6bM2TqJc3Q/JOaN2dgRUH2ctyBX3XP+wHZrK2/wASuqnojW43bf8Avqs+z/ZL0PQ9bginjuL+JnVf3vyq3NfXvO8FHaY/bHyP4S+HOueNtSisNG0y51G6kO1EgjZv5V92fA//AIJk3Aht9X8f3yxn740e2O4/R3/oK+z/AIdfCvwx8PfD9qmiaXa2OyMZkijCs31brXpNhOk0IIO4VzwzOOMn7KOiaN1SnNe+z4+8c6NefBCwttJ0y2ih0HBRFih+4v8AWvJ20fR/HGqpb39hbXSued8a190/FDw9p2v+HrqG6jRzsON1fC15CfB/jZZU3Nb2024qv8Qr5XEOcKrhSndrzOSVFwdmdlqn7APhTxJpbT24vNEuGG8PBJvRv+AGvB/F37FvifRdVe08OeIIb3Z8wjnLQuv/AKEK+/vBPxp0nxZou3To2lnhVVkjYfd4rzI641v8YIHlQvA7/vPL+Za9SlVx1OjDEc/uPo/6uS2qbtBnw5rfwp+MHw/hV9Q0K5nt1+bzI9sy/pXMw/ES4sZvs+r6O8TL13IyndX6v/Emztdc0NEig3ORuVsdDXmeg+A9D1Swe31fTrO83Hn7TAsqn/Z5rV8QKh8cPmjXnqR31Pz+tvGHh/VDjz3t2/6aDpVp7e2vFzFcxT56Kpr2n9qL4G+CvD9z9v0zQ49NV0XH2Msi7vXbXxtqK21ndN9nu7mLYfWvpcNjliYqcGd0Iymr2PVpdJnV2H3eKZNY/wB8beK8vh8Tanau32fU22sf4hXVpeeLY7CK82Q3Vq4VgylW3V1PEJfEV7ORrPYvI6kIOPlHvQNPLcY2sw5rJh8caup2S6dHK6n+EipE+IUkZ/f6Wfl91qliEL2di/HYnLjB+UfxU1lk8ltmFUGqcnxKs92Tp5T13PVS8+Klkr/u7SKL0XfuqnWuOxoC13ckfeHG75alh0eSRFITb/F838XvXFXnxWe4kJDhfRVSsi58fXNw2fMkbb13P/DT9o+wuW56iY7SxdXuLlN/937xWqk/iiC1dhbRB0HzF3P/ALLXln9vSyHmU7f9mrMeoGPb8+5fvVlKUzohTX2jvo9Yl1CVy77VPzbc7a19LYrJsOFX71cPp+oCaSKMHr81dvprJuRMhWrzat+p6VOEEtDq7NSzqY+/3q6G0sRNHn+OsPTV5/3a6jTZNsTAgK2eFb+KuJo6ol/TVkhKbx8rfxVocLLvTG7G3bSQx+ZDjjeOi1YdQu0lCrNWbRQ6PDIrnrnlaleNNjEDjtU0Nqsitj5dtQiT96IyPlrE09CrMvmBc/fqlf2paPJG5a6F4415+8Kgnsw3QYXHNVzMXJzHnepQvsYSJvQdG9q4/W7H5Gnj+bna0fpXsmoabFNFs2fWvPta08W87xlDsxt+UV3UpannVoWPNLO8EN4heQR/v0+9+KtXNPcSaebyLzN1ruMR3H7wLVveJtNNvM7j7nWuavoxeW8oH3dmVVfavZgkeXJGzpupNNpM8SDe7zL93sqD5hVe+uhHZ24jQ7EL71qLwTqEdneWvn4eBvmkb23bWq7q2m/Z5JyEdoEkZAy+7ZraxiQ2Fv5KwTo4aJ3Cjd/Dhq6gTT6TeLbj73nb96913/8A2Vc+lru09IEj+besqf8AfXzVuabJJa6Yy3oLNaSbQzD5sf3akk1p7dI4r0faWfzz8i/7Xzf0zTfDdjLpNzPJB8u5N4Zv4xWHqV1K0q3Nu5ZPPEska9mIrqkt5b7RUgzuVAMSfxISp2invoQdQqx3GqRBMI8tucKvulX/AAfdCxuH0+5fZFMHZGx0P8X/AH1XA6J4iltdgvIpPkTYP7y/8Cr017iPUrNgUT7VbQebDIvy7h/jVJdyXc5g6OPsk8ED7dj7d7H5d38JVq6fwq06yLBc70Z02fN7d6y100NaXEWNsV2Nwb+7Uvhu61HSbiCC8ilZt+0K3dCuPlatraXIO2vdD/sHwytvG8c0t1I9x8vcfKv/ALNXC+J7P+z5ZUyVZ4+V/wBk8V3VzeGztxLexyJFDHs2t/CD91hXmus3Ul9JeTvIHihOyHYd3yHmtOlzBauxNpWjyQ6rpIBLcDYy/dwF+9XptrZxal480bB3xWcb/e/vbqi8MaXBpdloxdBLcPb7kR/U11HgvSU1bXP7QBVPs0YZ1X6ms5zVKnKYNneXfhOLWCkjnZ5CbRuPy8tXmviaGPR/EDxRofIX5d7fxGvd9H8My3Wn3N6SyII3fdn5UAHWvn7XdQ+2TNgH/WFjK53bq/LcdWlWU6rOBrVGH4hmS6iVIwd4fcWarPhSGaS5iGfl7rS2GlyahfogQy7j91e9dHpWm/2fqzR4H7rr/stXjpctGzFd81zeu1dY7cfdbfxXZeDNP1NtTnuIIpZEJH7xvu1h6bm81W0jEe/cdo3Cvq7wT4VtbfSIP3W1sc7hW+XxdaPs1uddKDqS0PIV8Py3V40lw5V8birfLtWrXhP4f27faLlzuVtzbv4f++q6n4j+FpUvt0RdYLgbXVWxk1V8N3D2rRWBXdhCxb0rpxGGlQ92xUaac+WZ8D6ds16+bzDtRfm2/wB6rVxGlmjhPlSqkNrHDAJFPz/xVWvb51i8sd64m7v3Tli0buhzRxhy5Dsei1654SbQNWs4EneKKWOPiKX+M7vm/wDHa8AsNS/s+dHcb6vjxFcRyp5RKqvT8a97L8QsJU55A0po+q9C+HfhvXtVnnSSJ7e3xt8v+LjpXOeJPgfqfiDUpU0iUKnJfYTsQV5t4J1zWbqa3tNOkube4kO13Q/IV/2q9y8K/HSTwTp91batpcl47jYtzENm/tzX3+GzGhWj+8RyOmm9NDR/Zf8Ah5d6NqWsWeqzSNLbOuyPecY9a+jtT8O2d9biKT5tvKq3rXyZpfxxvPDniS41KK0jMEkRG3PzL7bu9WbD44+JfHX2zVY7r7GtlIES2turf73tXa69JztTZ1UZwpU7SV2e+N8OINImS6tZWifdvdgfvVJf+OZ9Fj2greSw/wCsiU/M3+7XEeA/jBc+MtHnjvLi3W8R2hG35c+9dBoGiwah4m8y4k3IRtjXPXFPlVXW+xopKFvY9S1F8ftChuI7bUYbuwuHO1VePOa6KL4n+GrtB/xM7ePc2wiV9hH51R1n4Uadq2r21+yANAd6rjvXlnxH+Ful3SXEgj3Mu5hufbtrpVKnNXgyp1sTS+NaHovjfxNoOpeFrrFxb3EYBQqsowteOar4o8FTaJBbWksUrRbVeJMLn+8249a+btR8H6zJrNxbWZuPsrP91Xbaazdf8F6n4beKS7d0kxv+U7dteNXx9aj7iRzuUKj5mj6ck8RaDr1nb6faXAZGbZu2beB/DXK+LtH0axv7eOMRqrybSu/2rxfwi1zqUvlm8kRlfjnaw96p+M7iWG9U/a5HOd26R23V8VjJ1Kic29xqS7HpfxC8C21npq3MT7GYZH+0teUXMwaHywPlroNP1zWPEGjtFcXZe1h+Ubq5rUmG7YmV5r5aFT21R0+q3G0t0Z81xHG6pIQq9m963NEtf7QKRF9sTdWrE1WOCaNR/EtMs9al03ZGE3MK9SrRTp6IFFHW6lpcem2yoCF3dV70zT5I47Rhs+auf1HxELyVeCvruq5Z3nmWi+X83rXkTjKETZSVzfsfGE+iy7ILh1iI27V+6Krt44vY9biuI3Lqh3FW/irn49LuL6Zeqqa9K8DfCs6tuknEjJjcW/2aar0lo1ctT6I2ta+IUviDS1RLNYGI3/Md3NYOkSR+dPJcGNCsfyM38Tf7VaOt6D/Yt0ttGhZGFPv/AAzK1tBH5TGWX5duPvVEeZPREJpTOCF1c2Piz+07IhvLLKP7pHRq37bxNI2pxXs8G91O4JGK7J/hfc2NlAkkZjncbjt+Zqr+H/C9tock89/hWzx5/Zaxxtd06d7FxlK9ke4eEvHHhy+8K2/mFIrgj95E339/92ul8FfYmMqMiIud4b/arwO3ht11Fp7BBLFnd8v3ttemeGvEBXeZB5CYVenzV5c8ROMF2N4yTke52qRND8mNvtXlnxI8T39neLbW/wA6ZyUX+Kum8MeJFvLbZH91TVq60SykZ57nYznpuq6ValUSvudVRynBKB5dLq39oJFJHbydNpiYfdrZ0fRYNQm+0yWyMw/heu90XwZBLG0zADd7VLPHZaAHZtqkelbYyhUjSVXoyI03f3jOh8Tw2cP2SVSoXpu+7XbeHj5lqpGdp6V554o0n/hIrDzLf5OjKy/er0HwhFJDpMCzf6wLXXw4pV8Z70tDqi3zHnPx8vrzR9Fa4gJ8gD959K+QNS1D+2FlMg3u7/dr7M/aKt5rrwFdRwruzyzY6CvjGzt/JvFkkjKxfdNe9mFCGFxTqQPLq1HGs0dl8Ffh3d3mvb4r6WzgPXYfmk9q+qfDfwt0nT5BceVvuOpkY5NfPfgPVJNHD3FtKqoPlO44b/gNev8Ahn4sJDp+ydJWdflX+JjXlyxt6qqVJe52Oml7H4mj1GbR7byWQoNteRePPDv9ixXF/bym3t4gzuq/drtNO8VXOqSqPIZUPzbqx/idGlx4SvGnkKJ/d/ve1VSq4fF4iFOGibNp2qL3Efn18SfF2t+PteuHlMiaMj+VBA3/AC0I+89fPHxX8Ppot+v2S3KfJ++4+XdX2NqPhu2utf8ANICrGP3aL90V578Q/CdreWE8cMaSzoS5R/myxr9TVKGGhHlR0QUrWPjWG8+T5/vg/wANezfCC+fWPCur2D7ttswlTd6GuV1vwXNbzf8AHtHBztbiu6+FGjjSdB1y5P8AGiIGb5ea5cZUpypabnbTT6nH3m+3v51BP3z8tU75Xm5XuPu1sX6iS9cn1pfsaKjHNYQktGbuFzirnT5GDAp8tZFzpL7G4+au9vLMqF71i3kL4bPau+lWZxyjynB3OmvGvR91VJLeWNsEGu0s7yDz/LuEDK3T5eldBF4Zs76LIT5v71dTrqD94lUm9YnmMG+MYOa1LCYq/P3a7K48I28ZOAfmqNfDaRrwmWqfb02Uqc1uZtn5ccilD8v92ul0rUDGu7O1/wC9WSujvG2cH5f4VFXLJTG+TG/y/wB4VhPllqbwdj07wrrgvFUSffHVfWu8s7iKRlzhm+8jV5Bp91HhXCbZfvBl+XFdhomvJu2S5ib+92NebP4jvhM9V0qbd8jjcr9Fx81XLqGORly7Ltrn9B1QLtAk81O26uvhvI7hFz/F03D7tQmjW9ynb7VbGSzfep8cfmD+7VfUFKzLJGDt+71qeO4LcZ4rNopF23jRk2cbT8xpnlnDCok/dkkEbaliUtIrfw1BoRuqbGOK5TXLXzN5fHP8K12nlhg3G1c/erD1+zDJtQ/8CrppfEc9WKaPA/E9uIZH5+UlmFcQPLWZn4VVcKV+vDV6l4v00SKhxu+dv++a8v1vSXhkZ4z8pLV7VPY8OotSDRLEL9qicbXhLL/wHPzV21mvneH3uDIZ3SRN8bf39uM/+O154uoFZkuH+V3O2b/arptN1LbBLbvvZyW2f3sfw1rscrOgS3T7Ta2wlEW8O25f4gTyre1XdS8y40y/8/Hm+Z93HowWsfTbj7Vc2sjpulCKvzf725q6LTITJK8EkWxd5+Rvmbr96hEmXJZppdpayygq0sjMV/u/e/8Aia3dKuDGHKBGi8tXCt6g9P8Avmsfxi0kOqywHCwAbEf1x/F+dWdA3f2f56kvtwrr6YrRhY1dTjtlu2FttWUuUEf959u5V/75re8OzedCJUJX93tKuPuv/d/8drKutB/tC+tXjkKy3DxMn+zIIm2/qq1s+GJPtT3X2tJLd7kcbR/H/F+tJztuUqbaNzTtUjjSJLi3K2+dp2jcoat/WV/s23We3+eIgOOPlx6VvWHhuC60pp/KDfuwsiqPusO/1plnpMtuWSfFxpMw2naPmj42/NW9OSkRWpOKuked+K9Wlj05psn549vlSH/eZa5K2aOO10vyyN1zIjSbv96uy8b/AGSO3a0wf3B2J71zWk6X9sa3t94H2cq4b0HX5q3e9jjjqegT6sdW8XWUEWUigh+XaOx+WvT9E0uTQdEld0KymRWdlPYfw1w/w20WLUtbS5cFF8uLzGcdcE1674ujj1LT3traXyoASx2/edv4fwrws5xdPCYZ8/Uyq6bHY6h48stN+HEscUTzzumzao2og9W9TXzj5ZmZ5P4id1a9rqF7JaS2E94zwJ0jqewtYrd28wDbX5nOtCcLI560uaaaLHgyS2s7pJLkDbn7y1PdzJNq9xJDEVid91X9F0dNeuIorfG1DuPliuuu/A8ccLAEpLs3BcelNvnhyolp20Ov+FvhmC8eC5nQFh821q970vVEjuEgA+Ur2r5c+Gvjqe11NbIJ5rK+zdn5a9z8RC803w211A5ikQbty/e5rhwVStgq90tj0qUlGHMjr/GtlHf6NN/fVNwryvwffJJrjyXYG4gINv3Vrd8M+KrjXtPWCQj5BsPPzPViw8Ayf2lFKg2oMsdtepDFVM7xvsaasuoVt1Ugfm75zsjclcfw1XeOW+mWCCN3lPRabM204Xsa9k+DPhG3vL3+1Hj3oiV5zqwormkealzv3TyD/hG7yO5ZLiMo4O3bW8vg+4jgindQqKN4VvvMK9J8TWdouqznywiglg396mW1rqOreVbxbPKQYLbP4TXTTrc8jVQSNLw9rVhptvFJbRnd8v3PvK1e46V8NYPiBbReeG2tCHO773+7XmuneEbbwvDBLcRi4dTvNe4+HfitpNnoqXMaMrIFTaictXtZbToxxEa1SbsvuN3S54WmeT/Fr4AtoemqNLSV536c15FbfA3xbZ209xAZomcfP5RO1v8AZ9zX2OfiDp/i3WYkt4JXWIbm82P5QK6nws2mzWDiTyQyOe+2v0eOKy/FappvyOD6rKUvcdkfDPhWzk8N2D2d5cm1v3udsiyFlwnqtetnxNquiwW93Yzi4+xuPLVSzO6/7VbPxv8AB+hzaxYXYSP55FYzqRtC7ulXfGfizwR4V0SJI7+2+dPkWL5pS3+7WlOdDDtx51b11MLVE7djmPFf7aepWdvLa22hLb3SjaZZX6GvKn/aMe+W4l1BJpLy4j2u2fkDf7K1zvivSZfFGopJZxOqzH5FYfMV9WrA8T+AZPDtrE92+3cN7LjpXy+JxeJo1W4P3TV1Zz+I9J0D46aJapFcvA63WF3xsOuK4/xx8SIPG2qZT/RYF/hY7vxrzW4a3VGAPzZ+9VC3UfaWIO1SK8Otjp1Kim9zeHKlaR6h4pk07RbC3k0+4iWUxjy5I35c/wAVecaxqk8kTXDuXesm6Z43IB+VqvwR/aI0Rx8tRiK/tGnYz5UnoXfDvja7htPsyR/fPO6t6DfdTL5v3G/jrnLny7dkFunzVsWF8ZrNiSB/s15NSlThedNWuVc1dZs7SOyV4CGfFcRqt1JDeI6j5W+U7as3usHc8SfMw96p20Lzcy+u6to3hD3ikaOnRpfXKeYdiV6TpOm2FjZqMruxurzS0jjWbqVrcstWXztmT+debWk6miJSSPTfDdnaX0zE/Kq17PocMU00CWxEW0qr7TxtxXjPwr8O6j4sv57fT4nfYN7/AN3FetaJ4Z1fQ7yW0vYPK+Q+W3uK82rSnTvPoVB2IfHklppt5Fcuhn2OrybR0Fbmi6lZ608Wo2kSvbxE43/K2f7q15545j1O+b5xuUrt8z/ZFJ4R8Xano+lNYRWcUtuh3pK33k/vUlWqQ3LjZntlrdJrEUsstv8AZ2QcMnzM1eUfFC+tbzSp/KV4rgDb838TVPY/FaVfNsg8jHHKxIq5rDv40uhPPI43yncUc7tteVi8WpyS7M6EtSL4Nw3EaebqA81M/dx8or1u51Kw81UTB3n738NeIXmvDRYEiQFl/hXO1a6638RQXnh5JI5RFK3Xb/DWFeM67U2rDuoHsljqkGm2KyRuu3H3lqp4t8USNpqlJdrNjDV5Vc+PDNpcVvJPvlwtao1AX2kLPKdqryd/y1z0cNNmkq1/cieseCPFHiK+sliHkuoH+tcdKveIYbiZI/tL7nY87a4/4c69PDItrEiyq/zJuNem32gvrUO15NvGflr0KVHE10qW6N73p73OWj8QDTfs9mhDSv8ALtavRdFS5njQs+xMcivCvEngnxDpmuG6sIjKqfxV6Z4S8S6l/Y8S38ccV4B8/wA1fSYHD1MBU56y9zyFSnc7LxNpsOp6PPbygOGUivlfVfhXPfa49tGGS3d/vf3a921/x7BpNr5csu+c9FWuR/4ShLp/MAKTr833fvVzZtmrxNXloq2hjWhTqSUhtj8IrXSLCLy8OV5ZXFdRpOj6bbyJEVTev8OKf4X8Stq0kkcy7AuAu48mtp47aG5VzgM1eNSwzrJc71RpaMNYbGokNtbwcALgV438avEyLCmng7U++612vj7XJdJ0zMDDe3TdXzx421S5vJGknJeUpt3V9hkuF9pjlNwVofmd1KpGo+Q801bXo7O5eQkJt/i/u1x+v6hbXkUs74bNaniG13PP5vzq3RawksYJmYOdzHov8Nfo1ZSqdTsVkjzvVbEalN5Vpb7mPWT71S6rs8M6ImljG9w0szf3ia9estBtrO1aQRhdiM27H3sfw18++MNUfUNYupN+5TJXm1aPLpe5vR99nPovnXPArcgtd0eSBxVfS9PeaRCoPNdQNPWOPGN1Q/5ToaOQubXcrcba5vVYz5bfLXb3sLxq4Kda5W+s5GZ94+WtaTsznqx5lc4W9t9qs/3WrV8K+JPLm+zyncw6VFqVmN7A521zdyv9n3KTxfwnmvTa9orHKpcjPWlmDLnPy0qx+Y3H3axtH1aO8sInjYNgcr/drVtb6NmXeny/3lrz3BxOtTRoR2vmBQAOKsW+nx9MFueaS0kgkPEoVv8AarZtLUsF2ndUNs0uirFp4jHyHd+FEUzq7EKFarcyyQ7sjcorPnuo2fhArZqSjqtC1w2qqkqbvXbXf6TrEckIbOxe26vHLe6Kyq4P/Aa6mw1R9io77vRawkbQPR/tkUwYJcqzVLFJEyNyd2PzrlLSYMiEMq+vHzVoNceZsAb5VrLmZcfeZuRzHayZHPSnWlxLDwfm9aoQXC/LjDN9a1o+u8feP8NI6bFuGQsrZG4CqWpqGt5e3HNX4fl3Z7/w1Q1iQeS0Y+VSK6KfxHNWWh5J4iuA12+AVwNu2vN9akTzJMpuiB5r0PxJJGtw7g/N82a88T/iaRX8YjJbG/d/dx/er3qaPBqI5+TR545pZBFvg+/8w7HbtNaksMizQEArL5aqPl281P4cmnm8+0dz88C4Vj1+ddord1KGP+yLiRMtJC5iRvvb88f/ABVbs5mjM0m6NxewDaGWWPb/AMCFdVeal/xMLydE3fZrPbuU/wDLUsBXG+GpNs1vv+fE+0K38Q210arJcR3snkCJbmZU+UfKV+9ms3NRBRM7xpdXMllZSEbm/wCWjein7tP8NXk9vLeRxHbKEDbW74/hroLyEzQyyyxCWylcQurDoAKuXfhu00+2W/z8lyNm1e3HWodVWOmFFs62GaOaK32oFljCf99da39ShdoVubSNRFJ+9O0dH/iriLG+Nvc2vmHzZGjRS36V6v4Us1vrC6342Y3Ba4Kk7VOVno0qN4JmdZfEp9HmEUq7EePc/Py7wv8A7NXW+DvFFt4k0vUUgx5ux/u98fw14n4/t5bWZ40yqg11HwPmNvdsn3q5ZYl0qsLdz1ZZep4SczlPG3iz7Q96iOuxAmxsdPmxUvwtjOoLd3lxjdyvzdzj5azte8KvdXOopEgd7i4l799pK1P4Svp9NvdJtMfeKNKv+z/FX1bfM+Y+DS+ye+eDIY18PLIg/esmwt/cIrIv4/ECs/kTl0Z+a6DTbeXT/BUM8aFfOkMpb/Zz8tdh4E03+3LZMxBcH/vqvzjiLMownyyV0jC952R5jLpt3Z2CTBA7S/MWqCfVjDCwkQJ/tV6J440ldLuIo441bYrgIn/s1eUvpt5rEsokjPJ/hFeBCrSrx9pTMKnxaHtnwektFtXnHls33uu1qw/FfijV2v7oRTtBE7sp2d81F4H8I6n4fjSQ/NE67dn8Va/iXw7c3CKUt3SLHMrf3qihabndiqOSikc/4H1IaP4gt53xtU8s1fUvibxbp2ofD+9lE6KvkcLu5r5Nfw7d2sz+Zl2XpUsuuXccP2RZSyEKu3O7bitJKpBpwZcKvLTcGtz0bwN8RrTw/c5uQWz0719K+DvGmmeIrZHs5hISOa+SdJ0m21KzbJy+ONo+7XongC4n0XUoAN6p907f4qzw+Llg6jrQWprRruFoS2Pim9sStwqD71d/4M8SXngtGtnH+hzbc81jDw7cNMlxHHux89d1ofgs6pPZ24HzPh5Fb1NctakqlNPdHLDRlqaYeJL5xAm+LH+txtxXSJNPo5RoAPnCoVYfLxXpS/COLQdMi8oBJcBi2Kxv+EHubjVFQ/Kqvu2t6f3q5aK5Z2ex1pM1fDej/wDCQWaXN2PnI/1bVLfw2Gmrb26RhYkOwrirmq+KtP0N7VLZhvT5Hizj5auah4i0S60ljG8fnsd21vvBq3qVVH93fRnRbQxLn4jWfhV4ri3RVZvkK4+9XG6x8TrbVoDJHcpa3k0214s7W21S17w7f+IrW9vYIvKg8zaFx1b/AGa801PwDd7HklLI6Hj+9XdlLqYSemtzkqy59EU/GerarY3EU8l3cPErsyIz/KP92vPbnUrz7al7IN7Id4V++K9HtNNM1zcPqmUlhjCosr7l/wCA1zmvWcEgleJBsXpu+81e/UdG/Pze+crbia3hD4rRWd4stwiRJCG8veNzfSue8efEi58XXDR/ctU6L61y4sZJJG2AstWptLGxufmUcVx1cXN6NmfM3ojGmkK7QlVpmeNuB8tWrmEwydfu1JZ7LiFhsO7NcympFJ33Kttb/anz97/ZrUeMW6/uyFYDG2n2WmyKrSAbVH96oLaOWSZvMHy521LqO/ulKy0HWyj78masC3EgYoflrWGmwLpjOSFkb+GsOzkMZdCflzUc11oVa24Lovkv9ofHI43VbaxRUTJ6j71V9W1KW4iWJMbR/EtYxmkZ1HmHj3rGKrVOo00X71fLfCGrVhJDaws8n3v71QWmj3GoHJJbdUr6LLGzRney9635YWtci+p9OfsW+N9NstQ8Qw3brE3lxMjP35Ir0z4mfFzSdstzZPHJ5BKjn7zV8Q6VNcaC7PaSyROw2loztrasY9S1aFpCWZGP8R+9XBifbT/d39w39quTkR6zN8ShqGlNvt+AGUKp+bBrnrbx4lrYTxpb/OowkjP2rJu9FfR9E82SQM2PnX0rhDcTySt83y/3awjRSVmZ8z3NGXxhLb6q0rylUz/Ca6W48ZQLFbzpKXXPO41wVz4bnvnTJKBvmLVFrOny6eixxl3+Za9BZdRqJTN6cW1dnoWq61PqFwpig/dN/E1T6ZJcwwMh3bT0WqfhJbzUrWCNLR3lx95Vr0TTfDNypQy2zbv7uK82pNwXsbbBOXY5vwvbyrrUU96SsAfn6V7zr9np0mkwPBL5qHa52Dau3+7XM6P8P7jxBCwSAow/h+9+NV9e8P694baKKfzJ7NTtC/w1ye09/liQ1ZcxtaPqUGn+IbP7PP8AMh+77elfQkN3ewWAlQBgY93y18jX0M+k6xYXk4aBFcMfpX1P4O1xfEFhbmJt8RT5s9PpVU6rhPljodWHZ3ejyR6hZK7qN7AZFY3iLwoNR3vHIU4+6vFb9jZrbW+IxSNIY0YN0r9CfK8JCGIWttz0vZ3Vj5c+JDDw7rMX2k/dP8R7VvWvjDQtUhgjs543lwG+X5VSn/tCaTZPaieRV8xlPzV5j8NvCssLfa3O2LG4LL92vgMRgIVXz03Y82zvy2PcNB1zS/7QSJZQr/7IrvVgiuEinB3Ko3da+cLzWItL1Ji53tn/AJZOtel+HviPH/Z0dvgNKfl/+tWNKksE+aeprG/wsn8b293q0csoQJb26Fi3rXgnie4+Zif++a+hfGOoXa+Fbp/s/lJINu6vmTxdeCOJyGO7tX3WU1v3bnbVnpYKjzXZ534k1AKHQH5q5qz1BLe5SORw2Pm20zxPqR+0ucjk1ylp9o1DW7e2tE33Ej7R/wCzNXtzqTnpE9qNJQies+M9ai0vwjPLAf3s42L/AOzV88x2P2qdzIPvGvSfH94Wmt9Mjfelom0svc/xNWJaaWkmzja30pLn2Kp0+REOnaX5MShB81aDxrHH/tVom1MaZrMnyxY/w1TJtcwtTjMjZrnbyzaY9OldfND5m7jrWXc2Z3cfc/2aIsXIcBrWm+ZGwx8yj+GuIvNPdex/4FXrs1iN7Db83+1XNa3ofkv5gG5G616NKtbQ5alI89tpLjTT+6chu/8Adra07xZ5LqJ4SuP4lq++giQZA3VVl8PyMvyIW3H7rV180J7nLaaOls/FlhdKqO4Vl/vVvab4i0xUYeeFb61wNt4bn8xsQfNWtYeG7hrpFKBcfMVrKVOl3NlKfY7d/FGnsFjiMksv91RWNfySyXCn7Oyof4lrU0rwvHb3KySp8q5+X611D26QwqNidNo3VyScFsdapuxw1jJOrrvL11Gk3D4bMZb/AGqr3FukkzYIV/8AZre0iGSHbkfpXLNK50QizSsbg71GCvH8Vaz3UEKYcBmx/DUFmp83/a+70q5fWJuI1dERmUfw1hY1UTNTVnju1CfcNd7YTfaIopAewrlNK0GVpP3iBU7/AErq7SFbeHywPlXpzRY2ZfhkG9d+Fz8vy1Q8RL+5fYRuAqW2xMjCRPvN8lQ6tbj7NKchm+7WsHaRlUWh4f4nvPJkeTG1fM/76rnvD18I4NZIA/ex+SjN/eJrrvGGgtNOkcQfbnca5S38O3k1zFFGm6JD5z7f733Vr2qc1Y+eqqzIPDNulrqN7ekB/sp8qFWG7ccf5atm5WSTR7dIMJKpfPuTxn/0L/vqiHw3Jb/Z7GND9okPmurep9a61vBb6fYWtsj7nf5Xkb+GtHU6mKp8zPPfDnh24k1BZEIZYo3/ADr0GDw/LHZpByyxR/O2PvM/zV03g7wX5Nm0sdvt3vvLMPvKPu101zo5sdHVCm92fzXbH3mrzatb3z0KeGODuNLkj0hLc/ceQN5fo3Sp9U0+C6tvswdW8lNm1T/31W5LGI7O4mlI2RDf81eJ3esajZ38t7byFd7sxjb7tZQlJq6PV9ir2R3+n6PcMLckfL93p0wa9f8Ah+sSs0chK7ht614/4V8eLqVh5cqBJ+y+9dHo/jBLO5Uh9rZ/vVxVpyn7/VHXRpWurCfGCzez1ho9m1X6f7VT/CJvs9+wIKqcVs/FRRrnhvTtVjxvR9j/AI1S8BRx6bpd5eSnakUbPu/u+lE/fnC3U9puEMBO5594i8TJYzLZWjvLfx3c77m/hbPyiu08I+EX1hNJueN7x8ovufm/9BriPCOgvr2sz3lyDvaTfu+pr6c8L+F4/DujW9xIm944fut/DntX2T2bPyGrLkVw1bxElrZ2+lx2zRwJGFPPy1ueFvFkmk2Qjity2ejMNtcP4j8SW7SuQhfGMVasfGFtNaJaW5lW4LrncPuivyfMoQnUkpK6ONVLHQyak91fTyXJ77jxU9hqml29xEhOydpOWx8oFY1zZyXCweVuld/vsp71WvNBnj1K3LjbyMrXiSpqDSjoiYVXFnqmkNqOvXmyys4205H3eag+ZqtfE7XJdJ0WCC0spWy4aRnr0r4a32m2fh6NDsV1H8I/hqj48tbbWrGK3tkM8rOzBcfKtejg6lBvl3Z1VObl5rniU/jC0m0J2l8trgj7q1x+gMGvMzjamdx210Ot+D5LfXPs89oU3n0216fonwvtIdAaQRorsOGbvVvC1Ity11OdT9pscv4A0f7RcuM7Ub5tv+zXrUWkx6akXlRncTx7VxPhjwjqGh6rHJcBVid9vSvXHa3a3UHLYbbu/hrwq9OpQk3Ke52UqUZxuj4/8JSRTRwC7Cojuyhs16He+INL8Pu1xbCKeVNrBYz6V5B4M1a21iZbeWeJIgm4LI+3mqHirxBYaTqUsTuHVPl/dndXVRTs4diLO1z3WH45XOpRJG8TojfOrJtbp97dWzZfFDTNWuJSLiNJUQL8x25r5a8PX2qXV239l+ZPxwuNyt/s1V8R6L4o0u5S5nX7Pv8AnKJ95Vqvq/MuaJaraanvPjbSX1Cf+0ILktLncP7tcRD4sufD964vYw8D9f8AZP8Aerh4/iJqscHlfbJv7u1jWZqHirUNQZhI+9G/vj5qlU+bSaMnNXPqfwn8XNIk8M/Y59qTpnLY3fw/erkLfxdb3mt/aHKLajLFmHy/7NeOeHb77CJXf5v3e3rV2bXJ9Qs2EUW11+UbRXTyKjD3XuW5Kw/x9r0eqavKlk52FvmZf4zVCy0OXVNNbeSqINo/2qteFNJiad3vJI/N+8Ec43Vk3+vT2uoPbWRMSufuqdwzU80viXQ57KerLVn4bLIkcQ3MevtVbxF4XOjjg/Metauh69Fo9xKbyQJOBtDY3bTTvtE/iS9SVzJPEsm1mxt2iiL5n5GTp2WhjT/D24XR/tsgLMw3eWv8K1gWmlz6Oiz3ERSJxuTcOq19a+GfBsvijQ02RIsUQ2D/AG1FcTq3w5/4TbWX04EQWFuQjyonX2WtOey5nokX7F/EeIDVrRbNSHDK/wB9aypIZdUmzaHbEnVsfLXrnir4J2mm3K29nH0O0qx7f3qkufhnc6HpLG0RV3Iv3xuyax+tU6clFPcv2btqeM+Zc2snlSSHYv8Ad+7VW+kC3GyIbmeun1/w7eWcTy3Ax/tev+7XGpDO18ksQ3Mh4X1roUVKW5CL+pTQW9oqR/NKf4f4qp/8I/csEnI25+Y1au9JuFvEuJI9ir/yzzurpYtSE1uqPHtYD0+9W6/c/BqTN22Om8O+G410Brlz83+zWDFJHG0olz8rnFeifDnwqNe0yf8Aflc9Ilet1/2Z73VtNnvLedkQ7mRa8qniqTqOm3qU6bsp2PErua2jt1kyNw+V1os/iJbx2q6fFHH5sXyh1/hrU8W/C/V/CsciXMW5W+XcvavGLnR7zTdVaVFLbTur3aWFjXumyqaTR7Nea1LrFmgnKqqjnb3rhtQ1ILd+XER8pqexuLi4s8ONua5q4sbiG+d13NzXNRwqjN87HGMT3v8AZ68CyfFHxfb2t7L5Wmw/NMVP3v8AZWvtmD9nLwQ0UWdJibb/AHu9fAXwf+ImoeC79XtnEW87XZu3vX17pH7U9japo1k+by8nkSKRlPr3row9b6piZ/WYXh0sepChTcNUew2vwm8O6XGBaabBBs/urSy+CNLbcDaxN9RVnxF4yisNHM8TbiRxXO+C/GieJ7mePzArxHlVPb1rlzavl88RBUI35uppGNOD5LG1p3hO2005ghEa/wCzV248P2WqrsniSTafStSa8gt1UF1UtwOaS3gEZ8wd62hl9GjVXs9e5sowtyWPCPjn8NWm09JLKMlUO4qoqp8IbHxTJp0ES20dvaodollB3Af7te46pJDcfJKAVpI9TtNNg8tAEP8AdFeQpYWWLnzvRHI8LZ80XZGvpqvBaIsh3uBy1U7+SWSbYg/4FSWeprMoY1cjlWc5r6f67Rx9CFGEzt5LLQ8Y+NPgltWsFuCS3lbnK15A3jaCz0F7eONknUbH3ptWvrbWLOK9geORQ6sO9eKeKvhPp91czl4EVJDufnbXz2Lp06d4OVjzatNwbkj5mvfEHmO9w+Wy/wDDXcfCLxJHea3BJKB1CxpI3G6vTbv9nfSryw/doIm7eWagt/g2nhUreRbG8kcLivnZzpU5crmc0Y1E+Zo9N+JN1HJ4FuNmN29Pu18deObzc7oO/Wu+8T/Eq91TxZZ6Q8hisljdPKzu3Pj7zf8AfNeZePJDGzY+Zs191lsr04o+my+SnG55DrkjyT7ANzZ+Wuk0/TR4H0druWL/AInd0nCt/wAsUP8AVq6rwj4RSxt113UYg8zbmtIHH/j7f0rG163lvL2W4l+dn/ir7KnTUIX6s9G/tJ26I4hLN7q5MsmcsdxZq14bErtIw1XobfauAKvpZ/Jvx3+761FrHXIyby1MkaDlay7ix3Def++a6i4h8tefl2isS4m8wsg/hqWYtGLd2oUcGqJtxtqzrEzwjcPmrnX1YrLjNZNMFG6C5tdsjOVqKOxS6V0kG7j5adNeec3WrVpjdmkpA4XRyFxp5sbxh96JqtQ2McwyB81dBqtj9oRsAbqyIY3WVQvy7TzXTzMw9mNhtXVlH9K0oLWVW3p5at3plozQyNzu5+7WvG25M+WFz/31Ue0uawpkUS3GG/eBV/2RULrI0rB5DKy+9WvssjDCD61oWljGsXHzS1JukLpGmpIu8oNxrYtrXjIT5VqW0sx5ahfvVftf3LrG4281DZqolVbcRhdmdzGt2wtTuUkHd/47VZ4U85QMIxNaNuskcjAZ2/3qlovlLCSD5hx/u1KmJOBuT+H8aZKvmIwON/3htFMtbd13Eud2fu+jVD0E0aEOxs9sdalS1juoW5HJ/wC+qqozQ/IVO16sQMfN8sJsVF/ho2M2tDKvvCYkbzMb9zcr/dWpdN8L2lvDIsSDc/Xd7V0LMGDDd8tMhZI0wBWqqs4KlJMwbXwvbW8zy7E81n3bsVdm8OpNNETzjrV+GMSHp8patFMKqn/gNayqsinRVybTrOOG3SJECqg2irUmmia2ljxtZxwzfw0WfyspI+Wr8Mm6VgXrlUrHfZHhfieQ2r3ulyv86PtPutcDf6CGjfH3Wrb+J2uM3j/VCmFUSKPyFZcOrCZFHDV1Sbpm8Kbepzf9myabPxlf4htNaulTS3l8hP3vu/L/ABf71P1SRZm6DcflrrPh54VkvplldNy5qG1y3PUh7iuztdf/AHPw4it2zveRFCtWd4k8zR/h1iIfvblwp/3B/la1PEsJ1LWbLSoB8kHzP9aoeMZDqlzFo6OPs9sdryL2wvzbq1wVLnqpy6HnZvifY4PkjvJlfwHpLKtnKct55VkVR3r3vX/DOq2fhj7bcllSV952/Qbaq/B/4Wz+JArhPKtYIN0K4+82a9x8eQpb+Evs12hVETYEUdTtpY7NV9YWFpPR7n5niH7h8oXNnBcRZj9ctUVnY/Y7zI+996t6ZYrOeWLyxuduFXtWtoVjb6lfoBhV+6ZNtfA4irepKL7nMleFzW8EzfaLlDJEdkZViyitLxncC61W3SBBu3hdtdp4V8KwfK8Rx5j/AHWH3q4TxZZy2/iy62fN5UnDdKyp03JNyFJWSPRbjw3Lp/hX7bHKytt+7moPAnjSKO/RLs7ok96sadrFxq3hs2lw/wAqJsRV9a80vdHGl/aJPM246/WuNU4uScdGjoqPkkmtj3XxDcaJ4i1OylQx7e/96ulm8OpDbWU0QaVE/vGvnjwlcSyalax75NsILlmNe/QeKPtBsLKMqztGu9l/hr7TA49U1yVdSbQqe8tGZHjzXPsqW8G0rO77/m+VVWqVrqFxHDK+N2dv3u1TfFrT4vO06QvubO07j2qzYTQLoDJFvZ1G/ag3f+PV4ubUaNWqpQ0TLpud3c+EovhrcLF9onk2LnaPmrNu9LtrNGicnz1PLfezXoOpeILnXC9pbQBIlLMOOBXFalpMyvvf5lP8VeTzVJ++2YXseq/C7xh4Y8HwKbl42V0GPl3Mj/7VZPjb4nWviTUGjgtCbdvlD4+c1wNrZxQ20srkb2HFdRoGm6fqVtZQJIq3EzlTu+9/u1nFKn1NFUk1ZHD6pC8gkli6KT96otJuI7zZHLlWHymvTPGHg2Pw/pS5G53y/T7teX2kKRzM7n/gWK6tZpEdfeNO5uotNuVRCNjHn/ZrobLULOztl8x/vHd8vp61yp006huf+HtxUl1cfYUWKQbmb5Nu3rTqR57QubOVtC9rOtR3UzpEUZc/Jsqt4d8M3GpaqpIaNIvm356msqGF7W48yMBmHzBW716L4V1qwurCW0lCI+d21j3reCUE00Y7siOl2813K92UWdc/Lj9apab4mttFvZYpIGlRzwyml1HVrDT5pUEoZ9+1lYdaq6ZqWltqcVxcvH5Wdx/u1hVi+VxhsH2j6C8H/Hy20HQ00yKzMs7jZGqj5smtzwzb6prk90XRrCUgy7VHDf7vvXhPgbxRo9j8Qre7uUC2aAsGb7vPevoaf4xeFrOJUtr+BHx8nzhWZq8ydV0V7NQbudseZ/E9CGy+HdxHe3FzOXnimCsfNO5gR/tVrzaDBdWV0CI2SEjO7tXM33xwtm0p7eAbpFB+eN8157oXiDxDrmpXAgEn2d353fxKa86WDq1m62xqpU1oc18Sca1fy6fEgZYztDL8q1y3h34a3MdzK5If7P8AN8tej/FfwnPoNs1zp5kZ3+Y7h1rN8H+Lre48MrI88cF6m5Xjb+MV7MXVgocnws52otnC+IbN1uWxblok+U7KsWmhx3ln5sf3f9odK9aj8P6f4k8NtLBhnfPzRf3q4WPw3qkdpLZx252oWZHb71dbl7SHLDQ55QKOlagNFVUW5eD5/wCGvorSvjNb+HfBKRyBZXRBsbPUV88aV8J9c1B2e5LNFnaNv8VO8UaDeaDbNbSfcQbd1eb9UktUOM3DY2fib8WIPGhgS2tTF5r7pP7u6vN9Wjso4cSIPNI+7/FSxQnKSJh9p4VaoXt0kl+qmPaqnbXs4aU6OtxJ294j07TzcRv+72xL/ep1vY27faEkXa43MNortfDWk3OtXK2WlwC6dx91U3f8CqXXvhnqukzvG9u3mtnPy1jOtNy5opkJnh9zqk9rqTiBCn+1W/4DutQXxRp13FmWdJ1YK3etTW/AN7prNJJaSBj/AHhT/B8N3p+rQHyCu1/vYrvqVnOG3Q29s3pc+/ofM1T4c/apI1RjCXO07sEf3a+UdC8eaz4B8WXF/HJLKszNuX71fWfgvVLDUPBtlZeaqzNCML6+teE/ELwTDouuM8sXyS/N8orz/YU50l5F1KjUosxf+Gl72bxRBd6oTHAg+RVP3f8AgNfQ3w6/aH0LxdG8SStFIi5/ejG+vhr4gW9uuswIiHYHruvhdodzcOkllFI235vM+6tLEw+qUfb0p2ZpCvKLPrTVvHkU1yxt+h9614PEFtNDASgZnAyzHpXienNeW9z9nuAVZ/4q9o8G+EBe6dHc3BOW6D2r5nA4eriKzlT3e5r7Sc9jt9PhhkhRk6EVI8LQ5IzioLRU0xVj/hHStSO5inXGRnvX3eFw1GrDkTSmj0U9NTkdT1qSG8WJRu3Ul3oyazD84PIrpbjR4JH8zA3VE0CwJgdq8PE5TWp1HOs7mai5fFsec+ItSk8DWLSHMluqcc/drMsfiRYeJtHlSJtk7Jt2sP4q7PxB4dt9agZZxu9N3NeY23geXRdYuJI7f9w7cLivJnl9LGSU1o0edUqVKEuRbM8Z8c+H49F1pNTI2uJFf/x75q5bxbpp1TXrK0T7k8yru9i1erfEfRX1CVgR16K3avOfEccuhvpF7Km7yHRj74NfYYG1OXIjuyqpZuAnjG6jhbyo8IkabE9sVxckiXA2Pz/tV0fjC4Ri0iOHglJZH9Qa4U3nlvhj3r6mlUbR9dTiraGhDax72P3s/wANXooQobKDbVeG+i6kBafNq0EfHG3+9WzkUzn/ABVfJHEqRj5j/FXHo0/zZUqzV1Wp6haXU7Zx8lLZrZ3ETY+93pqUS4RscZe2c8kak/KprnNbsxDbM/Kv83zV7F/Y9s0e84Xb0Zq808eRxW8cpQ7UXdXcuWSMpb6HH6XePI2CfmrqbaMrs/i4rgtCuC1831r0SyUsq+1efVjyMpaosGMyJjYFrPk0nv8AxV0McI8unNaiRev/AAGs/eJsc5DY+WVcg/NV6O3MnGdu2tB7ULtZgdi/w4qVbeOTaUG1sU7lpDYYwu18fMBVyCNPOXgbW6035F257/LU4j8uaLYd38VFy7I0I4RtTB3qP0q0qhjyR/vVStm2nIxubqtXxIlu3HzJipRRYitz5yn8qubv3Lbz0/hqlDcecGAO1+ze1Sxssm0Mwapvcq5eRkZPMH3yOKliV1ADv/FWfBlfmBG7P6VY8x+9DZLZcMnTZ83+9U0M3z8k7aoRsN/XrVm3aONW53Z+U1C1OdsupIJNwUlWojkdU+ftUAYLtA+VVqVJBImSPlq0kZsspJu5+6tW4fuqT92qSKG2lB8tX1UNtFORtFFyGbauK53xP44tPCsMs88oV8fJF3Zq09Quv7Nsri52bmjRmC+p29K+XdZ/tnxdr0s9zuXe+7a3b2pUqXPqzWHvOxaWxn8VaxcXJf55nLlvrXT2/wAOblYt+/8A4FW74A8I/Z3i8wbWr0/U9NFvDFGB94V1OpdnXL92rI8Y0Xwa7agsco3rn+KvWtNs7fw3prOB8wGBT4tPj0+Le6Dc38WKiS1k1i4jDnbEG/irKTvsJNy96b0Mu0Y6TYX+t3GPPIZo9397tXIeCLHUvFmspbRfPcXc2+b/AHd3zUfFbxIL66g0iwkH2eE7XkU/Kx/ir2T9lPwbG091rc/3xG0Uat/D/tV21p/2dgp1urR8bmWKeIqvsj6b+HFzYeHNOSzdhHKVC49cVv8AjzSjr/he4WJTnG9a8V16Sex1l722nLJFhXf/AGf9mvYvDfjG1vPDsEe7zZ3TBH+NfjdbF8tZ1+c8aLjWg4PQ+SDYyahrE6bCjISv+1urq/CWkxaPevHLl2Vfu/dYmsrxPNLpfjnUvL+RWkLDaKfcySTWby73aeX5UbNe9hlUq1YStdPU8uLXL6HQ2niLVNL15oNPnfYgbLN822tm6hjt7Z7y6KPPKQ53H5q5vR9Lk0XSnvS7yNlWf+LNZeoeILvxBI4ddrcKiL6CvbxFOVKbbjaLEpqyubFx4s/0jy7R2RD/AHTWK8lzql55ALKrPuLMaf4W0c32qpHcjy1FdL4z0238L3zCJyuI0csvvXz1Wh7S8oG2tr9DpvC2hxaTNF5/35Y95Zvvba6WG8tLW8W4jkESoOFU/Ma8yuPFE99bXk9o5Z2hVBIw7Csqz1S51BFMjnf/ALJ6URjUUE2WpK9keo+PL5taWzd5d+zna1Q6R4ql09orNgjxd9p2rXJ6dDLMPMkcuijbtb5mLV1/hXQTfXKJcRL5eeVY9666lCdSCcthKTc9D570ZfJ3fuys+S27Hy7TWf8AEBo9PskxsZtm4bPWjW2v7GYyW0Uuxt3y1B4O8I3/AIy1K4GoFl2R5hjb+KvJpxl8b2IlJbRPOIrq4uG2ctuPC11ej+G9Rml8/mBofmDe9ep+IfhPZ+F7SweCIT3D4b/gWfu1jeNGuPDNjOnkLEzFS31rpjFVI+4NU3e7OP8AE+uareQLFe3skyKOFY1y4volki3j5e61Fd3095btI8m/5+fasZZi0rYHyrW9OyjYuS6nqumRwW+lLOmHQAfLnr/eNZut/Y77fLbkH+Ibq4vStUkuJ0tuVz8vzGvQ/DXhmLWtbs9MBKvL8vzfdrD2bhPmbI+JCeD9J03XpZfPCq2NpXNJ8QPCNlosqPbPs3BcMr1B438JnwzdKbeR1Y7lO01xt9dTzDE87uv+0a1hG0+e+gr+7a2pI+llpfMkkLAfxMd1Y9zbv9rWEAuueaZN4gexV4kBZT/47XQeCWtJL+Ce9+dHXcea3irPnRK952R1v/CHpdaSssRK7QF/SvPNY0/7GrncXZD617FrGoJJayxWD70yu1U+7z/erlLbwqt47yXB++/P91aIuLjzSLnGxm/De+k1zU7PT8v88ioVY19k2mg6d4ds7VHQIxRVLJXzr4J8G2eh+KrK9kISIP8A8BzXt+ueIE1L7PEHG6Ic+X93/ZrkxacrKGxvQTs2a1z4VHiDR5RLIW5Plyyf3a+e/G3gt/DttdCABVZmyrfer6JudUk03wk6J+93jcOfmVv9mvKrCaXVNQaPVVjVWf8Ai71jgpVndz2NZRRg/BzUv+EddDeELZudxZj3/wB2vWNe17SYbT7TbSxT7wfm2/LXG694Rt5InFsgTYGy0fevO5IdUjR7RCWiQspVf4a6alD7UGZNuGh7T4e+K2jx3Fq8uIG2NE6sO/rXmnxE8YWfi7xI1pZYljQbN0Y+8f71eaarrU+nySwZ28cbq57QNSnsdZ+2Pu2c5VfvU1SmqTSZh7TnfvHpulWun6L9oS7k8h3G0NIPutXnOvagl5q7yQMFUHaG+7ml1PUp9SvGKF/J/g8w10fhX4eyeIL6CKQ7Wb5n+lKjH2a95ms5LZH1R+xZ4Lhbwzf67cIGlmm8qFvRR979a941fw1pVzqKvLDEzL1VlFeG/DC/1P4YeGP7PtIhPAXZo938NdxoGtap4k1OG8uSiWxO0qlenWx1OGG9lCGt9zppyppJW1On1z4XaFrwQzWcfynd8ory3xZ8FtHsrxHtbcI56be1evS67FYXUVp5m6VlLCuN8aT51a2uZJCqquVX+HNfO4nE05vlg7SW5pXhT5eaKOEsLGXwjrFlJEwdh9xWrq9Y8Kv4mga7niKZHyeZ96uNvdeTxR4hgtg/+jx/MW9WrvpfFgsbOK3i+eX7pZj8tc1bFexi/ZnJTUZ6PY8P1L4CjUNbe4uE/dZ4rutDbR/AOneRiNtqf8BrstTuJbqyWWIIvrtryXxTpovLpg8hdU+Y7vvf98149d1MbRXtXZGyUKeyO+uY7TULRtRiwoYDHNbHhPxvPZRxw+bugc42t95K4HRFLac8aSb4lxhf4q3/AArpMmpX/lQSbos/O39K9XB0p4WinBm6bPYLXUBfwhi24dm9ahF6bIsQAFHVvWpodOFtbRRr91eKrahNb3DrZcb+9dVKEopzb1NZTfUr2fxAgkkljkbbKn8Naula4upQPITt5rxjxvpc+g6l9rjiluoWP3YjtY13PgzUpbrSlluovsvG7Yf4fqayr4jEKC3ZFLEPntI67eWn55FP1lU/s92UfOBVezulmf5fmH96jUrpY/lY9a4qNaphKM6m9zpbhOJ8v+K77Wr7xDdIYgsSEqEVPl21y/imOTUtEnSePY8R4Vv4a9r8caPIt/5lvbOzu/yNGdtcl4q8BXOm+EpNSnfc00mwr/d+WvbwE5zxEJXOXCNwro+c9KW7vvtGnGTdByw3fwVg6l4T1+3ucx2zXCZ4aLnNd54UtR/a1/vG3A+7+Nb1+ohj88/Kqdfmr9ApWVz6CpWnB2geJ3NvrFijvcRGJV/hY9K43xDr2sRwtJHIlvAf4s7mruvG2reZO8YO1yd1cH4j0eS+s1ym1G6c12JXF7afU4K51y9jfJ1CV5T71qaV8RNQ0vi7xMmdu5flaqCaOI7lSU/2atf2LHcff+VVrb2UJG1OrKB6NpfxEt9QtsJJ/wDWrkvHWtJcW+0Hr/DWIvht7d828jotWofDpZlM5eVvvVCiqbvc6nWujI8N27reJnP72vU7O38lIxiuZttL+zzQSY24KtXZQquxf4mxWFZ85pS2HjcsakkMtTpHuCufvf7NVUUqVQ/Mh61a8xI42G87a5kbbDdpj65ZanS3RTkD5mpsUhkXGf3fZqe2VfKHNWgZXnaJXUEfMOlWILhN+zHakkt/MfJ+8vtVOz81rlyfuD5aqwJ6Gi8wt7f5Pm+alS+MiNsB5qIQ7lwadIxhTzCCsY+Xd/DUO4cxpJMFVSBt3DdVqFgyLtFYu77U6g71X/0KtKBvL2h224qGtAuaok8srVd7otO4xtXtSJMV3FfmYVGquzLJgbic7aXQhl+Fgq5c7W/u1KlxGrcn5s1WWTd98DdUnl+YeOGrVJGLL8LeY+c/JV1NkaKQQy/yrPRXjTgjbV2NT3UbasqCuXLb2Hy1fRdxWqdvnZgfLV+2wrKMhvWofvHQY3jC+fT7ZSBuX7tcfYWcF1cbxGFZvauo8T3CXzvABu2NtrN0yxK9BzVWcVodNNaG/wCHbWOO+UEBttdDMqXl0wwNo6VlWFu8J3/xVftN7Tc/eoQON/iINWtftDLH/D3rkfHviqLwvpjWdo4a9lTnb/Atbni7xBH4ftndMPeMNqK33RXkT6be+ILqeSQF55D9771ehhqV5c89jw8djEo+ygcSqzsjT8/fX738VfVvw21KTR/A8SQyFGb5pFX+KvLLT4R6heLa702QKctuFe8fCzwrYWekz/2jdjdCh/dP8vFceb16FWhySZ8lUnpoZur+Jri+tnQ/N5m1W/u1oeDvFVxptysZB2MFXcprD1FRdN/ovzIjtsX1FXNJ0m5b9+Y9yqeNtfn+HwUK03GEdDzZVOR3N/x01neWNxqKY3jaq8/MWrj9N1SW6tmJIdo/uLjjdV3V9P8AOsJ/Myv8XX5VqHQPBd/Npym2O/cdv0r7upl9WtThGhGzRwe0SbudR4N8RWlwW0+7ljj8o7j9NtYlu3/E1uJUjPkFyybR0G6ufvfD974Z1vy7hCrOf++q9D03Rw2ltcOAqkfezXn5jVxUMN7CrDVF03CTU0c5qOqCz1L7RA/lKg3bm9arprD+INUMt3cF92Mq33eK53WrotqWwH5Qef8AarqtEhsvsLSSFFfG7rtxXznLzR1OpXZfgs0hs7qWMDZ0EjHbXKpdX8d/5cR2oD/CK7fTrWzvrB9ki7UGS27+Kqv9nxaX5Tyxui53GSqT5FyJXE73uadjfXtnpn2iSRH8n5xEyfKv+9Wzo/i4XVtGoiKT7/Nklzu3VzGsTGbSriRJT9l4wudu8+lcidcuYbdwoKqx521pL2lSnyQY+ezPeNH8I6VqSJJIirs+U7qx/GnhO0011OlnY4+YMny7a8pPxynhg8u2Ri+3a3FUbb4sazqk6BIWnlcr+6/havIhTqQWh2P2dj0pPC+r3VzYXl5cM4hfeUk+7XmXx8urzVtR+zoY0UncWjG3OK9n1LxB4kh8L292+nFZWH3fl24218s+MfF2q6hrUvmW8SIznC/eau2jGcLzaJk1a1zDvNBbR7dTJhldN3WqOg6b/bGoPAP4TztrT1zVp9Ws0O1UZBtdlNcrZ6pd6PefaLdyrd9pqNZoybSNTXLH+y7rEQO4dN38Nd78OrPWdQe21SzzLPHlR5neuCTUDqUH2iXLSv8AMWb5q9Q+GPjK58N6YsR08zwF/klUfdBqJOUd1cKa1L/iK8j1C3zf3MLXihv3THa27P8AdrzvxLYxR7hFs2KBhlPWvUdS8L2+tail3cRCCN/nG35q5Txv4VttJtUa3PyyJ/Eta+1pr3InRyXR4xfwvI7BAW2muz8DeEzcOr3Ej+QBu61S0vS/OM/G/ndXa+BbyL7fFpl5hIpG4Zv738IrSdV04NQOf2aTNHT5hDO0UThol67al8RTFbZBB8rH+6ateOvDMXgeP7TGfmcbpGU/L/wGuB0/xAdQvIgH/db+d1cLcmvaJ6FvszpXvr1dMXLncPm8z5qdoXxKnW5WOQng/ezXrMun6BqXhVRE8Xm+X91fvbq+bfE9rHperSmAlUJbFXRqKumCnKB9Pad4ii1LSYH8/p823Py7aJo7ZmeTylXZ8ybT8zV85aL4yv8ATYG2EtEete/fs7f2Z8QLmS2ubzbdAbvKc/MaqEZYeLn0N4S50ZWofEy302K4gHysw/i9a4M/EMW9w8gQyiQbTH617f8AGL9n+3juVuNNGzH+s9K8J8W+CZNLC29pEZZc7RtH8VdMaetkzJOpf3uhxHiDWn1bUGlKBF7L6Vmzas8KqgIq3rPhnVdFkR7y3eLf04+WtzR/hfeatpi3mCVI3DjoK7FHpMwiktWZGm33mAE4r1fwB4kCq8edkqlcMo+Y/wB2vJf+EdvIdSW3Ebdedteq/D+xt7PV7MSYZt4zuryMwvT+Ar3b6H0j8PfDOt6pYLJeXJVH+fy/9mvU9M0f+xdLddo2qv4iuS8O/EbTLO4eykligZQrKu7tWZ48+NOmQadcWtvI7u4xuTtXjUZSnFe2O9KnBcyE0XxlZ3XieW3lk2yxSbP71eha54cttcsgkjcHpXgfguO2s4F1y4PzSHed33tteoWfxCTUmSKP5F4ZGavn6raxDdODaKpVIezaqFyT4aabpFq0sY2ynjcvrXl2u/b7O+RHk3Jv2lm7V32s+NLtop4yGVE5Rv71eb+JNauNUsXneIf3i3+1XvRilo0c05Q3hsel+GbyOaxWLzNny/xGsPXfBovL9fLk2tnllNeR+HtU1K1uVnkuHRWP8XzYr1y+17+z7OC7FwJMoGDsfvVy0qNT2mvwmjnBwOf1axuPCdu6W8iO0m7Ct/DXQfB7UPspZZ8+azsdy964bxN4uuNYukUOrMDxtHy11WjTS6PHBNcvFEz7f3cY+avSqucotxVkiE+Vpnt+o6kF055Fyp2cba4DwxqCXmsOXkLS5PysdzGorjxR9jf55WaKZPlVv4a8k8V+JJLHxOj2U8sUcv31U43V42DxVetUlzdNjrr1E7M+iNT1bTrpkgleOTY+StGpXFvJp6paLGrSruXaa8L0Wz1PxBqEUqO6LjllPy4r3Xwdpa2dgomO5sfeYV3LF1KsnR6PqZU/3mw3QJJbVCJF+Y9K0riaGP8AfTEqf71S3qxRIXBGB0zXP67cbrbzPMCKP4WrzuZ0W4SdztiuSFmWI5ra6m8ySMYB4ZjXN/Ge+t/+Fe3QRx8siMFWpbNZbqz+0AiKD+7/AOzVwPxF1S3utHnsjMsrn+FT3ruwbxNHEU6j+BtE06sPaWPnrQdQEfieWPO3JH/oVdV4ttwsbhDtZf4f4a831aQ6brf7sfOX5autvNYkvtNSWUbPMPNfsELp+R7fs1OR4/rOmy/2w0hG5v71R6/Z+ZpkRL7d+5dq/wANei/2XFJM9zK42DpXJeJoRvVI8bUywrtdnrEXs+Q80/s/y5VfbtUfLVqKzhmkYvlf4hWhOu5WIxuPzVCkcfnrx82OFY1tFszeuxYttJ8wqQBtzWl/ZaKjYQdaZbXRjDJs2p2arEXyjLn71Z1Fqb0pWM+6sdvbbUtu21VzWhc4mTkVRMabf9pa5Jo7aciwq+Z0O1uzUo/dhg53bqZD8qYf8KP9ZxxtrA1TLSrGyLztp4Xa1IsPmRKB0WraRjYoP3s1QXJLNkmidDHucfxVHJCi7gPlzVtIdvCfezTZFHnKSPpRcsp20b/MSRuzx7Vc8vzE8t8be/8AdohjDS9Pl/2afND8uUpt6kMrzL8mUxuFPtpC0f7wbmanmERop/iY81IkIVN6feqAH2zPtYsPlqWG4E0mwAhRTlzsUgVB5kscsUUcfyk8tVWsSXXhRtp27k+tWUjRUX/2aoIlC7U+8P71WhD+8SMfNmggleM7VCfdq3CpjHI28fdp0VuGdeSuP7tWFXa2M7lqwSLMEZkhU1LPINN0+WUn7gLbmqW0tywUjNR+INNk1DS5YgSu4Fd1VFcz5TXn5TiNPuPtkm8n5n+Y10unKi8k1m2Hw11VYFuIpY2z0Vvlatux8N6pC6ieNEwv3s1bpTR2wrwcTSj2LtA+ZmrUSH7HG0h+/wBqbp9ilin7w+Y9V9bvBHDgf7o3VUFqcmIre5oefeLbV9Qv3L42rXqXwO+F8GpW093J87gKo/wrzOz0+417XVtIyWV5Apr7S+E/gQ6J4ZhjYbcnd9a87OcweDw/JD42fIVU5yZwWqfDu8tRKbeIvEhLba8r8USSWrxQJlJU3eYq19qLZIqBHIya8e+MnwwtY7CfWLWMJKoy+3vX59Rxlacmqx51bDSiudbHz1pGreTv3jcw/iavWvhReW2vTLZyoqt3Zq8YmxDeNH7btq10Om+IjpNs/lRDzfly1fRZXilhq6qJHntRlqeu/HPwnYaT4fWS2xHKrhfLWrnwl0WeTRkkufL8pQGRVTb+LNXh3iTxxrOvLbpqE5+xoVxEv3V/xr6D8Aa5Evha1ijnT95/e7Cv1LBZhSx1TmStY4FTtNtbGT8bdDs49OTUUjRJRjCr8zV5+l9qt9oKR28G2JByyp8zV6T8U9Ss9Q0OC0ssTvK+4v8A7IrD8EeMtD0+zazvD5E+OfMHymtcxw1LFSXtHoQk1OVmeBakszX7kxvtB2ncK0oWS4VQ/wDFhR/DXX+J49P+2vNGAiylmC/3hVGOHTlhgIkjVx8x3fer4CvhKdOp7OnsdUJNo09L8PzRtBKiboiFyqnrXUa1oL6tZtGkbtO/yjZ91KraJq0V4kVpAm1shFZf51774L8O6f8A2epMa7j8uM8muSlhbYiEamx1xj7RNI+fLr4d3Gi2kIu3kdWI+X+Hmte88D2kOhTkOrb02oqr826vafij4bWbRojEfmRwu2vO7+SW1s47aWMM2Nqrivu55XR0nRWhxO9NtTPlKw8Py/a4Ikg+/wBa6u3uIPA95a3jxj926ttYferQjkihuIPKcNKr7Ttq14s8My+JrN3EQZ06Mv3Vr8mi03yzR6yVjrPE/wC0Faat4TRLfSikuCu1j8pr5Q1jXpdQ1Z5cBWZ/kVa6/VNUl0W0l050X5DhJGHzKKwtO0N7y5S7RQyh922odT2aamZzk5symmljicyoNzfNtxWbe2pkj3gfeH3a9An0OC4TzHXYpzlfQ1z2saaihcEbR/dpQmkzJ6HFiaSxh8t9zRZ+7mvWvC/xA07/AIRJbKWJ0uo/m+UferznULeNo8dW+lS29jcWtmu8bGxXTKn7dIKdRpntOieOILzSFcAPLbP/AH/4a89+JHi6WZBHBKViJ/3q5XTLh4ZWQZ+b5j/tUXMJ1SdU+8q/NtqI0Iwldm7qXVjU0fWBbwpgbmzzVjVbjzpFeIbGX5vlp1lpsbSKiR/Nj0ro7XwrK1u7tGduN3SsoQtLQzbc9Dkte8TaprVtFBe3cs6RDaisareEtFn1jUsRkoqDc7L/AHavaxp/2e7ZMfLVzQ5n0kJLbHa561tUtThypHMvj1Ou0rw68cksKXciz/LjmsHxn4Nk09mkkd2b725h96pNP1a7XU/tG8tKh3fN/FVvxXrlxq21HEm3tuO5a5aTcJ+R1NJrQq+BfA8/iiH7PbY35+Zmr1/wF+zj4h0XU4NUtNQ+xzxHeHjNeXfD3xNq/gHUXu7SOGWM/wCsinHytXqy/tYa3p9u0R0qzXcNvybv+A1tGpUu4tXgFqejbsz1PxV40v8ARbVrfVyl1OE2/U/3qqeANN0fWrhb+UxSzeZ86MOma+ZvFXxa1fxhe+fdyDk/cT7q12fhT4ifZbFo3xBKwDeYveuCvQm2pXaRr7VPzPpXx78DNJ8XabuhjVWHTjivG4dJ/wCELjuNGnBVc/u9v8Veu/CD4qR3/hKebUbtXnhkZfn+X5RXkPjXxc/iTxmr2VuZd8m1F2bV216bxNP2OvQyrQhKziQaB4Fgury8nvYAm5N6Nj7tef8AjTTbnSded7KBnXjHl19U+G/B93r2lxvOiWqsgHyda0j8PtE0Q/abqBWfbh3k5rwK2YUU+d3aLjhZ20PjHVND8W6sqXA82DI4VTtaq8PgXX1C/aHmd267t3NfXPiHUNEVVS3jjlRBt3KK0tK0HTNY09LlAGixt2t2pYfFOv0SQOm11PEPD19Ja2Fnp9/+6iX5X3fer2JrfR7XRIp7cw7mTh1PzV53478Hu13vgx9nHRv4q5/TdNnuvKs4DLu/u5+Vfeq9xS5abBSt8aPRtf8AFFncWDcFJ9m0tXlWseJha+bHIhjwefMO7d/wGtLxbb3/AIbVWuQGyF7fK1cLNqg1iRvMA2seWX7zVcqSh8ZlKV9jv9Pt01zQ0kBKOfbbXUWfw3MeiJK7vPsG75nO0VxxjfTdGie2n27tqhc/N/3zXbeCvE09mkUGp+ZLFKNu1RXLRhOL8jb3Zs8g1/xBLoPiHydnfb5TD5VWvQE8TajrmnWsBeLZw29E+ZvauT+N+kvHqiX8YGwbstjbUXw08baZpv2WC9Enmo+0bRlW969aulGPkSm3oeh+MWvNP0RbmUOiphg3tXB6d/xMHiuSHl39F/ir1r4l+MtH1Lwitvb/ADyum0tjbXFeCFt5LaIIha4hH3c/+y15sFSpQ9wqTd+VnpPhXUk0XTlD27tx87L8tQaj4+lW4aKydg/bndVu4s7u+tElMccEATlfus9cYmveH/DOpNcapqEUSj/lmp3NVQwVXFaUKbkhqpyKxvXnxA1O3hiN2GZT/dG2meIfGUutaUgtid/3ty15545/aG8GSI0FkZLh/uiSvLofjRP5rx6ZZtIrn+I/LX02X8F4yq+eULepNTFcujZ9Eab441i6sjp8UUKOw2n+LP8AtVi6r4RvrVHuZ9rMx3fKa8eX4iar5iyy3EcDf3IxV9vHGsattMmoyLEv8NfZUOB6rt7Socn1tRlzHK65bm88QpAIyzM+00z4i69B4Zs1t0AeUJtC/wB2ujjhiXUf7RR9+xD2/jrxv4kSS31/PI8hl29eK9qlhnhnOnLpofouWpYpRqPsczH8att4tleO1u2dofPDf3a6O28RJeNsuc/MNoZa8E12zEniKz3g7fOTeuO26voiw8O22qaHFOIzuOcsvytXDVoqHwm1erFTcGiheWKtF5kbhnA4rIRnW5XI3bRtNPvYbvSXZ4mJT/nnJ1rNi163uDhxslzyrVMJM4ZUk9YGsuoCSZgn3QP++qt2twWXfOfu/wANc3csbV/MgO7Bp51QxlXI+Q9Vq27nN8B2W4TQ5Q1RLbX2feZvas221RFZHEnyY+7Vx5tzg7t38Vc8kdUKhajkPR6lRQz5Iqvx9/NWo5Bs7bq4zpLsOcVdT5mXaKo28zqqh0P+9V3tkE0dDZMsBRvXnbg7almVJGUAdKpRXHzMhHy0+G8/ebH43fKGahaILliFQu4p94Ui75P9nb/DUsnypwfmxzTUXbLjcd2KoGx08IXjlG+8aFjDKwB+apdwyqOSy/3qmWSLzsfdbH3aGgGIpXodzVPaqkgYv8pzUAjSQqQ361Y4kXjtQVccLXvGfl+981SxsNjcbWHSiCQruQ/LgU1/mDYBq1uSS2F1LnDn/ZrbghLbAcM1Y1qowufvLW/YRiR1JO7bTZKNO2U7VrZtrdJhhwNtZcDDeoJrZsl4zn7taU17xXQ0pNkMKICF421lzyfOwqea4DcCqe4NziuipuJLlGMx25J+WuT16QXSviQ7kKt8tdFfzeXDjO2uahsfOlfI+/TprU48Q9OVHR/BzQTfa4jum5kwx46tX2ppMn2XTosIeB/DXgfwB8NxRvLNLjdvGK+jIoY1tuMYFfnXEFVyx3KnsjyYRfMzyrxp4+1rRdQjMenhLQvt3Ny1WNf8b2eseGLqO4IiDR7PLc9TR8UNXs444LSRfmJLlvSvDtX8RQaxqdrp0Z+RPndc9ea+fp4SOM5KsHbueVKtKi3Bu9yXwv8ACmXxBcz3A+WAEkL/AHq57xV4d/sHX2tyflT+GvUpvHkng3TZ4oo05CqNx+evKL/Up/FWqS3cuFdju+U9K+mpNr3Yo82rFLYpeIWgbS2jg+a4bHyqOlRaJ461PR7ZbOCXYjDZ8w3NViby1Rk+9g1lWFrE1+sroPkf7tepgqrhO7djlkj1Gy1i4bTYmeIorn53x0Fec+Mbj+0tXxaZaCP5DJ/eNehm+ttW0eKwiiuBK5/eMp6flWZd6TYafbeWnl+eMqPn+avsMZifZUlUi7pmFm2cEl49rNidy+OPm/hrsPAHhOXxJqO8Ebc7grVyD6a6zzgfOc8tXu/wBa3tXxcLGGb/AJaN2r5adVQvUOqlFTmkzmvHmh3PgXVLd7SP5WH7x0+bmvZvgvqEF9YKXmHngfdc/Nmqfxn02HVNJiNtGH+bc7etcH8NJp9P1ZOCrIfu16+DxME1O1zS3s6rifR+oaHPqiQxlh9nU7ivrXn3xN8LpHp+YN8T7925RXrOjziexib1FMuNFgui/njzc/3q+3w+JUWn0OythPbQ03Ph+Pw/Bo969zcukW8fJ/dVq7zS7qwutMWNHTevzf3VavMpl1PxFZLHs2wErjd96tFrE+H7aLLneBzuNfhso1GlJocGk3zHK/EXwm99f3U8SBmzw33VrltHD6TayxSBNychmFe1bo9ShggEW9pU+9/drzTXNBuLjW/s8A3I59KtUfrEHclwS2PO9VvrmS4cLIViJ3bVrKuryXYyE7q9O174b3NjbeYE3LXC3mjm15kG1lqfYyh8aOaUZ3Od8n7rPXRQW9zrUaRx2w4TaWUbs1StbWS+uljRN65216loCjQZYhLbP+9TaVx0rpgnuilC+x5P/wAI/d2+oeWkW52O3bXaeHfhrPDb/wBoyxl97lCqj5Vrubvw/Hb6rBeBAq7w21vSuu8t5LZYLdNqP8xVfurRP3XZLc6qdPueGXkf9m6woQB4mHG3+GuytPG1lDojCQLFKBtdW+81aXifwrbx27StFsX+9u+avNrqx8t2Rxu/u7qyq+47oTvTY7ULd9W33cUZ2OeOKzbWze33+YD04r3TwlpOmTeD0TfGrH5vmG5q4rWfCcsk7mNNsSfN77azqe+jmlSa945Xw1JZyawv21/KgcbQ7fdVqseK76z+QWk8bsBtKr6+tdFH4Tso/D0s5w7p13H5q4iw0mTUDKlvGXUH+GuaFLW9xvmhCxmy+KLi3KAgMuNpaqN/fPMjOX3N/e9Kvar4Xu40dyPu/wB6uYht5NzhyevNdsElqjDmfU6fwXod3r07JFA0rZ/hFeu6F8Nb2PaLmAoq9W/2azvgV4q0jw7PAl7GGaR9pavpnxBq2jrpIeMqiyjcnNcWKxKnem9C4U2/fbPLodP0vw39jjuZ9kEjjfGp+9/vVf1f7Gut2o0vY06HeG/hxXmXxP1J7gKkD9PmNZ3hvxNPoojnEvmuQuzd8zV5Coyp03bVs1hNSdj7Y8EeJWgsEt7uNY3CbhtHy4rlfH/jawvp57T7THE8Qz8x6142nxK1yOwV7mdlym5VUdq8517xJd3V+1z5hZidxZq4aNOrGUaU37qO+eIvDkZ3GqahcWepPKHItTn8K9Q+H3n3nh1HsLncjk5Zhu+auKs2sPEmmWseY98yDG0/Nn+LdXs/wq8J2ug23lw3Mbhvm8pX3V6GNpWsqL1ClRtIy/HNudN8IyvPBE8uPlaP5dzV578G4bq6v3u5YPl/uyHav/fVdj8etbg0RrOJlHkOcHnbtrsfhbp+nzeH4pIlg3SDdtX56ihCLSU/vHVpynPkgeM/HLWEunW3QR/L/CnzKK8Cgknh1aKM/L86/N/D96vY/wBp/XLTwzr9uilN0jn90qY/GvDr/wATHVHieyik3od3mMOtdc4VXVSteJxcuvvHt+kX1leXkCXHlxKMb9v3ciuj1TWLSz1GB4Myoo5f7q14t4ObUJp2uJ5fIYD7q/Ktdak0d1FsLltx2u2/5d1aSjd8sDSy6Fr4r+KB4ks9kMGxsDLZ+U15LpVvcLcrdQJu2GvUvF/hM2OiNM5Mrr825fu15vc+PNI+H+lvcam0bXH3ktlPzV7FDLcTjLRp7HK3aRs6lqGo3VsofFuiD+I1hp8ZtO8A3fnm8+2XgH3Iz8tfPvj/AOPWq+LruWOzc29qx+RE+9WHoPhXU9edZZCV3dWav0PLeGsPBWqx5mTJNe/NnuPjD9rTxT4wdre0nNnb42iOL5eK4P8AtDWfEVwrXEksrE/eYmtHQ/Btpp+0bPPlPWupk+xaHB5k+FZeka19/hcBRwsLQgkcUq3M7RM3SPBpVFuL2Uoi/wB6rs/iK3sYWttPQLj5TJ/E1cjrvjK41aYRRMUiX5Qq1peHdH8yNZrk7VX5izV3RXRGD7yOh0LzZpWllkLK396tG/8AE0VihSM7sdea5fWPFEcaNb2xCov/AI9XL3N1NcSffPWtXLoiUr7ntPgbUp/EGm6iA+1UdG/3V+al1Pw3FeROjgK2f4vvVzfwk1p9Puri0l+7eJtC/wC0K7L+0EjdnkO5R8xX/a/u18RjavscTNT6n6fksubCqMHseKeOfhXJI3mwLslDhg2P0rp/AWrSWdjFZXkZj2bl+au61BodWgcbwpU7gtcrf6TLDucYZEWuaooVo+6e3PDRqK99S9e2NtqFlLkI+wn/AHq8117wHZ2e67iE0rN8wZn3V2Vn9phDb8rE/XdVTUbiCFPLe4Dqh+7muH2XL1ORYOSlueaW1jqscc8yAtEh+6x+ZlrJv/Enllop4nR+20bq9JuboTHEQ8qKs/8AsOwZ2Los743Fmo/domtSh0OX0rUIrwYEhVh1Vq7CxYzRqchVrnrvQba33Touxv7y1b0y4O7Hmbl7VjUS3R59uXc6W1+b5DlqmZucHO3s1OsFGN5+9UjsPNY/w1wNandB6Fq3uh8uQWU/LV2FnkfH8Oay7b7+f4au/OxXYdvFSVflJLtvlbYfmXpQiyeWpfDY/u1V8weYu9/vfLVtJDnbxt+9uqmJM042Ee1Wz81W4VRv9r1rNGfkIPyVdgYRy5z8rnndUX1NEWZIxGrEAMxpu1JOvyyt8u5alkYSbiPurVR8b2I+b+KnsVct+WkKsABu/vU3zPL4B+9VV5tzcHa3+1Unmbdg27nqkTcsPJ5iqEJT1q1BhmTHzKOtV3+ZWfHarsexbVWA+f71MSZaMiNwAPetewYbFcdKyLaRZEV1+99K1Ldiu0cLmrsWbVtH5zq4rWikCrz8q1kWeIY8E/8AfVKLgs7Z+VfuiumCt7wF+Rt0hwflWnbu2KqrvZquQx7txah6sChexiSPAG5qNHsUkmTP3hWg1j5jbBVzS9PEbsff7y1tA5Kiub0WoXGi2Cm2kMX3WLKfSvRNH+LP2jS7W33b53/i9hXD32lmTw/Pgeny+1c14bvLezNxcTvs8lPk2/drwc2yVZlVV9NNz5HFYidGq0jofiHrQ1jW5QHJWKPaVrx+w3WPixpQTuJ4211NzqE8xlnRztd9xauMmknuNYWUfv3z618xh8H9UvQXTQ8xz53zml4v8SXMmpNGTtT/AGvvVnaPqEv2hkikLI3XbVDxRY3EcyF0Kqw3bqr6Iot5lJJX+telGnp7pk5ano2kaKbpN+D+VULbT0sdblEh+XP3a3NG8TRwwNHBGHbG3c3asHxHqCxzo5cbpDXDR5lWdN9SpJWPZNO8L2l94elltJRA+xcSIfm3V5fL4P8A7D8YeXcThnk+dPNfbuzWn4P16902Nfs+ZU+9s/hrj/G99qnijxOZLz5JZ3VQq/Lha+kwUq0H7Oa54mFTl0a3O21axs7W/wDKj2q2zc6oQ3zVZsLWSxSOSDftj+Z9tWPC/wAK5/7LWfzTuzzxXQv5fh+2uIr/AMzzVT5IlHWuvMsDVfvtWiwpM7zwLrFprFnEl3OW2n/lrV/UPBqSX7nTkCOw3Bl/hryn4e3k+sB40BbYdo56V6/pPiCTQZmtriMPLwF5+avLw2CxeHnFwV4XO+MoVElM9A8LRTx2KJN/CMfMOtb1VtPmE9tG4HVRVmv0KKSievSVoH5j/wDC+ra18iKzt3kRNud3ysv+zV65+KB8WagsdvAUVtv3vWvIm0VF3yAV0Xg23fT/APSIj8w+ba1fkilCUfcPI53N+8fUHhi6jtUgnuAFbZt/2axPEl9bLraTxFWZPm2x15G3xO1DzvIuJz5DDbsUfdq+NSMls1xE+5nHPPzYpYeE4S0OrmVro9cm8VafeaU0dzhHZN/zD9K+dvHOoJJqDCAhkz/DWta6xPql19nMpXCNhWPytWHqNj9ovNiBXZTufmuitUb0Iq1faLQ1fh7qWn6emb9PnR9w2jdmvW7ZbPxA6XkCMiuc/vBXltt4bgvkRBhXfGPm/ir0COzvdF8MW4tHbYm5drD5vruooxc1odFK9tUdlrWjwXlnbyJ8sueNoq5Y2+3yoONzkLuX1riNP8WG1sYku0k3BFb5TurqrbxZZx2Kyl1V1KujfxVlCE+e0zSPLznNfE3TZ9NZnfPmg7ev3a4EWqX1zAnDMw+biu+8Z+JE1y8VxG7oTuPFZ2mw2lvN5jp8hH3m7VtUopnNVvOTSZzOl3Eum6oluJXiR2OVz8ua7CTUN2ltJmNbz7rux3KRXH3+pW0OsKXP7pfl+UdKpXN4dUdorZ5PKH96vInTS92DMPaJe7I2r7Q5biNmeTaj7m/3q2fBlrpmlpBbzOFlmO3pya4S81rVbOHyHlKqo49hWM/izUZo4EcBnt34n/i/3a3o0/ZrU3jKB3XxSW38N2tx8gZZPmTn7teCnUtru+C24/drT8Z+LNQ8QXKR3lyZUX7q/wB0VGNPt5LdHQ7uP4q2q0lSab6mFWCTujZ8NwloluXO3+6392usu/HF5dQJbyTu6xfKOelea3OrPp9o0EZ+X7v3qdoE1zfXKgtlq4p4Z1ffkc6VnY7W/wDEUtwqRvH8w/5aZ61PbXgkvLc42qrqx3VFBbwWt6n2j5Ys87vu7qzvE+pRrMsdk6sw/ij+aplS5FYrlduZn0prFrpl14PiuIJEVCFb5nXc1eL6qw+bZ935vmrndK8TaxHpv2MyBoj1ZhuYVfvLjy7RXBDcc1586bbuOTU9h9lq1xpd5BPFKdyHcFz8tfRPgn4jXi6Kt7cXscEqHdt4XA/ur618rvdPI+4Aqq1tJrVzeRxRxl22HcFX19abhKfxHTSrezR774/1CT4jIsrp86fwMa8+1L4reKPBelPp2n3skESfL+7AXb/wKt74RatPrVzcWWo732R7kk9Ks+OPCcd0l4Z/uxKMN7VnONONJdkT7VyfPc8CvdS1Hx5rf2vVb2W9uH+XfOd22vQrDQ7PR9PSQqWbG0LXnEVnLDrzW1uDs8zaGr1nQdLkvJreC5fd6LJ/dr0lG6iuhCjKWpyL6tcR6gqIpW3Py7W/ir0vQtPtl0J7mWSNXHzPuPSsTx1Y6XpcXmmWOKKI73b0/wBmvmD4u/tCT3yvpelyGCyT5SyNy9fQYDh+piqqrSlaHXz9CeZqThHVnqHxg/aMTS4X0uwu2vGT+Jj8q18oeIvGGp+MtSbfI0rOa5y+1S41q73n5txr2T4W/D+C3tF1G9T5v4Fav1TCYSEF7KirIqVqEeee4eAfhuNiXd6n3Ru+YV6TZ2+4eVbJsgXq9NSb7ZuiiGyBf7tRar4gg0W28iIjd3avqKdOFJaHiTqTrPUv6lqltoNngOvn45avNNY8ST61dtHGTu7NWX4g8QSatO6F/pWp4U0l5nXKfL94tWTm5ux0KKgrm74V8Oln+0XONo+Ys1WvEPigqWt7YBYF/hqLxTr0el2n2S3fty1cRHeG4lYk/NVymkuVERg5as0PO86Rn53Vu2EJZN5rM0y13FCU3f7NdZaaWZEzkJFVRTZMn/Ka/wAPfMm8Y6WI03YkXP0rvfGmhy299cXdodqD5nirivAmrWcPjnS7C3IaV5OWX6NXsWowma+cEblI218Rnr/fpQ7H2WSNwptni/8AwlCWqYlyrCq158QEjhl5DKflqz458Opa3cpCfKW5ryPXNPlt5fLDnbn71eFSnJaH1qxat76OyuvF0t1E3luyqw9axra+e4kYyOHI+auV+3SW+1HLt/s1ftbob98aFd1bO7JnjFayOoS8dW/2akSR5JlcJWZbN5ysB8zfSr+msbf7/wA3PFZM4ueUy5Oo8tg4/wCA1huq2tyrgfLn7q1uXMxbdkis+Xy/NzgURZlNHRWOoLJb5A+Yj7tSBpJPm4VazNPmC8Z/3avJcbUxWDLTL9nIfmQkVMlx5aZJGaoQsGXAP1aoLy4ONuTuBpWuaXLU1wrFSoq5FIVdcv8AN/tVjR3Hy81oxzedHvwdy9KlhB6m9Gx2dm43bc1Y8wSIoPyt/dqlBnydv8VXVZI4lfHzfdo5Te5aEx+ZD8vG2ozcFfk2bmP96o0kCwZB+bO75qimmEkqx5+agnmv8I+HzZJm83G3tV9mMa78Bnboq1XikO3BP+zToWKthz8ymqSAvpIrZxxUiSGTcAehqpHsV853K1WIpk+bHy+tXYpGjbMY+E9a2rRi0i5yzL/3zWNDsZVwfmatiGQKMBvlq0h7mhNMMY4pLZi0vzndVEsZHUYq9Cvy8/K1U30NUjRaT5VQD/gVXrNdxrKgkO3HvW1Yfd/2qEymrI04bcKmR95qswxx2+193y96WP7mTVCS8C7wDlq6LnF8R1On3ySFYpcNE42muUu/CKWeoXGXP2PO4c/K1PsLz51/hroLm1/ti1UxvteMhv8AeFdGJpvEYZwhuj53McNf3+qOS1mS2tdJS2BCSt02/erjrXTbizvUuFj89WO7a3pXZ+J7EyToIyZWT+LHT2rS8N2salBefKzJ91RXwEI1FHkmtT51x9443VYZdamQywCBV+XbWPJo8UMrjI2g/errNUjuNW1t3RDBbh9qLj/x6mW+gyao04gjL7Pl6feaul06lNqCic26uc1Z3Tw7xElcvreoXN5qCiQbUjNd1aaPcR3DGWAogPNGqaDBI7ERj5vm+X73+7XRSoWq2ktwTvE9B+DXh+TWtOWQw7lI3BqyPiRp8S+M1jtxt8kLnb/C1e7fAS1trfwmkckYWTG1f7wFee/FrR7b/hJLj7OF3fe2r96vuqGEpwwjh1JrJ+5OJR0H4jSab9nsp3MsCHdtUfMWrr9btYPED28iRSM8g+795q43RPhXe6kYnfCMRu3ele4fDHwzaafA9vLtadPlO771cssPiqahCprBmlJe29w4HwjoP/CF6vFJcR7YJH43D5c1289nBfeMlnGGUgfKtdH478FrrVggtxsaPn5a838J2us2OvL5tuXgU7d30/ir2aVJ00vZ7DqJ05+zkj2G3uJLLV/JYnyHVQu7+9W9jGaxdVs5LqC3mjGJEw1bEJPlJkfNilK3Q96jdXR+RV/IGdwh+Y/3a3vhz4XuPEmoLF57RIH2nae1UPDekpqGqxxTvtVv71d//YcmglLiwlNu4O0Mh+9X5DSgoR03PNhHmfM1oL8SPhmnhfZLEh2x7W3N3WsLwrr1tIj2UsUiOTtG6rmreMtU1aNYr9JL3YceZIemK4XVNQlsb9ZYAG2n72NtO7i1fc0lJQemxu6t4dmhuXuI8pEh2hf71Z+g6pF/aH2dwNxNa9n4mk1TQW814klR9p3HoK4zSLOWTUpZEfcxfhlNdfIpLmLS6xO41WO4huUCl4G3L937y16bpeufZ/Db291Ju/hSRvm/hrH8MeFbjxFZ+ZcALcJhS3rW7ceCdRVJ7YwDytm4MwrWnTa1ijrhzRu0ckmtR3xaIuWiXcoZRWFaeKBb6rBZu7Khfb831r0iTwraWOj2bq6rL9148fMxNc1qPw1e1jgv3G52fdtrflT94nln8R3yfYPuSRld0a4ZasJHZLps4HlurZyrferjH1RLO2WUbun3W9a5LVtWvLiXfGJFVv7tePUxDhV5IkVa0IdDUufCL6lqsgQ7FB3banl0lNFuIxGNrgctWLa+KLtZVEjnzQNpZfvVOLy5a5S4+/nqrUSgpq6Wpzfu5LQ7q58Ixaxp7XhQo7x7tzD5eK8u17S4LOGXyyEburV67rHjK303wv5ccpZXT7i/LsNeB+ItclvGYRudua1leKR1VkofCcdd6S7XbORu5q59oS3t9hwrL0qZptzKcfN3rnvEN4Y367W60vZzrzszkpxnUlaRLNCbht5I21paPcSWNzE6Lux1Vas/DLw7e+Nrz91E32WI7Xf+HNerP8PY7F94C7o/mNa1KE4+6xujPnujktY1A6kqbE3f7Kj7tM0zSUk++g3/AO1XZeHrHT5L2cTgJg+m7NehJ8Lzfc26Db8rBsdVrxqlOpOfITKE2zxeSz8leB8w/WqN1M+3y+dteu6/8M7jTX34f5OvHy1x954X3SRZzydp3D7tbvL6luaQ/Yztc4yGaNeHQs396uz8LyaX5IM+V5+/XM+I9PXS3VMHdmtLTdNi/sdnEm3PTbXHWwztZMiF0z0bw74og8G+JPNjjinSVNkiqfvIf4q9Lu9HPiiCW7jIiSUfIq/N8tfIP/CQXek6rKhxcRL8pVu9ew/DTx1eR6VLPJcyNB8yvEh+WKslhXCFnqbxtIrazotn4fvnjdwk/mM4Zh1qpBr0Gmwz3964t4oPnEjd6sanqEXiSZ9QlXaibt0mfugd6+XPjp8Wvt0x0vTn8qyjO07T9819hlOVvGS9rW0gjNzd+SBF8cfjpceKL17e2cwWYO0LH/F9a8EuLh764z97NRX14byY87q1fD+lvdTIkabmJ2iv0mEI6QhojeMFRV+p1Hw28HtrWrReYm2BDuZsV7vM0XyW0B2RINu2ua0HTx4T0NIx8t5MPn9qr3uuC1jdy+H7V9BRpqjA8OvUlWmbWq68mm27W8GN/dq8+1nXHkmY5+Y1Vu9Ykm3yly2ay42N5cqcbqzqVXL3Ym1Oly+8zZ0DTTqE6u4Lbjur0G6uo/DenqP+Wrj8qoeGdPTTdNa8nH3BuRa5HxLrj310z7+p+7/drRe5Ays6kyK+1Z76+eQ5Zc1a023Mmw87mPFZNhbmQ5r0Hw9o8UcP2y6wqL0Vu9ZwXMzWo+RcpqaTYpYwLcXB2rXP+KvHBVWgt32p/smqnirxYZmaKBwqL/drhv3lwzOa2qVfsQIp0r+9M9G+B99LdfFTQy+WYTMS3/ATX146o1zkn5VNfJvwGtRa/ETTbhv4N/zf8Ar6rtpNsOZPvNli1fEZnf6wlLsfXZdb2b5TmfF+kwagj4jDNmvIvEfgsySM6DCj2r2XUZPMXA+8TxWHqFikjYk+92rCPI9D2+W58/6j4Tkt929NrHo2Ky49P8tupX/Zr3PVNJjm3AgdK5m/8OxSKpjA2/7tYSjYjkvucRYL9nXkn/gVXRM/THy1qT6OGdQIjuU0yfTxDDlOxrjLfulVJnXdnDL/AHqo+c7SO5Qbe22tgWr7MDDZqIwhU2HK5/hqjJkVrJ5yhx8vNakOGRs/L/s1jx2Zjbgn5mrbhhKw7ylZyBPQgeYwq+07fSqBvDJu5+YdWrR1JU+VAKxEYrI23O2mkS27ly3uC2wVtw3Xk7EPzZ6Vl2UKMiu/y46Vq28e51IAo0NjYsrwSbuPlq75ybl/u1lwZU/Ig96uCZNqqn3u9Fh3LZZFiyg+dqhiYtLmQbcU1bpI1+4d3enbvOXcflqbXLWha87a6oB82PvVGkksn4H71MeTj7/+zupyXQj24G5q2SsF7lq2kdZG3mrUai4KgE1Vhbdtb+9WhDiMrxVDb1saVlCI+p3KvyitNLgbdgG1VrHS6RXXNXoZFZs1DZ0U6ci/DNzx96rULSdz1qjHJzsq9Er7cmo2OtKxoWynufvVu6bhm4zXPwZVuTW3pTeXJwetXuTP4TckbybZ65+a4SN2x6VrahceXbYH+8a5eWbc+0ferVs5orU1LaYK3Wur0DUjDL161xEch39q29Om27Tn7td1Go0YYimpR1Ny/wBc0fTdeSDWAYI7khll/hauqsNDttW8QodPcNaum4NH83y1wPjLw6njjwzLZhxFexhmglbsf7teQfD34gfED4U+I2thbPeRRvteJ/mV1r6SGBpVqftacF6H5/iaPs6nIz6b+IOknRbZDBGJT3ZU213nwg8K6evho3EsUbSuGPzdcmvMW+NmmfEKwi0/ULI6TqI/5Zv/ABn/AGau2Pjr/hG9NeNMs0p2iPPUV8zm9R4SSqU4anNQioTfNsX/ABj4bibVJ7awiO4fM7/w7a4jVfCYt9SgknDJhPNPG7aoru/CvxEs9Y1l4rsCBWCrt/8AsqzvipqEWtarFbaXc7lYbH8jvXydDFVa2MUpxKlSiqblEydb8bfZfDSwaPJJBeM+95F+XbXD+HvE2oR6/F/akjXHnP8Aff5m/wC+q9L8BfChtTvXN1I86Kd23Pyiuhm+F9vHqUAitERk+cs3YV+gunVqTg3ojgtN69DufBOoRXlzbxW8Y+zooUyN94tXf2Ph62sruS5QfO5zXlnhO11H+0UjEcdvbwvuCqu1nr2WAlokLDkjmu+veDse5g0qi5mh7DctQLYwxnKxqv4VZBzRiuK7Wx6rinuNA/Kn0g6UtBR+Yo+HGofaGnRCir827FbkPhvU47VrfO/kNufqK9Ff4gaRfW2yAFp0+XdxtxRprSaxMxtkDupr8c5/fPNVOysmcnZ6DZW9sv2sbs/xKOh/2qi1L4Vwakj7BuTG6OTH3q9D1DwPczW73gBRSnzxfw5p0ek3+k6VAAN24fxfdr0OSpZMp009Gjwi5+Csk1y8e7avfbXN6l4Vn8Ezfu3zsPO5a+h4dP1ia3e4IjWWMt8qjqteGfE7UNQadxO+7b1XG2tFUcNGTyRpHonw3+JUEKpHPBErttUrnrXqHifxxZR2MEsAjTem3b96vl74aaONYvUkkP3SrHn5a+qNL+GthqFlkHeyjdtzW1HnkrJnbSlUnDQ88vb6KSLzxgspDhWP3hTJfFxvoZbPy9kCHejMPmWu3l8BwaTNKkkfmpXOal4JOWkt0b5QcVXs5tcrYe/ucTNINQdfKBeJTzurtPCHhO01zzY/K27Y93zeteY3mrXHh27lhKefvO7cvGDXt3wq1KKPQ/7QLok7jdIsn8q4oYSMJ80jGNFVJmTa/A2Nbx7mc/uuzVzXjHT7LQbPyAgV0O0Nj5jXpfi/4hSR2GbMbGPy7VNeO+Krj7dbSzvOX3jO5j0qcRW5HaKJqqnS9yC1PPtc8TJcQtAJfnU7fLauUlUx/OfmU/NWTr10LfUnkQ7tpqv/AMJAZE7rVqhUlaa2MnTnub0NxbLA8khG7+7Xn2t3X2y5bYCyseKv6neNN9w7VavR/gb8I5/G1213cRH7Kn3Nw+9XrYShyP2kjpp07ep7h8BtP07w/wDDO1kSAPcFGZ/dz/erqpdL+2WUrSWy7nT5tv3Vra0DwPZeGbNLbYXUfLt/hrsbfR4lssS2wXcf++q1kuZ3Z3uGh4ppXhOzt7+C6f5WU7XWvbPCs2nR2bGCcSxIOVb7wrivEPw5vZvPltJzBv8A7v3Vrhm8H+JdN80W2qyJw3+8xrhs3O5yLR7HqHi/xRYb3jJDr90L61434i0F5g8sTnYx3bVrzvWLrWfDesv5t48rOeVkNdLaeOLuaySOcq0XQtmvPxlZx9xs5K1ZT93Y4/xL567jsLydq5y31C5VMiQxL911/hruNZ1SzurRwjosq9F9a4htPv8AVJ/s1nbvLL1+WvLck9FI41ZdTI1K6TzsD73+yateCdW1BdXW0tndopjtkj/hIrRg+HOoQkJeQOs7n/vkVb1iay+FPh6d/MEupTDcZP7lfXZZk8sXZ9CK1T2Zzfx5+IkHhfTJdG06fbPIP3zJ8tfIWp6pJeTMS5ZjXQfEHxZLrmpzyyOWYmuPhXzJOfmr9A5IUYKjT2O2hTsuZ7l2wtTNIvy7q9k8AaDHpNm2qXaBcD92rdz61xXgPw6dW1BMjECfM7V3HiDXkVVtIPlijG1Fr0sNTUVzyOTE1OZ8kSXVPET3Fwz5/Wuevb576fk7VX+GqT3RZsD73em8Rqxf71b1KlzGFPkC5kPyAfd/2a6jwZ4fN9dpI/3F61zmn2sl9dqgG7ca9NKp4X0Rc/LK45p0YX94VapZcsSh4y1oQwraQHbEny/LXnnmG4uWWpdY1Q3l05z3q/4Y0WTVLpQi/I3VqJN1J2HTj7OHMzpfB+i+Y3nycRD5ju71Y8UeJlw1vBhVTjatWNb1KPR7BbO3+8vVlrg5GeaZs/MzVu/cVkYwTqPnkRNvmm6Fuea2NK00zN9ypdI0l5nUfdX+9XV2Gmhdsap93q2KunTfxBVq/ZiangCEaXrdlcD5VR+a+iE1INpssn3dp2jdXz/bW5UrHGNrCvT9H1Y3miJFOdso+Ur9O9fOZ3hXJKtHoe1k+JUZumzTTUB9oXPzVV1TUBuwB0rKtdSjjeVOXb+9WXe615kj5O1q+Spydz7NuJcvboyIyAhWrLt43k+VnDYqt/aUbNwdrinQ3yRhifvfersUjCT/AJS0kO1snG4naP8AZqrf2YUMExz/ABVXOoBZuCWY/NUY1Aq7I578VhN66E6sr7RGjIn3fu1XlteF5Hyn/vqrrybew560x4Rsb5/m7Vi2O2hnQ/NIwx8w/hrctbctC2Mf7q1jXDfZzv8Af+Gr1ncHbvD7c/8Aj1ZNPcSK10p+0qdh/utzSQ28ecgH5varEmWnYk/L2pomTeo5qwS1JbaOPfgpxn71XCqLtKfLj+Gmbk8rtuqWGMeTy1SjoaQ+Obb0/iqWO4+bhA1VyqMihX2+m2lj8iMtz81aoysTuybMoKgS4kV8v8q/3ahnug3eoPtXLc/LVIu5f+8yHedtWFuPLG/ZurPhzMeBVuHT3uEYSuVT/ZqrXFr9k1bC4S6VSPvd61UmEJ67mrGhWLT0WONdtXLO1uJuWO1c/pUtnXTpmvB++deK17aPt/FVW1teVxxxV2FfLH95qyOxIuRQhRnPzVcjjfbk1FbKNvz/ADfxVMzDsetDJJU+XrWpaTCNcj5qxvurUyagirjPy1aEzT1DUNwfmsVbhfvk1R1PVo1Vjn9awJvEUcZ5k+WqtzGDaR2dtdD77kDmr8OtQW8eXcL+NeTan4+hs0VBIOfeuG1v4jXF0/lwOdpO0/nXr4XDTqM8fF4unSR9C3vxStdPLJHKjv8A3VPzVzyfEhL7VGvAifaH++1fPp1adpmd3+Yn1q/Y68YXwDur6/DUvZLQ+OxWIdZn0emuaZ4mdftCCKdfuSr8rCur0HVBNd/2ZfPulwPJl+9uWvnLQfEW6ZIw/wA2ea9OS4kumsL2B/nhblq6a2FhjKcqczynOzPV7nwnf30rS2UBVV+V2b5ax4LHUbHxdFbTz+Vu+Vdvavd/hF4gsvFGiIjxRm6TCyJ/ePrXP/Ezw7Zw+N9LWMr9oaTfIqfwrX5/hcrlRxD51sbVNIppno3w2hj0/wAqL51ik/il+87V6P8A2fb9fKTJ9q5GKxk0/TLKdEMtx8v3ugFdnBJ50KP6jtX0Nbo0exhEuXkZxaXDWfi0+ZCEhPyRtXdDkCqV3pkF5Ikjrlk+6fSriKFVQOlY1J81jooU3TumPooorM6wooooA/LnUpLSaaCOAhWfp5b1778G9BFr5DyyB8+9fPOv6X/YfiWARpt2SDd/dr3vwZ4ugXZHkIQPuIK/HZ0WrWOClqz3i+htvsbxZG4p/DXA699st/Ktkj82BTkM1NTxFBfIwEjJx/y0erN/ff8AEuV1Bnx8u5e1ezTsoWkd7RYe6sLPSU80hWcc8fxV87eNvCP/AAk2pSvaHcm772K9mCvqwxO4VMNjb/A1YNrNDo9xLESGweJMfxVDpr4jGpD2lkeH+D/Cs/h/xC1vODsfd8vvX0D4a8SHQ7JIb+4ZlT+NRu49K4bx3pput17ZxheQz812/hDw6mueHbeW55WPq1a2WnL1Ippwbgjo/EOpR3mlrcQSFmUbtv8AEapeDLoao8tleg7ZY3b5awdRa50e/ijgGbcH52buKjs9aj+3bLOQ7+zONpBov9nqjpUvePOfidoYh1hHgjKpu5WmXupSeH9Jge3fbE49e9dlf6fJqGvb7mMy7zz/AHa1Nb+FtnNpHnp+93RlxztUe1YVW1a/UwqKab5Dzzw7qkuraRcmUfcPDNXkXj3xtKrvZ27hWHyvt/vV1+seNovBun3WnIoabJwvrXjE2++uHnlfc7nd0r0aOHUlzSGleK5tyqY5LjmQ7mNH2XaOKeimPjNOnk+RsD5q67a8pqynplqL7WLe2f8A1TyKr/8AfVfcPhPWNE+HvhSCIGKKVEGK8H+D/wAMUuoLfVLtOr79rDtXuc3gGy1LdBISvG5GqKl2+VMFeLdjQl+KWntdQXD3EUqqFYxxn7zV1V98VLCYxeWhltyA3mqO9fPfjTwnH4bvYHim/dZ+Rc/Ktc3N4su9NZBHclv4f96vNrVXTnYzddp8rR9EeK/jBFax+VAQzdlrx3xF8btX0+4cvFGyNuwrfw1xv9pXmpTK7yeUmdu5u9ZWseD9c1yZjEm5E+/IxrKzrfCZVKs5fAZPiTxhe+Krx5JEC5P8Ip1lql3a2qh8/wC61bnh3w6ljZS292gW6Trx1rJ1m1kuJ1iiwuTXBVpLX2x5vLZ3my5pN4ZnWS4w27+FRXonwi8QadpfjFRe2rtazR7DJ/crh9E8LyTbDISyOdo21seIdUttLSDTLTC3WP30i9hVZbk/9pYnkh8HfsZ1Ksaep1nxT8aadcazcS6YNllB8vmN/Ga+MPjH48l1K/nQS7lYt8ua9P8Aid4uS10z7NEdqpXyt4q1Y3k7nf8AMSa/aadGngMPGhR6GOHpyrVPaSMO6uDcTuf9qtPRtPkup0jjBZ3O0LWVaRtJIteqeB9Hj0mxfVbkfMvywr71z0o88z160/ZwNzbF4R0RbOMj7RKN0zL/AOg1yVxeGZ2PNO1XVHvrhnLnbmqcDGZ8Y+Wu+ck3yx2OCNKy5pGlZr5nOO33qikZ7qbYAatHFrDsH8VXvDOkyaheqm3g/wAVaRXM+UTmlqdX4G0cQp9ruB8qfN81Y3j3xJ50rxxncq/3a6PxTqieH9LW2jI3Y215LK0uoXTAZbca2qS9muSJhShzy9oy7pdvJqlygA3Z616rp1nH4d0jp+9Yc+1ZHgjw+YY/NeMcVZ8T6huPlplq1ox5F7xlVq+0nyrY5rVNSN1cd/vc1c0TRXum3v8AcpNK0s3kmT9371dtp9mIYMBNvFaqnd3IqVLaRG2unpHsRBWva6eV/rU+naX5iK5+7WlJ5dnHvfG6ulHG2MjjjtU3viqWoeKPsqbo3C87etY+ueIBnCPubHC1zLNLdOufmVjWdSCqx5JGtOThJTOvh8VGQymNiy7f++qrP4mikdxjayjcdxqHw/pIYvJKdsSDca5jxjrSNeYgQJj+JR/DXzOIyeGs6bPpsNmrb5JI6WPWoGXeD8392mvrX2hN+Plb+Fa80XXJI+d/zDpV5tQu44snOxvmDL92vAqYSpTeqPXWKU9jvYNUO5i+d1WTqQ8xHJ+UdOfmrzWDxQVlUPJhm+Xb6U7/AITAKigv/wB81g6LN3WPRrnWhvYoR0plnqm6Xkn2bNecr4qjk3EZZmqxZ68+3HPzVDosPbHol5qkao5wG/GooNQMm1MbeK5ewvkmOJc7f/Zq0ftQxkOFasnTZaqHS28nnbiT92rUXlscg/NWDZ3xZF4rQ+1J8wJ/2vlqXTZqqiNMzBn2D5mWrUUm2PD4VTWJFdJv4f60TatDbp80g/4FVKmLnNl5kXoPu/xVQmvk+Y1g3XiSNl4csv8As1Si1ZJkxk7s/d/vVfs2i1LmOh+0bl4P3qtQqZGX+792sOC6PynG3/eq/HqCQp8n7xm/hWpn7p0wjdnSWaiPcQfu1ZS+MnyRj/gdYNhHPdPmVykf91a6aysdqLtHyg1i2dsIF+wsxuzJ87H+Jq2o49vCVWtrfcq4Fa8FqFTk/NWdzX7RNbRlRya0bW3G/j7tV4/LjjXNLLqUduOoWqtdA5luVdtyp39Bt202S8j3YzXNah4qihLjIX0rldV8dCPgH5vu9a1hBmbnynfXmvRW6qhI9mrnNS8ZQwsQhDeleY6x405YvJt5rlNS8aH5niztzt3NXfTwlSfQ8+rjqdPc9Q1XxduRj5m1fvGuG1v4gBVZLf8Aet9a87v/ABNPcbhJIzbutUU1AzRMQdte5RwEYe9I+er5jUmuWB0tz4glurlZXkLMp4WmfbCw3g8sea52Kbcev/AqspcFeletDlirRPEnzS1kbyag+/JfatalndP8gjPzH9a5OFjJx6GtjTrgrOvXbiu2DOOSPQfD159nfJIV++2vQtB8VPGqxg8fzrx21uJFCuPl/wB7vXV6Qt1cBCp2r2rtTscU4n0f8OPH134d1hJYpCqsdu5a9e0K6vNU8f2ckuxrWV93mY3Mf+BV8p6JrI0+PYZC+3+HPSvpX9nfxNbeKtQt7KU7LqF9yK7fNXBi6aa5zSmrtRPrDVLWSXQ5Irf5X8vatVvCE4fSkiLFnhJU5raC/uwvtiqWl6OmmNL5Z+WT5j9a+e5lytH0qptVFNdjUooorI7AooooAKQsFpajeJWZSeo6UCZ8G+LPCtvY37SzpGyE5O4/NXFXU13Z3yfYHLbzw2O1eufEiGPWLxreCI7weGU9quy+D7O10CJ8RrOsS/M1fksK6suY5qdJyTkebWOrXa3MDmUq2fnVq+lPD2i2194NiuJv9aybjXyxfzSx+KEeSMGIPz/tV9RaZq2map4Zgjtrn5mQZVT8u6oxda1rOxXO/hZz0enwLBKI/l3E965zTPDf9palL5pL7Qf3TGt68t5YUdEB+Rtq1ztnHf6fdTy87M8M1d1GrDkvc3TWgzxZHaWemy2jxRy7vlTyux/2q57wt46Og6e1mTJvbcnkN3/3aXWdaKyziUwxK/zbv7tc3ojRalebyN7I/ErV0aXUmSvjujuE1CXVNLaSW3dpVO4Nn5Wrlry4l/tVXiJ+Y7dy9q9BvryDRdFYYRuOGWszwfoNn4gV53J+ct8v3a1UEvf7mriVby+uY9NiucHz4+j4+Wr+kalc6pok9xeSFEG75F+7Sarpv2FJ7J5D5TfMOa8s+KXj5dD0f7FaSvFcEbCqd1/2qhUnUnZis73Z5B8SdSjuvEtx5A+QHbXLrlVz96plzdOxOW3HlmqUKihlPzV7Hwk20Mqa42lc1oeGrUa1r9rbkfIrbnX/AGayr6EeYxz935q9i+AHw7k8QTPfyIyKD+7bH3mqJaRuQz13w9qFno+jfZ0HmxKiuWXtV3VfF0duLO/tfMVCPn/u1y+p+D7zSdYuMk8jaVb7tdDpumxN4PY3I2uOnH8NcK1dhxnKWljgPFUd74u1B9nmIifMPeuK8TaPLo91Esifvdyru/vV67pmpWTb5IJInlQcRSVwnjnUE8QavF5AGxCvyr83zVySUJXMJx0v1Nm28I3DeFVvHiWJmHEf9ab4V8df2Wn2a5shcb/kLOdoz6+9e0+G9Pj8TeA4jboF3x7JuNzBq8t8Y+A/7J0+VNg2r0asqtKcEp0gmnSacDl/EWrW0NzKcRrO/wA3y/d2+lcEjXLX/nmM7GPHvU0Wk3H9oMD5jr90e1dL4iuIfC/h9LkwBpfupu/vUqFGeY144aW7PKq1+fUL3xBF4V0pzHJuvXTiL0rzufUnjVpJZN0853uzGstNSl1Cd7i5kLM3zVg67rSRx3E+fuhsV+yYDAUcso+zor1PLbdSRwfxP8ULcXUqIdyjp714zczG4nK+9dB4u1g3Vy6A96x9I0976dRs3ZPzVyVpOpM+ioRVOGpveCvD8mrX8UePkX5nbHy7a7LxNqyKEtrc7YIRtFT28MfhHRvIGPtkw3O390VxeoXjzOx/vH1rot7JW6mCbrz5uiCWYzSYFbOmwhRk1kabbmSRc11EVv5dvxTpxv7w6s4rQg2vcOiD5ueK9K8MaeND0t7iX77iud8I+H/tl2ssn3UO41e8c+IBCn2W3fbt+SvQprkXOzy6j9o+RHIeLNUfUr+TBztO2rvhbRfMkQkbqxbG3N1cZ+8xNep+EtHTTbH7TONvHG6opR9pPmZvVkoQ5EX724TRdNVP48c1wzyS6hdEg961vEOqHUpWRK0fDei7YvtEg2r23V2v32cKfIi/o+nixtvMk+8w4Wt7TdPlujn+GoLTT21KReDsHtXQz3EGj2YxjcK3+ExbuJPNHY2zcD5K4nWNaMjvg/L2Wma3r0l47BDtWsa3s5Lh/MfO2peuwoQ6sZEsl1Oxx97+Kt/StLMjqB826oLWxRdrgfLXT6dD9htHu5Pl3fcWqSE5GX4o1SPRdN+xxENK3zPtryXUrgyOxc/M3zGuq8T6kJJ3P3mriLxpJnx91fvVzVWd+Gj9plOLLTKB36LXqvhjS4pNK8uePfkbq820q3865SNAd+ea9a0SYQosX3W2bayjTjL4ka16rj8DOc1vwjF9naSDY3+z/FXKz6Wlqzb0Ct9K7+8uBbo8cny7T+dctqs3mOzbO9efWy+nPWGhth8bU2nqc+PIXog3L/eq5bX0WxRis6+Y4bHrWNdXUkYVw5Va8arg5092exTxKmduNQWP7uFWp01qBlUSSCPb715RdaxcSPxKyJ25qk91LIuwyFse9YewOr2h7A/xAsLOJt9wrc/dqkfihbKzeWN7f9815BI27qKaG5/u0ewQe0Z6yfH1zdNlSE/3TUaa9PM37x3Zq8xjmeM5RzVqHWLiPbiQ/nUui+hqqq+0emx6hIxXgtWpZtPJtIG3n+KvMofFFzCuCRxWvY+PJIWXKbvWsZUqnQ6Kdamup6nYwyTH945bH8NdFpscccq7O1eVW3xEijClwfmrcsPiRZwjOGZq5JUaj6HfTxNKPU9fs1+7/CtdHYMI4sGvED8YraE4jiZsfw1G/wAdDGMRwP8A72an6rVfQ0eMpR6n0PDdJGM7wtE3iCK3Vd8g/wCBGvmS4+NWpzbvLVEX/vqsO8+JWr3jsJLg/wCztraGBqPcylmNJbH1BqfxAtLfjzRx71w2vfFqGNcJOGb/AGa+fbjXr6+3PLPI6t/eNQm4fdkn3rvp4BL4jgqZlOXwI9W1L4mCRcjL8H73auWuvGl2zt+825P8Ncqlx524v8v9ab97b9a9GGHpw2PLq4qrU3Zs3OrSzN/rdxb+LNV/thYeW5PFUtxXg/LSiTajH73G35q617pxv3viJU/izUqMVXINV1mPcU5fvfN92tOYlstRNucn7v8As1aiXuM7aorJt6n6VatWeb7mWb7tXEykX0wrcZ3Vp6UxmcAfw1WsLFN37+T5v7takEf2e4UR42n+KuxM5JNHRaasezL53/3c1tWV9IvyE7Y+zVykV15bsCfmb+Kr9vfbkYOT8vSuhM5WjvoNS8tMj5mYba7LwF48udB1e3u7eUwXEJBDL/FXlGn3HnBiD/wGtzT7jy+V+9XRyKceWRlzOL5j9VfhF8TrL4m+GYryFgt7EAlzCDyrev0rvFIIr8yPg18XdU+HXiW11C3Jkgztngz8sqdxX6LeCPG+m+O9Cg1TTpQ8cg+ZP4oz6Gvl8VhpUJ36H0mFxCrw13OkopN1LXEd4UUUUAFFFFAHxZBrkcl+xcfMP/Hai1rxdHdXcVoH3fJ6Vo6l4NkbWJ4o0+lchrPhu50u/wDNcDjpX466KT9054VXBcpcvvCJvHiuVG6XG88V6H4X8OmOwh8uMyysm7Z91d1cR4V8QXcmpRW8+PIQben3q9l0KzmWBbvG6JBu+WuKtUkqipzRcop++cfNrEuj6lb/AGgDY52On92rut30C205iiVkYbgrfex/erzH4weILuaWX+z4imw/xCuN8KeKr3XNlteSvBexps3M+1XWt40anMqnQVOaWh2Wq6Lb+JoHNs4bafnVf4a43UGuPCqfZo4t6t0k/ixXTRaXL4Z1X7bZS70b76x/MprYhhs9cdnkQeaPvq38VfVU7SSU1dHQkn6nO2msXviywii8v50dUfj7y17N4Q0Oy0nRY1dwsud3WuZ0TQ7axgz5A68bayfFd9qkdm01tIYIIjuEa98etbfD7qNrNayIvidq39j2ctyj7lGa+Tdd1S417Upbic7ueK6/4kfEjUdenaykl/cIedo2qxriIFLckV1x8zGTT2CJQqtj8aLqPy7beaJf3LY+9VW5aW8220AMrudqqtCu2Rc3vhp4Hk8ca6qSfLax/f8Af/Zr7p+GvgO08O6MlpEERlG4ba8l+Cvwtn0nw2lwlv5sso3Pu+8Gr1G2vtU0GwxPEWZD972rirym3psNK25n+PFisbhohAGlc8tXB+PdSl03QWgtIwzSptG2uuvNWe+uftFzGHdSuUb+7VdY7PXNSe3uIhFsPG77tea6rgm7Cb090+V7/VLyOby9pifPLZ210OlW/wBjRJ5ELrIN3y1658S/hHAsKyWsA+dfkkSvBdetdT0eVYRdsqxn7ufu1lFKcVUR50nOD1R9QfC66Gg2KzxXO23k+YxSH/0KmfE7XLCazl2BFVxuDKdy7q8Dl+KE8mifY/LCSlNruh27qj8PapLqlnLDJcMyodwVju4op15Sk4lyxScbWLUOrRKzyOmxQfv/AMNec/GnxZ9sns7OJ/lA3Fc03xp4kebUItMtjtgidfNk/vGuA8Z3Rutfck/Knyiv0zJsphhFGtP43+B4M5841tSMMDkfexXIeLdUez0T5z80vzVqXkw8ny8lWY1578QtY3MsIO5UG0V9DWlyJmtClzzOJnY6hetjLLmvS/A2gwabaf2jdj5E+YK38RrkfBuhvqF4iBC2TuP+yK7nxLqSW8a2VvhYIhtG3+Jq4qKt77PSryb/AHaMXXtUN5cSu53FjWAmZplFPvJPMO0fdq7o9iZnUgUO85miShE29C00s6j/ANCroEtzdXKQRD/vmmwxjT7VRj969df4Y0kafZS39x97tu7V6lOmkjyKlXmY3UrqPwvpPkJhblxy1ebXM0l9KxPzZOa1fEurPq14yg7vnqXw/oMt5OkUY3Mx5/2al3qOyLivZrmZseCfDYvHWST5UT5q6bXtQDL5ER+UDbV2ZU8P6Utug2y1i2Gnm+ufNlfav3q6oR5VZHFKTm7si0PRTeT+bMNqLXYWljJdTJbx/dXr7U3T7PzGW3jT5R/FW7c3EGg2eAd0uPnrfRGV7kV1eQaHa7I8b8Vwmq65JqD9aTWdYN5McE/NVWxsRIvTd/tVLdxpW1YRW/2irsUJjby0+dm/hp7xpCmxBt3fxVp6bb7dhA3yvwKuHwibZb0zT/MdQ4KqOtVfFWqeXD5SfKi1sX8g0228pG+dhudq8+17UDMzR52rnmqM4JtnJ6hJ5kjk1h3TSdOq1r3nltuAP/Aqz1jeSbA+Za4qh7NN8sTZ8N2vl/vSPun+KuugZ1bJO3dWBp0ZVUB/75rfhj3I3zbeK2gtLHn1JXdytrUj3ESEf61f1rmLy6k+ZMbvWtnUJpPMXj7rVkX2y4fj5H7r/eriqNpnRSRjzR7txPyhutZV9DHIVQfw1r30ZjTB+XmsmduWKVyzal8R6NNGLdaaW3EfdFZc1nIr8ArXSbvMLp/wKq7sJl5/hrgqRX2TtUmc59m9qi8k7+R0rc2orNgVVkURnH96sLGqkZ7Q7enel8urT4/9lqH7x4pF3I+WFSJR91sUv8dOwEqyHb1+WrMdwf4yapr1wPu09ZN3BHSqsQ3cvLIVbINP87a9UDNzjNPeTdWnwkF5ZNwyD/wGjzN27PpVNJPLOD8tTpjY2fm3fxUwLCzfIo/u/NUvmGbcSPlaq4UdKmSQrCqZ77ttWSyyvyqx/u1Lu9PlqqretDSbu9UmTa5N5hZ/9mpG+Xj+9VaFuOKtW9u8yqQN3+1WiExyRlupqU5ZsDNSw2qKuH+9mr6eQq/uwN1aGDmVYbd1278r/vVrWmyFv3fy1FzJ1x7VbhhRU6bq0iZNlmP7v96rCXHyrzVAzGNMfw1E90Fb+61b3sYNG4kwkCkNuq1BIcrH97+KueguHb7lalpqBhdVZN2eu6uiMjJxOt09vs+0j0+7W3a3QZdowr1y8N4rbdj7v9mtSzuArrk/8Brsgziludhp+pSRyIcbWr1r4T/GnVvhlrkVzbTtLZsR59sx+WUV4Vb3knzddrdK07S8OSjv16U5041Y8sx06jpPmifrT4E8daX8QPD9vqulzCSKRRvTPzRt/dNdKPu1+Z3wR+N+pfC7xBEyytJYvxNAx+RxX6IeCvHGl+PNDh1LTJ0licfMmfmRvQ18ticNLDysz6fDYlV15nR0UgOaWuM7RvakZqVutc3qDXcNzgOfmPHNVGPMZVJ8qOOTRY5LxpcfdrB8R+EYdUn5jC7h/CK9ChtfLjz/ABVlXLHzHOzcua/JXFt3IVup87a74d/sm/c7BuQ8fw10Hh34pf2PoktnKCyj5UZRurtfGHg8aorybdu7+7XCp4Hit4ZYpPmV/wDZ/iqZUI1n+8Li7e6U/tln4mmn80DdIPSucn+FqNfK8B2q38UfpXXx6Onh1lnjA5G08UJrhYPj5ZU+bb6104ah9Wbs7l2gX9E0O2sdM8u4cM4Tjd/FXOw6bbyXrmOVYkx/31VnVobi+hWeGeTa45X7u2suH7RaxMHfa3Zq9RVexunFm+NQt7eL7HgtL/s1xXxd8ZQaD4baBNn2iQbUWqWp+MoNBkeeR3ecJtMa/eP/AAKvCvGvia88WatLcTk7N3yL6CtaMfaPnYSqKxyVy32q7Z3J3E7j9avxx7Y/7zYqo0e181N9o8uFiTXoW1Muhm38wXjO1q7j4D6HHqXjG3nu498CbvlrzWa4+2XWPvV6x4BvotL0pJY8rcRHhk/9mrlrScFoC7n2DaahZ2awJZmWJo9qvs+7XUareR/2dtnRWQjhq8W+H/igXGjteEjz++6u3OtS65pSkRDan3m/hNfPwrzdS0ilK7NbSNN0vVI5fP2bSf4TXK/EWSw8Ouk8Xl7vr96mS6feXStBbnY2Nw2/exXG+O/BuqLYeZPJJOv3gsh7eldV+a+plJ6aFrTfiJZX1tdWdxOIEA3I2/dh/wDarwf4i+IJNU1l3gEMsCDbuQffrpbnw/JpdlK+Njkcqw3ZriP7Pl+YzwSLzwzD5a5V7t9TgqVrqxjuqMizEbuOVzyK0Uujoeiz3sZ2s48pPeoJbM3VykSZ2n+KuU+J/jC00+3g0yJx+5H3VPevpcjwKr1vbT2R51Wf2YnIa/rBjlijSQtK8wy3/AqyvEt5u1GX5/mB5rCfVPtWuWZLbl8wZp2t3Aa9lPPWv0yU7/CYxpWsmI94cNI53KBXmWr3D6lqrEDvXW63qBtbCQD5WaqPw/0FNQvZb+5X/R4vmP8Ate1cVX32kehS/dwc2dVo1qnhfw/9okG26uRx/siuUvbp7qVie1aXiHVpNSu22HbEnyotYe07OT81RJ/YiVSj9qRGsfnS7B6133hnSxbw+bInyoN3TvXL+HdLe+u12IW5rvrmEs8GnwAs/fbXTQh1McRPTkRa8PafJrGptI42wJ8xarvjLXI44WtYD8v9K23t4/DujJEP9ay/Oy+tcDe4uLrL5Zq9DoeZBXfkUrOze4mXYK9a8L6Omj6d9olA81hxWJ4M8OiRxK4+RPm6V1epXAbbgbYkHG2qpx5UFWfPsYd/m+uV8xDVyzt/m8uOP73yrUcMcl1Ns9eldZDDBoNp58u0y44Vq2Oew0SW/h3TWeQjz26V59retS6hKwztVjU/iDXJNSuXIIb/AIFWZYWMk3J+9/tUFpJCWln9onyMt610nkwWdpn+KnWdnFZw5JG6qd5cC8n2cNtqkiL3YW8fmTbz93PFdLptqlrC93L8rY/drVLQtPE0yuQViT71TapqRupcJ8kSfLtqzNmRr18GO/f8392uNv8A5k+c7mrb1CRrq5xjaq1k6jH5cTHP7upNY6HOXEYZmAG3ii2tz98YX8adL+8mb+7TxnYoA2rWNru52X0LtnJ+9VxllrZimfbvFYcK+Xsx92tSGT5c52t2qmc9rsLpX8rJG1jWJeWfncplWWt3zvMCh/mqrdYUMOi1yySe5rBuBzFzfGNmjuE3L90VkTKm7MJDr94q1ampSCYkEBlFYbQ+WxMZKt/dry6sbHq0/wCYoyySL1T5iaqyXBjXoPer0l4Y1bzU3VQuY4pOh2sfmrmZ1Igab5FJ/iqq0w8z+9mrE1i+z5DuqqbV42yQaho2QPMN7Y/nTPM3UGF1bOD/ALtHkleaLDHN/wB80fiKaIznpTxH3FWQJu+VcUu2pdvA+WpFh74pWAjEf3TUiRnOalRfcU9F5phcYse773NSqu3gfdpdu4YxtqRYzIvTtVWJuNDbWp5bbQtu8jZHyrUsVuOrnJpkEXmGR6ljhdjkgqrVI3lru2Cn7nbb81AFqOGJUyDu4qWOaSNFCDapqCPa1WYc7uapGbJVY5yR/wACq7CwbsKiRRs5Bp64ZeM8VujFstcL0/h/hqdZtqcja9Z0TFXGTVxpkYN/DV3MmNnuBjNVS3mNyDTOWduKPM2nkbarmLRdT5dpB/4DV6zuh0I3VkrI8h6itK2ZF4IraG5lLzOgsIdzKcj+9XQW15Gu3jdXL22ZHXHy5962bNtq4IHFehFnBUOkt77cFAA+X5qvQ3W52OBWFE3pV6HG9eT710JnObUd4ZEYd/4a9r/Z5+NVz8OvEkIkmc2UpCTQMeCK8PSMSKhzVlFdX3j5mH8X96s6lNVlySNaVR053ifrt4Y8Saf4s0mHUdOmEtvIPxHsa2Otfn/+zh+0E3g7U4rC8kLWsvyPGx+97j3r7z0jV7bW9PhvLSQSwTDcrLXytai6MrM+ooV1WXmX6rzWsc331DVNuqvfSsls5T71cy3OiVramOq+ZCo9arXVmkMDE4/vVoWeGtkcfMuKrXEP2wMBhlr84cbI2cDlpphcPsRNy1yviCzeMKQnzZ/hr0T+zY7dWH3Wqje6OLiNiB93+GuHVPU5HFx9486urVLq1UOnzY/irEm8Ii+VJI/3TL8pZa9Nj0FJi2Uqnf6a+nwsgTdk8VqptIlTb3PLrzOh7reWTdFWJ4hug1qpiePdjdXear4Zl1JJXcdq8i+Ivl+G9NY7wsq/3q7qfv2SOmNRWPHfiBrUl1dmJCFAPP8AeriDu7fdq/qmoHUJ3lkPzMaoJJwxP3a9ynSUIGZWuJOxG2qF6xaJgDU9xMZpWAqK3s7jULvyIkLt3qKj5UUd/wDDT4WweIrBpzh5W+Z9x6V2Nh8N47NGg37VY/JuNcbZaprHw/gguIhuVBuK46il0n49JqWtPFdkwbhwzDcoYfwrXMqjlFtK5acNup1epLL4PgeJ5CqP8w5+U16B8KfiFLqln5ccS/Im1/8AGuc1Lwe/j7Qo7yDLRTR70b7yil+DOmv4V1W8srsZaUfI3uK86rCnUjfqTtKx9BaA0d5C0qlIJx0Z6PEbI1gplVJ07/3a5mz8WW+i6g8N4gSB+jN/DXI/E/4hWFvaz20VxuZxuHlPu218/UpS9paJzuXK2VvENxpzalFFLiCIHf5chHSsPxt/Y9xbxx6e6Ttjduj+7j0rxi5+IFxcXP2S5lLW5P8ArGHzV1k2tWlvBAbECdpAqhVrsWGnNx7mDqU2cx8RdetfBvhue8jISdx5Uf8A8VXxvrfiCfUtTlkklLsT617H+0V4sOoaulknyxWybSuf4q+f45PMu1Oe9fqGCw/1XDql1MaME7zOy8Osf7StXY/Ln+Kr2sXRkvpc/czxWTpMgXUrWPP3jUutzbZXP92vZT9whq9Qw9WZ9UvEtoMs7naNtdbcsmj6MmnxfLj7/u1UfC2ni1tZdVl+8flh3fzqpqlwZDnOd1CXIrsp+87LYoM25uaVo/OuEiSmRdM/erpvB+i+dM15cf6hPm+aohFzZUpciub2k2Meg6Us7/61xxXW+DtBMKPql6PmIPlq1Yej2L+LtaUY2WcPWuv8R3X2eNba3G1IxtFetThyI8eo29O5zviTVjcS7B8247apaHo8uoXqpsLUyOGSSbZ952P/AHzXoPhXTRpNl58nyuelXa7BvkXKaSQppdlHBGNrEc1QkU3CbAA2f4anlme8myo+WtnStLjs4ftEoC8bvmrf4TluGnafFpdp9ruMblG4K1cd4n1yTUJmP3V+6KueIdaN5MyZ+RflG2sS3tTeTb8bVpjWhVs7F7qbBA6810sNqtvGowVxTYbeO3HA5pl5ceTFwP8Aa61S0FMh1O+2u0cVQaZZmaRfk/etUVlCZpt7/NurrtMt47W3e4IHyjiquQF1cR6TZLbp/rX61y+oXTxxMM/Mf++qtX919onMjuNq1g3lwGuV3vuXNDY0mEkYj3Ox+Y9azb/Mif7LdFrSbEnz5LLn0qlcQq24b/r/ALNSmWmYf2UxtkD5qWTZhR/F32irxX5Pk+7/ALVVTHt3Z+bJqbI6b3REJOVAFXzJuROKo+Xtl4xtqzHJxiixLLD3G0YI+Wqt1NtTkD2209pBtdKz5mkjbI/h/vVxVPdNErmJf53Ngbd1Yck3LAj73FdNOqTP+8HzH+7VC50tG+7hVrikuY9CnO2jOZnbbu5/76rOl+b/AGa6OfS025/hqrLp4X/lnXM6bOxTRi+ZIu356R7p/TdWm+mhv4ajex8sf3qysXzxKq3AZcFOacPKkWrH2Ubc420n2PczYFKwXGrbxsm4Ebt1OW1TcvNN+xndwDUosX9TTBsb9nTLfP0pyW6bSN9Sppu1fnenpaxxnPWixNyGOGJuADtqxHGilf3f3aGuBH8oApjTPhferES7vvcbaa0x29BuqJ8seM05I3bdQALIVGM09Iyzc09LX5uRU+3a2M0AReXtHNPSPd0NTDDLxU3lhfSgm4kcI3rzVlFCrUSKGPFShvL/ANqtEiG7kom4GD8tORj9/dVOVip4P3qPtG1ck1oZ2LPnDzWz96o/MeZt9QrJ5j5NShvLXP8A47VBYm8zbyfu0PiQ4/vdKY8wkXoKP4ciqRJcixHtwO1WrT5nYk9qoLINtWIpApXH41pciSNuG68tNiZ/4FWrYSPtXJ3LWBbzIu0IRu/2q1LSQxtnd/31XbBnI0dXbsPJ+T71XIZvkw4+asG1vgrff281t295Gx2HC/7VdkGrHG0y7b3T/KQflXqtakN0GC/w+tZcWxecVbReMr/3zWhnqXyzxzpcQOVcHcNtfW/7MX7Qa2ATS9RkLW7kLIrHmNvUV8jwt8u//wAdq3pt9c6LdJeWx2sOvNcteiq0NToo1XSnc/X2C4juYVkjZZInGVZTkMKeUEgINfLf7M/7QEN9p8Gl6pcBYT8sbuf9Wf7v0r6Zn1WGO3MsZ83jI2c18tOk4SsfUU60KkLmH4WuPtnh2CUkMrpmuZu/G0Gk6r9nd/vHjbWPqvxAg8B+HLOzkAZ9mzdnvXjr+Plutb3yPuiO7HIr8tqVLwSR2VJ8j5T6UGuJeW4nBG09P9qrNmz3EbHlVrxTQvFXmCAR5WBuqs/zV7JoWoQSWCGNw3FcKq3fvGXxk8dv5cxwKW508XHJHy0faAtyr5+VhWhHjbk9K2TTdgUdDk9fhi0WwluHwqKGb9K+EvjN4wOva9PBFKZIo3bvX1B+038T4fDvh97GBo2uJhtHzdK+GLm6e6med33M53H3avocDR+2Yvf3SvcKd9Vribaqj73+zUksxY4qrNIN3+1XrSGh+nRpNNsOWYnjbXpfw60e30vWYrm9j3RONp3Vx/gjRZdQ1iKTy28ju2K9J8TW/wDZ9oqD5cdK8XFe+3TiwdTQv+NrrStSR7SCSNfvKn+zXlmjfDaK+1mV5B8inIbHWllupFdv4m7/AO0tejeBbqOMQJJINpFcMJzw8OUhTUzt/CviZ/hno7afcgXWlyDiPHzL/utXM3mqS3GtJqdhFIlvncN4+bbW94muLa6+xWnmqyu67f71d/YeDxa6PbxukTq/90fMFrkVovnluwcnsjmn0n/hKtHW8PEijnb96vBvHum3Gl3s5fzHRvmLNX1l4F8MpHcTxSkrHll2t91q85+PnhW3ZnS3TdOiHO0fK1EP4nI/kc9S7Vz5KWx+0X3mg7kHVa7PRbc6LYXGoXBPkQxlo93rVCw8M39nqjSuNtqPmfcPlZf7tUvi34m+w+G/s6HZvHCrX2eUYF1J+1nsjzqs9oHzT8R9YfVNXupyfmeQtXF6a265XPzVreIrjzHc/wB47qyNIw1wx9B96vppO8z1KatTNzTro/29Z8962Z7WTVNVS3QffP8A47XOaPJu16D+6p+9XdWeLFZ7zG6V/lRq3p63OerpaxU1yYQlLOI/uIxtFc5PI8j7Aat3lwWLkncxqGztTcS52febaKp6scVyK7JtJ0mTUrtIIx948tXeTRjbBpdkCyqdpZe7VXs7FPDem4cf6ZN8x9lrtfAHh828D6pcR/MT8isK7aVOx59erfc1tO0+Hwronlj5bhxudq5LUtSLM38O/wDhrb8Tap5juN/zVjaJob6teLkMy55b0rqONXerNDwxorXTrcNlYl/irrbqQzMsUfyoo4WkeOOxtlt4MKq9au6LpZm/eSfc+8WarSsZN8xLo2m7V8+X5bdB/FWdr+ufaAUR9qL021Z13Wkb/R7f5Ik6/wC1XMeX9ok+c/LWqIRCsL3T7zitW3hWzi3Y+Zv4aIrcb/wokuBG78/7PzVYMR5j99ztrJuZvtDqgO7HWmaheGTjPfb8tS6Vp73D5wdzUnqUka/h7S5Lh1LDai9f92tfW7iNY/Kj+RANtWlYaXYIgwsrCub1e6eTkkLUsncxNSuByAfmrJXMkqmSpr+QyS7QQzf3lqSwhLbmcUmXaxakwsTH+BRxVKSTcrfJ97pV+aMbOv8AwGs24xJu3/Lx92mCMy6bzHxn7v8ACtTRwnaqfxVNbWYkk4q08KR7sY3VSsU2ZMtn8+c/SjyfL27jtq4IRv8AmO7b/DTJ4/MXhS+3pTDmKbYbcRVO4kO7Zt+b71aawvIufT+Gq00LLJ/e4+9XPKPMbwlqZc0fmHOKqeW7MT/drUeP5+vy1TuG8s8VxSp8p0KRkTR/3+OarTYY9T/wGp7r5pWApsdq83yjpXO05HWmQxQiZ+BU0tjHD2rWhsxapyPnprwiTqPmWjkF7W7MP7L5kvSnDT9rc1pOot2UY+ZvmqlcXAZ2x81ZNI1u2R+SkYwBULt/dpXk28Coi25ehWsrGtiF8s+cnbUZXvn5asrCWXAqwliWj570WKbM4W/mcipFtTtq+lui9KVl2lePlosTcqJb7T0qby/JfOKk5ximldrqc9aLBcYzHdnP/AaFUs+TSrH97J+YU5VO7j5eKYXHbf8AZFKjfLQrcc0jZXdiqsIl8zy0/wBujzNwz91qjXDbs/eqJmfdgfjVN6E2JfO55ob5uf4RTCpbk96cn3cGkDDaV2mplk+XrUQ+9/u1Kq7elBBIJCvyH7rU9WHchfWmNlj06U9IyvJrUCWOPzCpGNtSrC6jOPlpqfKKd5j9M1VzO5Osnp96rtvdFWXNZ3Dbf4TVm368n7tbxZEjchuB8ufWtmzkPUHdtrl4ZApY5rUsphu38+1dUWcc4HX2N5xiT5a2bVty53VydjdeYWBTa2P4q2baZ1X7/wAprpTRytHRCPdGQD81Rssiw43/ACnrVe2vHUqH+61WJI3Y59PetEyC/wCDvFE/hfW1DylYHfa6/wDs1foH8APixZ61YR6NqcwF0o/0eVjw6+n1r83ry385M4+YfxfxV6b8MPGksPlW/wBoKXUPzI275mx/drgr0FUR10azpu5678bLi/bV4i7uqRn7rH+KvENU8UXMd18k54PrXvfxx1KPUnguI8N5iK3y/wB6vlfW7gx3bk+tfjFC1VJ26HrYtOFR6nq3hX4nXkepWonl+RCPmr6Z8MfE5F8qIyrsYbgymvz/AIdaljmBR9rV3nhjxtcRyr5s77FG3rUVsImrkUMQ46SPv3SvH0GoT43hv4TzV3x38Qo/CukyzvIBhN3Wvi/S/ihPpbqbeTcv+1VT4n/Gq88ZWaWEYMSLjzGY9a5cPgqk6qXQ9KNeE0YHxL8eXfjrXp7yV/3Ac+WtccjHp96oLiYqnB+aq8UjLyM19vGnGlT5ESmWnbaePmar+g+HZvEWq29nEhd5Dzt7VkRyFpOc/NX1t+zF8H5P3Wt38Q3uNyLjtXnYqr7GFzTpY7TwX8DbTQfCKSvAFnaPlpK8i8Z+HX+2S78+WDtFfbWoWKTaUsSD5cba8e8W/C17hHKAtn5q+ec5y97qcteDXwHyRJ4XebdJAhLx9eKZPb3Om2qum9GUZ3L/AA17Xe+D5dHdgYCu7261zXirQfM0p3CFHUfdx1qlLmajIwX948lfxtIoi+0mSW4t33xt7V7fZ/Gy31TwdapHL9lvIQuVYfer5r1thZySxudvrTtL1Q/YNhkC7RuDVdbDqa9C1UPpSH40XG5f3oldxxtRV21BqHiD+3pGkuHO6UfeXtXzv4V1j7R4kRCSyY5rs/GHij/hH9PbkLcOMJ/eAqsDl054jlWop1koXKnjbxBG18ulWh3/AD7pJP4sV89/FTXhqF5Km/cifKn0rr7nWvsem3upyy/PJ8kbMe9eM+JdQN5Kzkjcxr9VhShhqfsYHl07znzM4PW5PnaqOkffcA9qsa18rtmqGmt++61wvc9+PwG5oi7tbgRBubdXW63eC3Xyo/uj5ayfCen/AL6e9PypGNqs3rUWoXBvLzYD8uf4a6FornJJc8vQZBH53Wu18LaOLW2bUbhP3Sf6tW/iaqHhjw6+qXkUeNqL8zt/dFdbqKnVr+DS7IfuIzt+WuylT5tWcdap0QnhvSZfFGrefLlogdxau/8AEV9FpenLAmFUDhasaVpsHhvTQnG4DcWrgtevrjWr/wAuI7kLfw13WsjzedzZTiWXXL9AiHk16Jp2mjSbNYo/vkfvGqp4Z0OPSbPzHH+kHp7VrpbyXTpHFllb5naqRM3fRBp1mbyZv7inmrGs61Faw/ZLb733flqS/mj0e0aNPvd65Lc9w/mn7zGtzPoCRvcSZztXvuq1b2+6bIACio1bauM1aSSOGDl/nqyRLmRLfv8AMtYWo3m52x95qdeXBkLYO7n72azmXzDnPzZpbj2J7azNw6tj5zXdeGtJFqjXEgPy9KxfDuj/AGi4XOdv3mrqdTuha23kRvsUf3ape6Ddyhqt4Gdt5C+lcZqd0JJmBetTUrzzOOdq9WrmruaPc2FLN/FWb3BalV9ilSD83etGxUMvUc/w1llTJL0+U/NWhZyLCcpn5RtoNWWX3q/+yKoyt5k3KFVqe5kLO38Py1A0hUYBLN/dqGCJEb7ycMtR/u92V+Vt38VMOGZiPlb60bfL25Xr826quQNaTc7cFlqRo9u4/dWm+ZtdQen+zTnkaTcR83pTLIlXcPnTdn+7Wdc/KWAPy1aa6MbdD8vX3quLWW6OeFVhuoKRQ8vczE52rVWW1MnQHmt9LWONsH5l+8WoRYIzlz8vZayaT+ItVGn7py6aS+/Ow/LVz7KLNVyQu6tG6vAq4jH3qzDG7PmU7lWsZJL4TpU3P4h3mGTcQap3M3ln5PlzVmb5kyo2qaqmF2VV+9msJGiKEyu3OaiMLbf9qtH7CctvyrU82vC5+audo35jJFruT/aqxDYiROf4auLDHG/z/LTXmSNfkFS1qHtG9CH7PHGP9qonYKehwKV5PM5+9SHpn+KkWkRd2NAYSLgijb6mmpH5mf4VFZ7lXB87lwPlpo+VeKkOI1xjtUXDdqqxQJlmYH5aGypoaT2pvmcf3f8AaosFxxYYprMVRaYe9N+90+7SKHPIcgDvSxrtGeKQLufH3flpdoWgCRfvLUv3jj71RIpkZTjbVhVHc00ZsEx6U5V3dDR97d/DTdxZulUInVgq4X71CyOzZNRpnfw1CZXr81NMlllWOKGZvlApoX5cb/vU8Ki9T81UiBysfWpU3quATzUAkTd021LFI7LgH5au4mWYmdXx95a0FuBHNgfKrD1rL4k6ZVqlhj7mt0zFnVWdw7OrvhttbltfIw2YxzXH6fdGH5CQ1a9tcbtvHy11Qkcs0djBNHIFwPmXpWlbSHawd/mrlbW47jPy1v6bdIy4I+c/xZrdO5hYmffGeKi8yfTbuK6tyVZDuq4+FVTn738LUvlrcWzIR93pVtJog+gNd03UJrZUuyXVOjLXmF14DN5DcXhQqFfalfVesaDFeW11JD91vlKt/DXlnjSxOj6OtvEnzN7V+CUaqU7QPcq3lrI+dZfDPDyIQ2wmqqyfZTsJrrtXjFjF5R+8f4a5fULUyTKcFcmvXj7+5yPU+jvgl8E4/GHw9n8QT/PL5zKFb+FBXkvj3SYtD8Q3lmg+WI7a+yf2aY7dvg26W0i+Ud2/2OK+QPjxD9j8Z3nlncCc7qypzclL1PWxFKNOhCUThrlht4qr5hj4qGG43LgmntMNrY+9Xqwqq1mZ0ay6nUfDrQ01zxPZxyjdbpIGk+lfpN4AaztdJt7e327kQL8o6LX55fDS6/sef7QU64r6c+GnxOWPc4n2sn30buK+YzKpUdS/RHTSrLn5T6kEYmTAztqtfQxxouU3Cub8P+OoNaC+U4ZsfdrVv7h5Ifu7siuNV4NabnY9ro4XxNDYTTuSAu08s1eJ/ELUre3ie0AO/O0Mte7XHhl76WcOdyv0X+7Xh/j/AOHt6t9KMuqqch2q6er3OSrT0ueA+KvhfP8AZnvJCfn+dP8AaryyZZrUvGD8or6S8T6b4kk0T7EE+Rdy7lH3hXAWXguLTYHuL9AixHcd1e3hlUrWgcdRKOxyng/SV0m0fXNQzFt/1aetcb4s8ST6xfvJJJu3HhW7Vv8AjnxIb6TyIvlt4/lCf7Nee3kyeYpPzMT92v0PB4aGHhpueXJ8xifELxAbWKzsuihN5X61xeot50CyA/erR+KcgbVuOyLXP6VcG6sJYj99Dx/u0qjfOelSppQTOe1bLK1ZdgxadR/eO2tTWPl3c/LR4P0satrEUePlU7zXO/jO1O0DtbvOl6JBbJ95/meqGjaeby8SNAWdjtFT63N9ov2RPu/d216N8PfDqaXZ/wBqXifKBuTdXdCPM7Hn1Kns4+Zclsx4R0Hyhj7XcDaa6HwN4dGn2/2yQBp5fmO4fdrn9Ihl8Ya813Ln7PEeFrtNe1A6PYeREf37jaFr07cp5DMbxhrD3D/ZLc/NnmpfC2hrbwtczjc56UzRNJN1L9ouM7c7vmrfKuxWKP5VJrRIzbtpELdXuJtked1ajsmh2eT99qLaOLT4Wc/frnNX1B766yz7kHyhat6iK97qEmoXTKBuqSFSsagD5sVDbRyRvlFG5v71aMUaRp8/3h/dqkwfYqmEQjLjdmsu9ugrNs+b+Gr+pXC/KMbq5+5Y79/3Vpkoke+RrbyhENzPktVjSrHzJlfZuYtxVCHNxKoT5tx9K7rw3paQjzXH3f71CKZrWFqmm2W4/fP96sHV7wSSsB+NWNb1QsXQH5fuiubvZised9aMgrahcBlVN/8A3yKw7nblsfNVy6mGzjFY8zbdxOd3as2aRJEmMbdK0LXLbX+6q9aw0uCz4NaKMWTAO6obNWi/JIjbifX71UftQY5T5tv96nFjswR9KbDCY9w4qdRL3SRsydAOn3ab5hY85/u0TSBeo3Y61S+1FTvHf+9U3GkWl+V87t1RNIWLMh27f4apvN2B21E0gVOu52NNzKSLT3G2bkfd60SXkrLnG1e3+1VJpmkDAEbajubg/KM/LjbRzFKFy0986hs+n8NQ/aHkTIzVNJD/ABZ2inLcFlwPWsnI15LEyYVeT81D3CsF/uiqsuVRyTubNMZnYKifKorPmL5e5YMkahUJ27utI8gj5Q/pVb5VbkbqYZtox/DUNl2LSt5iLIRVee88tsYqs90egJ25qvLMfmrBs0SHy3Rbd+lQmQyChFMi5P3alf5fT/gNSURJ8palVdx60JGWfk1Z8sRxK5FBdyAQ7d2TuWnLsVcChmZeB92onzupWK3Gu3cjbTOc+lIen/AqRcrSHcHbdx/49TeNuPvUFW60zdu6ZqNi0G7sBT/l7HFJw26pQu4LxQFyNev95qkSHd1+7T44wrNRLII+KCGx33eKTimK3Gf4qRFLNQFh4y3epEU7VzlqVYRmnBtrY+81BNxUXljU6yD221Ay7jnPWpfL9K0RmO+eQrwOOlAjO7P3qdyoxgs1Wkj2rx3qkTcieMtt4+apbaPaGz8rGnuyR/7TLUQmaTpWtgvcsFkVOn3f7tO3GTaEPyk1Fxt+d/otTplk5xTTMmTQxvnINX4bgs68n/gNUIsKi4PzVOs3zqCK3TMmrnQabdeXuGd2a17OYb1Ifv8AdrkrdirKQ3zVpWl1u7FWzWsWZSgdyjCRGOQ1WoZDsrmbG+Zkz/F/FWzb3Q2LW6fMYNWP0j1LQ/sbuAm5XNeeeM/A8+qO8iIWWNPu17vLZxzXjB/u96vpodtNDKDGNr/LX860Kkb8x9U6HPofButfDuRtSYyofZaxtW8FiHnG5UH8NfVvjz4ex/2k2xNqZ3D3rjNb8Az3UHlQW+58cbRXtRrtNI4JYexa+BmoHwv4JvRb7Ht503BW+6HH3q+Xfi9Hf6t4nv7uSPb8+35V7V9kfDLwmdJ8E3lpexfMkhbbXjvxV0vT7hJfs2GuOVMeKrDtKU79zrrXrU1Dax8iNdP9o2Eba9j+H/wtfxIkUxBaDyPNO3+KvN9c8Ny292xSN9ufSvqX4K30Fj4FgMg23kMLL/suprTF1HQipROXDUuaVpnm9x4VudPvGtYE6D+GjwrqU+j6rKhDMzbsrXuvgPQYtc0q/vZYwzB3cNivLbi1i0/xbeylPljBAX3ridX2yaka1aPJacep02g/F6fQZAQu3/Zr0jR/j0mrTwRl1VsfOtfLnii8dbx3jBWBem2ufi8RXFrMskUhR0bduU0vqcX70DOninB2P0a8N+KLTVETy5Bz71X8azW0MPmhI5WHVW+bdXxt4S+Ml60XkIZEugOGz8rVcg+MniPWNWa2ll3/AMLr/s1yU8LXlPkiem68HDmPoDxHrGl2+j+beW21gn8I+XFfHvxY+ICahfT21kAluHb5V7103xL+KU8mmpYpJ8qjnaetfPeo3z3lyzk96/Ssoyx4Wnz1Nzw8VX9pO0SreTO3mu7lmNZDq8knT5c1pTL82w87qSeMQpjG5Vr6iMNDgv8AZPN/iUwXWJBjsP8A0GuU0G4C3rD7uQVC11HxIYSas59lrhLOby7+Ij1215lX4z3KSvSJNf8AvHP3q6TwBZmz0q6vcDc/yI1YevR7rlU/iJ4Wu3NqNJ0S1tI/lcjmlCPNK4VZWgkO8JeH5PEmtqOdinc7e1ek6/cG+uItGsvuL8rsv8K1T8MaafCfhfz9m6/vBtRfSui8NaL9lRp5junf55H/APZa9ajCyueRWl75qaZZ2/h/T1cIFUfKPdqx4bWXWNS+0yybkWp73Updcv1ggG23j+Wtm2tY7eLy0HTq1dCOV6DkX7sUaf8A1qu2sKRpkY2929agtoTNKyICqd2o1i+FjC0cYHTmrIsZ+t6tuRo4ztVKybdSz5eqqKb6ZpCNwFXUUs64G1aoGXra3aQ5H3aj1Kb7OmMfL/s1PLcC1t1OdrVz81w95cbAfu9d1CJerIZZnuC2M7KozfvOB92r16wjRUjPyr1aotLhNxMp/hbpx96qZdjZ8Nab5jb3SupvriOzhWJCP71V7Hy9PtcudrYrn9a1bc+UO6mRuRajeBXbJrGe48xfn+Wq8lxJNLkDcuaneMqmT81BVrGZeSFTvONvbdWPNM8h5+XbWhqkn3t5+70XFZEn7zn+FqTZtTQ+Dqz/AMVadvN93qG/vVlW0gU4/Or0Mg3cfeqVbqVPc1FYRlcDc396msy7f3hCt2qLc8zYRsNiojJzzn2qGyLXFum2hgMc+9V38tU4qWWPcjE1SdTJwPWsjYiDCRmNMiYb9nG3vSySfM0YqEL83FDZSRKrBV5I61WdtvIqRo/TLc80phCxsSfmz92pLIjn5TnrSNGf92pEx8xc7qRo/nzxtWpsUhix7uppWYKWP8NROxZv51DczHZj7tQ2Xa4+abamON1UjIJGyW20LJufn5vWonXcuAO9YNmqVgDfMw/hoEfbO6lWMtt4/WpWULt4P/AaEVcZH825SflFSpHt6DpT0j3DONq1I6+WqjjdQkS2QIoXcT8tNlbcOvy9qGb5eah3bhn7q0rjGzSHGKiK7u/zGnsvfO6kKlc5qWaIj3dhQfXNOCqy0Bam1hjJZN3A+WljjO3pU8Nuq9al2hePzosHPrYiWPbzin7Rsp23aAf4qguJioqmhLUHkHY0zaWbkjmiKPzG5qx5IVf9qsxieSe9P3IowPmanbjI3+ytPSHaMkjdTaExojPU/LThjsPmp0jbkyTUaseifxUIzHJHtbruzViGMs2P4VotbcKGL0lxqEcfyR/eq0NtvYts0dqmWP8AwGqU2obn+Q/LVB5jJuJO6p4YxjJpgolpF8wby1SxMF3AGqok2nj7tPEny8fLuqriLSKDuIp/nf8AfX92qke9fRlp6s6sTVJktGkk3mRL/eWnJcbixJ21Shm+bAFWIJkkLD86tMzcbF+BiwyD92rVvMV27/vN/FWbHIFcjnafmq1DiROp21rcyaN60uhGGP8AF/drSttS2rsz8p/i9K5y3b7pzV1JAvzZ+7WikZNH7P2GnvNMruPl71o3qpbwgCtFFRTtAxVbUrUNCxzX4P8AVVTpvkPrUnFHOTaTHqE6mT5lx+VRXGl2uju8kkYZQPvU63aW1u5cEshq1dZvolD/ADKflrgVacNyNOm5y5mF5a3EdvF5STdK8S8Z+Dfst428fNKfvV9Ex2MdqijYNtcz4w8KjVkacD5lG6uijWbepzum5u580/Ebwfp2l6bFJH5fmSAIkaj5mPrWz4e8Ivpvh2z80+Usg5ra1TwTPdasksuZUQ8bu1dZrNidY0y3sYINrxIqmvSq1faqCb2HTs3Kdi38PfDM+m+GbyLeFRxuRlrxr4h6alvfziJA7u+19v8ADX0fpmnz6T4SkiwVYJtFfPuqRzw+Ip53/exF9kit91q46TtdsK8k4JWPJfG9uLWwQAfMwrzQKd7A/wDjteyeP7MXDuFTcg/SvLJbF/tPlIp83O3bivZw8uePunhz3NLwWo/tJhjexHFbfijWrTwzbuIMNeSDaXqCGG38J6U1y7f6a4/i/hryrxLrkmoXLl33f7Wa+zwGXqk/bVNw55W5SrrHiKS+ny7luaZY7Jg8o+7XOSyGQ4T5uanSSSG2YJnrXvJuDIaTRvLb7t0hqjesVwmdzMaS2vJJAoI+9Ueot+/Qjsa76cuc5XeDPM/iMx/tmUHtXAvIVmz/AHTXofxI/wCQtOfUbq83n+81eJW0mz6Ogr00dppunjUtXtT95Rtfc1dvpem/294lijKfuozuO70Fc78PV8zTZZym50+QNXr3gnRU0/S3vZfleb+92FdFGNzgxErM0HsTNcrIU9EgT+6PWjV7rydunQfff/XOtXJrgWNs05J+0SjbDH6VFo2jmH/SZ/nlf5jur0kuh5N7ljTNL+yxKBjn5izVeRfMfyoz/Fy1RSTH7iZVT/FV9MWMKu+Fdh8taXsQLczJpsDBMb+9cbfXUl9N5Wf4txqfVb6S+uWRMt6fWokt/scLD+NurVYEsK+X8iDdtqwkZbceFUVDZ787Mfe/ipdU1BbO32IN0tGwWuUNV1Lc2xDuZflFVY18mHzD/rD/AA1Vtme6m8wDrU+oTCNMAjdmhfEN7WKZkMz7OeTtrqNCtTGPMkA3KOKw9LtzIyvj5q6hP3NtwfmrRCdhmr3R2bB2rjdQvNz4GK1dV1B1TGRz/DXOIvmTMPSpbHBWL9jD5nU96nv7gQxsEyzf3qfbxpbw7xWDrGpH5sf980Ald2M2+uPOmYsfmqkjbmamlvMb/Zq0lvxkVlds7Ph0Gxfu9u7+KrkEZ3M6nGKpt80ioP4f4qvIoj4B+tWQ2WIrj93jB3UbeF42t/dpIZNu4uPu9KjeYdB95v71T7pO7GSb5Csfv/31S3CiFfKJ2N1+WjaYWyD8y9Fpj75EeQ4Zn/ipW1uWVRH958haB1psnylUx/s1IF8uJXHytUt2AAu7gD5qbN8u7+H/AGab5hZ2Lnb/ALtQyyeYzYO7mk2UkNlb1+Zm6UxvlXkmmmTy06VVLNIVOcZ/hrJs3SCaYNwDVV2dixP4VO8e75tnzUeWVXkCsrG0dCIQnNP8ksF421OsYzuyWapkUtxj/ap8omyqkYVOPvZqRI9z5OKtCPzFzioy3l/doaM7jJdnc7dtVZGHXPzU65kMicmoGbc2QBUNmiQ3/WMxNMfouKe8ntSbd0XFQzQjMffIWpPJ+TPelVdqrxlv9qnBThskHdRYkYqhW4+XNLHblipOFqRY9201K7CPgUWLbDaM4421A8gjVhj/AL5pJZDuzmo+ZDSJSGvJ8tMEJkbJxU6R92G6pQpk6DatBd+UbCo+YDFSxx7utOSEKW/ip7yItKxFxyRp/AKrTyDd1pJrrjCH5qjt7d7hs/wtQtBEiKZm4ztq7FbpCuXxTkVLNPSsu+1Yt8iUxpOWxNfal/BH92qUcm5uRuzVNJGyz/eq9BH8qkg7qzbNUuREqR+WuWxuqZcyeqrUkMPnNkgrUzMi/u0G7bVozuhPsu055pVh28nDVIsjrtx96mtj5etUiRd/sKVW3bv4WprRnGaBiTnimwGxSeXnndUok/jGKhVRv6/LS+YF7fLTEy9FJ8m/jircMw25zWWjeX/umpYZBH3q+Yixt29wF4c7m/vVajmLdB8q1kJIsfQVNDcFWxn5TTT+yjBo/dRJD8zn+GmPcGccVVnmO3CfxGnafD5e/d67q/Em5zWh9K2Ne1Ee4kbqpxt+/Yfw1qGTccD7tZrx/vG+tcE4ag9CV7fzplxTryz8xPLwdv3altY3359K0i4WPnFNU+da6FqxxE/hm2VGfyh977zVTi0OCO8SXGzHSulvJNztsFUJoTtVyKw55Q2M37uwa9DHJo7on3mFeJ6x4JnaWfZEW3vvHHWvZ7mOTUIfIGV/2qs6doscKeXL8+4cbq6qdfSzE4e0Pla+8H/YYLuS7Tdn+8OleT6np9roLz3cmPPfPlq3YetfSnxv1C38Op0Cs4bEdfG3j/xM95c75H2/wmvu8nwnuqpI8rEWh7iOW8TeIpL6FoxIW5rz/UL4b2Gfmq7f3nk3M5BOwr8lc1LvuJc43NX2UpHLFI1rNu/rWsFj28/gtYNr5kO0H5av210ZJGz2q4yX2jNo1RblRvHy1QeM3EjEH7pqy+pDpmorOQzSMoFdlNrc53seffFKNVv43+7uRa8xdi0q91zXpnxauE+3RRfeZE2n/ZrgNIs31DVLeCMbmdwtebX1noe5h3y0k2e6fC3wuf7CtUYfNJ878dq9LmaLpjbb2427f7x9KqaPp72OnW9pEP3rooPstTXuMpaQfOo++3vXdShaNzxas3KbK1pZyX161zKNzHovpW+dkcbE/KuOaZZ26Qjj5QP4mqBmfULjy0+VAeWrpOUsWUfnO0snyxL0rF8QasbiX7PAfm7/AEq1r2rC3tFgg+Xb0X1rBtlMbeZIdztWwE1tGbeNZCP+BURYmbe/zNRc3TyIiEfInTb/ABUkWIR5hPT5jUoGWLi6FrHv+7XL3t095cr/AHT8vSnarqwaXknZ2Wm6ZC8zrK/3VPC/3aGWkX4VFvbs+NrYrLaSW4uN5xuq7fTFX+Qbs9aitI/MmUY69WrQg1tKhfdvciruqXX2dGCHdxxSQwiGLL44rC1e+LM5J+lWFzPvLppJPnNGnxoxaQjdWXcTfaGwh6NWlZRmG23uQq4+7WRrbQtX1x+6wj7dtcvdsZn5Hvuq/eXXmBeq7qzZZDv9ahtFxRGsaKOvzN0pBIVbH5Usi/LlfvdttSWkO5lc/wANC1LuPgjH+9ViD+IEH/eqJWHmsQdq4p0t0F24G1VFWRuTyyHZgY9qq/NvY/eprzeZtcGp3baFBx/wGsrXLtYjlYqmOufmamPIFTHT0WnNMNu5BVd1LH6UXsCQg/vk/wC1SOztEuWoXK/Oc7VpUkXGSKRRUOV71GWKspz97+GrUsg3YOKqydc1lM3SELeZ0poj+XimrHuZhnatOVSvSiw9gCnv8vrT4rcSdttTwwluB3qX+Fv9mnykNkAhRdwpyqFX79O3FutRPInZv/sqWiDVkUsx2cjdVN5HY8CnyZZqhMhXjjbWcmbpCZPtSFhHuP5UwsduMZp4hMi5+7g1kyhrLuVcCnFd3+ytSn5WxQMdqLCuNC7tuPu96ljjFIq7Y2/2qY8npVKyGPeQq2Aflqs+Wfg8U5m+b/Zpw9SKW4Ee3b2qTb3A+9Uu31oRdw6mpsO5GkZbt8tWvLSNP9qkXEYqB5ttGxG8h7yfe31SkuNz4B3VE9w9w7AKfar+naSZPncbaNzR+5qyKxsTM7EitfdBZxqgxuFJNdQ2KbEwzYrnb7Uv3rHNS2kRrUZJqF8WfiszcZHx97NMXMkvNaVnajZuqNzp+CI60te5FX0jLfhTraEsq8fLWgI44R2z3q0jBsrursmE+VaamF3DPWpLiYsMJUQbc/PpVWEP+70oRhsxg7qiZfm5pyfKPmqgHqwZmA+7TE+XIpu75WIppkFTcB24MWBpsmF2j7tQvNtZSP71K9x5x/u7f4qm5di0mdy8jbUu4SMuPlqokwVsO30p4znKmpuS4lxZj3+Y1aSTiqMSuzYFWrbbvwR2rRMho/dZFMaLn5qJbwRxM/3eKY7PGm4elVrlfLtt7jO6vxWUnCB67Zf0OYXkLswokhXzmB7GodNk+y2eR8uRUf2zdOjyfcY7amNRSjys0v7qNOGQbsYpZ23cD8aY8IVN4pdObztxPPNEouT5C4lf7Ht3OazrmPccc10t3GFiYD0rKmt/3P8AtUqmH9mrBLczrZdr9PlrRitzI6O38LbqLS38tMsN26rYxGGP8Nc0KXUR8eftivLpevwYP7pod1fGPiK8N1u/2q/QD9rvwW/iLw0mp24Lvb/K+3+7X5663/o80sf8W7/vmv1HKq0KmGXL00PHrK1R3Oe1CZbqHZgb1qjp0YZ+flqyuIbtZD61Wvl+y3SS/wAL/Ma96DuczRrSWqYUj71UvLMMrY7mrUV4GVX/AIajmkDFnrVWZjqiqq7Xyx25NEmsJYic5+btUWrSCOJTn5m6Vy2vXgaBsH5qlvkNacOc5LxNfSaheSyPn5q6P4NeHZNW8VRTlC0Nv85b+HP8Ncdc75p9nqdtfTfwt8LxeFfDUFw6f6RcAMf9r+7WNOLnM7a0lTp8qOnmkOm2uCA15KP++RUWn2u1t5G7NK+WuXL/ADyvy7N29qlubhIYdifMx+X5a9dLlifPti3lx5xaCIf7NLLImi2DZx5mNxam2qizTzCfnP8ADXL65qUmpX7W0X3B1q0gsQwzPqF29xOflHRadJIO5olxGixDO37zU3dHtwRuaqEPhbzH5+7VXVbgQx7Afu9anmmS1t8j5Xb5vpXMXl1LcS7P4P71BaRXSOS8ulAJ+Y11UOLO06VQ0ez8kb8bm7NVi8mLHAwq0IcnqVZG8wqedp6Vf0yE+YuB93+KsvzBvwfm2dFrcs5EjtN4Tax/vVrcTHareGOLZ92uSvLwNu4y2eK0tVuPO+QP9dtY3k7pfv5xUtglYlsoRvwV6tUupXnDJj5R8tSIpjhYn7392ufmm8x8u/zZqGzWK5iWeQzKoHy+tQc4/wBlWpEbcWH/AI9UrK6oPRT/AA/xVKaNYht2/wAY5p80g8lUT8WqCb92inj86iEiRhSX3f7tILXLZkEabiQzYqCeRpioANQbtzKQ1WNwVMDG5qLhaw6JvmAPyoKlmkSToD/vUyPPp8tSlQu3NWTcjKjoo+VRupHhLfP/AHqsbT8x4qvLNzz/AA0aAiB18t1AzUS5Y7D8tTzL+9y43N/6DUAyrMchahmkQ8naOOaZ5e7ccbVp4bb8u7/gVOLeY64+ZazsO9iOKHuRtqRLdO+d1TJ83L4+Y0NhTkH5hWiVgbuI6+WGPO+oCxbr83H3aJroLwx3NVfzi3IrNsEgeY9h/wB9VA8g24ps024cHFMEZbkEbaxb1N7aDiPumomxmlfDdTTEjO/J7dKOpoSpblmyzU9mC7sD7vzUGT5uahLHLYoehn7wpY7aPu0PllpjZU8H5alF2DzvM4ApoYsdlS20IYt/s1OkYXn+6aLcwrjUt9o6/NTmjG5f4qe8gYY4WolmCtg0idZEj5+XkVHu27s1E1xtds/d7VUnvN3+9SbKsya4vBhlFUxI9w7ADdxTIrd5jXQabo4jCyS/KtKzmW2oEWk6Pt/eOdyrVy/1BLdPLi9Kg1LVI4UaOMjaK5e81As2QdzUOSgiVF1HeRLe3xZ25+aqQVpj0+ao0V5nrWtLMKVJHzNWVnI6vgQQWYVcn71bNpY/KCflWmWFiflLn6VpGF8L/craKOScxrMkPEY3N/eqIq8gbj5qnLJGnFVXkLd6q1jNMGwu0Nw1V/mzwTRuC/OTu9aFk3NUtmliUNzh6UqM44pFXcM/eqB2+f8A2aybLSB22hsVWebn+61Mmk+fg1CzFTmouapEpY71NPRhs5+8tM3D5acMZ4pgyb7xUH+GrkXzIqnvVNGKrlhT1kOelAi95m08VMjcqcnb91qoK3ofmqWGbhgT8tBLR+87Rn7OpPy7awdX1BZJ4rcSD3rdv3Mdj8vHFeY3Ez/25949a/FsU/ZwSR6MnZ2PQ/tSeT5bjayisnUbzzGWOM91+apY5CYFzz8tZlud90VPTzK40+oTfQ7q1O6zTf1xzUlsBEoONtZgmdHjQH5SK1HGYK9SlLnOiOhUutTBuViTn1qOZirqKhsoVe9kYjmtKCJXkbI6U7e03JWpUhmO9UK/LmrV6v7pgv3jS3ESB8gU+T5k59KIQ5dCmtDC1Xw/b+INHutPu13JMhQ+1fmh+0j8KLn4e+KrxfKPkOdyMtfqFF96vCf2rfDGna14IN3dW4edBgMOK9nJ8RKlW9ktmefXjeNz8triQKzB/Sqq3AkjaKT7rdGrU1y2jhvpkUYUGsC45NffRlqcbQ+O++yr5BYse1OuNY2hR95u9Zt67SPye1Z8jk1Tk1qXGmprUl1XWvMOCfu1z2o3nmBuflqS/PAPrWZJ8+3NQ5XOinTUTrPhZ4TfxN4iid0H2WA75GYfLX0XcTJDGoCbdo2wxqPu/wC1XE/BLTbeDwqsqJiS4lxIfWu2u2xPLwPlGBXo4aOlzycVUbZXe4+zpz8zt1qKFRG/ny/e7LSRHzLgFuaFcvvz2ruueeU9Yvvstu2H3SyfKFrJsofssXmuNzv81MvT5upDdzt6UtzI2zrVrYaE8ySRmc/dz92pY/uM8n4VCHKdKr6hM6LgHtUF2uVtRvFmkaqNvH9olUZ+XNRP8ztmrthGqycCrHaxrJ+5hbHy+lULiQKrYI92qZ5WZVQn5ay5vuuferJJ7aRftK5xt+6av3twNrAfdrKs0Aib/fqa5Y7am4bsoTybUfGPmPFRQMVjZyflzzTLro1MDnyUXtRc1toF9dPsb+61ZxUdcbcileVnuGUnimwjcOaybuaJWJIFRVUH71DzO27ZhVFNPytx60szFY+KzuMgGGlyxO2muqbmCA7F/ipoc5qRPuNVlvQb83y8dqs20Jbdn0qIKA7fStGH5AuPSqREnYbtO3rtWjbudT/dpkn3PruqOLqjd91WnczsPlkDbsn5mqqjevzLirUnzwvmq/lqqtgVLZSIvnZcinpGWVge1IGLjaematlBs6UJGiZD5cahgw2+lKFjjOEGfSoo/mbn1psh2PxxSvYncSSQK7DJ+X+GoJboqjAfNupqD94W71Gihg7HrWM6jZuooa0j96iaQ44qKRzvWj/lmv0rM2sG0s392hlMKYzuqZ/urUUXzS4NTuDHRRnr/DUr9MEdKc3FDf6xavYi5BNJtG0Y3UyP1/vU7/lo3+9TPWkWiTcZGwB/wGpIo9vBw1Ntvu7u5qyPvNTS0ExNwjHyVC8w+ZP4qidzl6hX+Kk5AkTD73NRPJtdiTULOwOc1XeRn6msrmiQ6a6ZmYCmW0Jmmzio1G6bmuk8P2cTLuK80krscnyomsLNLeHzZcBap6prW4MkZCqKf4huZFfaGwF6Vx97M5duauUraGVOPtXzMkur4yPwd1QQxtM/JqKJQ5yfWtyygQIrY5rnSuztb5dCSxs/LTJ+9WvaWZk5/hqov8NXL2Z7WzPlnbxXTaxyTd9Cea8itV+/u21n3mvNI2AawLq7lfdlqqmd3bBNYSqM2hRT3OiTUCyYJ3U7ztw/u1j2NacfWhO5nJWJ1UqPmqxb7WqAdG/3qfbsSBSYvsks0whixmsuWZ5Gq1d/ezVB/utWZskOfcq0zduODTUYt5maP42qkWWkbdwRuphzvzUe80iMd1SKxbWb72KPMKjOaqr1apByq1ZLRaSZcdfmarCyblqgnFW4zw31oFY//9k="/>
  <p:tag name="MMPROD_14434LOGO" val=""/>
  <p:tag name="MMPROD_UIPERSISTENCEDATA" val="MMPROD_UIPERSISTENCEDATA"/>
  <p:tag name="MMPROD_UIDATA" val="&lt;database version=&quot;11.0&quot;&gt;&lt;object type=&quot;1&quot; unique_id=&quot;10001&quot;&gt;&lt;property id=&quot;20141&quot; value=&quot;ECE/CS 552 - Introduction&quot;/&gt;&lt;property id=&quot;20144&quot; value=&quot;0&quot;/&gt;&lt;property id=&quot;20146&quot; value=&quot;0&quot;/&gt;&lt;property id=&quot;20147&quot; value=&quot;0&quot;/&gt;&lt;property id=&quot;20148&quot; value=&quot;5&quot;/&gt;&lt;property id=&quot;20180&quot; value=&quot;0&quot;/&gt;&lt;property id=&quot;20181&quot; value=&quot;1&quot;/&gt;&lt;property id=&quot;20183&quot; value=&quot;1&quot;/&gt;&lt;property id=&quot;20184&quot; value=&quot;7&quot;/&gt;&lt;property id=&quot;20193&quot; value=&quot;-1&quot;/&gt;&lt;property id=&quot;20221&quot; value=&quot;C:\Users\Mikko\Desktop\&quot;/&gt;&lt;property id=&quot;20224&quot; value=&quot;C:\Users\sanmi\Documents\My Adobe Presentations\ece552f2019-Introduction&quot;/&gt;&lt;property id=&quot;20250&quot; value=&quot;0&quot;/&gt;&lt;property id=&quot;20251&quot; value=&quot;0&quot;/&gt;&lt;property id=&quot;20259&quot; value=&quot;0&quot;/&gt;&lt;property id=&quot;20263&quot; value=&quot;2&quot;/&gt;&lt;property id=&quot;20264&quot; value=&quot;1&quot;/&gt;&lt;property id=&quot;20519&quot; value=&quot;0&quot;/&gt;&lt;property id=&quot;20700&quot; value=&quot;0&quot;/&gt;&lt;object type=&quot;8&quot; unique_id=&quot;10002&quot;&gt;&lt;/object&gt;&lt;object type=&quot;2&quot; unique_id=&quot;10003&quot;&gt;&lt;object type=&quot;3&quot; unique_id=&quot;10005&quot;&gt;&lt;property id=&quot;20148&quot; value=&quot;5&quot;/&gt;&lt;property id=&quot;20300&quot; value=&quot;Slide 2 - &amp;quot;What is Education?&amp;quot;&quot;/&gt;&lt;property id=&quot;20307&quot; value=&quot;257&quot;/&gt;&lt;property id=&quot;20309&quot; value=&quot;-1&quot;/&gt;&lt;/object&gt;&lt;object type=&quot;3&quot; unique_id=&quot;10006&quot;&gt;&lt;property id=&quot;20148&quot; value=&quot;5&quot;/&gt;&lt;property id=&quot;20300&quot; value=&quot;Slide 6 - &amp;quot;552 In Context&amp;quot;&quot;/&gt;&lt;property id=&quot;20307&quot; value=&quot;258&quot;/&gt;&lt;property id=&quot;20309&quot; value=&quot;-1&quot;/&gt;&lt;/object&gt;&lt;object type=&quot;3&quot; unique_id=&quot;10007&quot;&gt;&lt;property id=&quot;20148&quot; value=&quot;5&quot;/&gt;&lt;property id=&quot;20300&quot; value=&quot;Slide 8 - &amp;quot;Why Take 552?&amp;quot;&quot;/&gt;&lt;property id=&quot;20307&quot; value=&quot;260&quot;/&gt;&lt;property id=&quot;20309&quot; value=&quot;-1&quot;/&gt;&lt;/object&gt;&lt;object type=&quot;3&quot; unique_id=&quot;10008&quot;&gt;&lt;property id=&quot;20148&quot; value=&quot;5&quot;/&gt;&lt;property id=&quot;20300&quot; value=&quot;Slide 7 - &amp;quot;552 In Context&amp;quot;&quot;/&gt;&lt;property id=&quot;20307&quot; value=&quot;259&quot;/&gt;&lt;property id=&quot;20309&quot; value=&quot;-1&quot;/&gt;&lt;/object&gt;&lt;object type=&quot;3&quot; unique_id=&quot;10009&quot;&gt;&lt;property id=&quot;20148&quot; value=&quot;5&quot;/&gt;&lt;property id=&quot;20300&quot; value=&quot;Slide 9 - &amp;quot;Computer Architecture&amp;quot;&quot;/&gt;&lt;property id=&quot;20307&quot; value=&quot;261&quot;/&gt;&lt;property id=&quot;20309&quot; value=&quot;-1&quot;/&gt;&lt;/object&gt;&lt;object type=&quot;3&quot; unique_id=&quot;10010&quot;&gt;&lt;property id=&quot;20148&quot; value=&quot;5&quot;/&gt;&lt;property id=&quot;20300&quot; value=&quot;Slide 10 - &amp;quot;Technology Push&amp;quot;&quot;/&gt;&lt;property id=&quot;20307&quot; value=&quot;262&quot;/&gt;&lt;property id=&quot;20309&quot; value=&quot;-1&quot;/&gt;&lt;/object&gt;&lt;object type=&quot;3&quot; unique_id=&quot;10012&quot;&gt;&lt;property id=&quot;20148&quot; value=&quot;5&quot;/&gt;&lt;property id=&quot;20300&quot; value=&quot;Slide 12 - &amp;quot;Performance Growth&amp;quot;&quot;/&gt;&lt;property id=&quot;20307&quot; value=&quot;264&quot;/&gt;&lt;property id=&quot;20309&quot; value=&quot;-1&quot;/&gt;&lt;/object&gt;&lt;object type=&quot;3&quot; unique_id=&quot;10014&quot;&gt;&lt;property id=&quot;20148&quot; value=&quot;5&quot;/&gt;&lt;property id=&quot;20300&quot; value=&quot;Slide 13 - &amp;quot;Application Pull&amp;quot;&quot;/&gt;&lt;property id=&quot;20307&quot; value=&quot;266&quot;/&gt;&lt;property id=&quot;20309&quot; value=&quot;-1&quot;/&gt;&lt;/object&gt;&lt;object type=&quot;3&quot; unique_id=&quot;10015&quot;&gt;&lt;property id=&quot;20148&quot; value=&quot;5&quot;/&gt;&lt;property id=&quot;20300&quot; value=&quot;Slide 14 - &amp;quot;Application Pull&amp;quot;&quot;/&gt;&lt;property id=&quot;20307&quot; value=&quot;267&quot;/&gt;&lt;property id=&quot;20309&quot; value=&quot;-1&quot;/&gt;&lt;/object&gt;&lt;object type=&quot;3&quot; unique_id=&quot;10017&quot;&gt;&lt;property id=&quot;20148&quot; value=&quot;5&quot;/&gt;&lt;property id=&quot;20300&quot; value=&quot;Slide 30 - &amp;quot;Abstraction, E.g.&amp;quot;&quot;/&gt;&lt;property id=&quot;20307&quot; value=&quot;269&quot;/&gt;&lt;property id=&quot;20309&quot; value=&quot;-1&quot;/&gt;&lt;/object&gt;&lt;object type=&quot;3&quot; unique_id=&quot;10018&quot;&gt;&lt;property id=&quot;20148&quot; value=&quot;5&quot;/&gt;&lt;property id=&quot;20300&quot; value=&quot;Slide 31 - &amp;quot;What’s the Big Deal?&amp;quot;&quot;/&gt;&lt;property id=&quot;20307&quot; value=&quot;270&quot;/&gt;&lt;property id=&quot;20309&quot; value=&quot;-1&quot;/&gt;&lt;/object&gt;&lt;object type=&quot;3&quot; unique_id=&quot;10019&quot;&gt;&lt;property id=&quot;20148&quot; value=&quot;5&quot;/&gt;&lt;property id=&quot;20300&quot; value=&quot;Slide 32 - &amp;quot;Hardware Organization&amp;quot;&quot;/&gt;&lt;property id=&quot;20307&quot; value=&quot;271&quot;/&gt;&lt;property id=&quot;20309&quot; value=&quot;-1&quot;/&gt;&lt;/object&gt;&lt;object type=&quot;3&quot; unique_id=&quot;10020&quot;&gt;&lt;property id=&quot;20148&quot; value=&quot;5&quot;/&gt;&lt;property id=&quot;20300&quot; value=&quot;Slide 33 - &amp;quot;Hardware Organization&amp;quot;&quot;/&gt;&lt;property id=&quot;20307&quot; value=&quot;272&quot;/&gt;&lt;property id=&quot;20309&quot; value=&quot;-1&quot;/&gt;&lt;/object&gt;&lt;object type=&quot;3&quot; unique_id=&quot;14351&quot;&gt;&lt;property id=&quot;20148&quot; value=&quot;5&quot;/&gt;&lt;property id=&quot;20300&quot; value=&quot;Slide 1 - &amp;quot;ECE/CS 552: Introduction&amp;quot;&quot;/&gt;&lt;property id=&quot;20307&quot; value=&quot;283&quot;/&gt;&lt;property id=&quot;20309&quot; value=&quot;-1&quot;/&gt;&lt;/object&gt;&lt;object type=&quot;3&quot; unique_id=&quot;134251&quot;&gt;&lt;property id=&quot;20148&quot; value=&quot;5&quot;/&gt;&lt;property id=&quot;20300&quot; value=&quot;Slide 3 - &amp;quot;What is Education?&amp;quot;&quot;/&gt;&lt;property id=&quot;20307&quot; value=&quot;289&quot;/&gt;&lt;property id=&quot;20309&quot; value=&quot;-1&quot;/&gt;&lt;/object&gt;&lt;object type=&quot;3&quot; unique_id=&quot;134253&quot;&gt;&lt;property id=&quot;20148&quot; value=&quot;5&quot;/&gt;&lt;property id=&quot;20300&quot; value=&quot;Slide 4 - &amp;quot;What is Computer Architecture?&amp;quot;&quot;/&gt;&lt;property id=&quot;20307&quot; value=&quot;288&quot;/&gt;&lt;property id=&quot;20309&quot; value=&quot;-1&quot;/&gt;&lt;/object&gt;&lt;object type=&quot;3&quot; unique_id=&quot;134254&quot;&gt;&lt;property id=&quot;20148&quot; value=&quot;5&quot;/&gt;&lt;property id=&quot;20300&quot; value=&quot;Slide 5 - &amp;quot;Computer Architecture &amp;quot;&quot;/&gt;&lt;property id=&quot;20307&quot; value=&quot;287&quot;/&gt;&lt;property id=&quot;20309&quot; value=&quot;-1&quot;/&gt;&lt;/object&gt;&lt;object type=&quot;3&quot; unique_id=&quot;134255&quot;&gt;&lt;property id=&quot;20148&quot; value=&quot;5&quot;/&gt;&lt;property id=&quot;20300&quot; value=&quot;Slide 11 - &amp;quot;Technology Push&amp;quot;&quot;/&gt;&lt;property id=&quot;20307&quot; value=&quot;286&quot;/&gt;&lt;property id=&quot;20309&quot; value=&quot;-1&quot;/&gt;&lt;/object&gt;&lt;object type=&quot;3&quot; unique_id=&quot;134258&quot;&gt;&lt;property id=&quot;20148&quot; value=&quot;5&quot;/&gt;&lt;property id=&quot;20300&quot; value=&quot;Slide 28 - &amp;quot;Future of Computer Architecture?&amp;quot;&quot;/&gt;&lt;property id=&quot;20307&quot; value=&quot;294&quot;/&gt;&lt;property id=&quot;20309&quot; value=&quot;-1&quot;/&gt;&lt;/object&gt;&lt;object type=&quot;3&quot; unique_id=&quot;134262&quot;&gt;&lt;property id=&quot;20148&quot; value=&quot;5&quot;/&gt;&lt;property id=&quot;20300&quot; value=&quot;Slide 29 - &amp;quot;Abstraction&amp;quot;&quot;/&gt;&lt;property id=&quot;20307&quot; value=&quot;312&quot;/&gt;&lt;property id=&quot;20309&quot; value=&quot;-1&quot;/&gt;&lt;/object&gt;&lt;object type=&quot;3&quot; unique_id=&quot;152847&quot;&gt;&lt;property id=&quot;20148&quot; value=&quot;5&quot;/&gt;&lt;property id=&quot;20300&quot; value=&quot;Slide 15 - &amp;quot;Course Teaser&amp;quot;&quot;/&gt;&lt;property id=&quot;20307&quot; value=&quot;709&quot;/&gt;&lt;property id=&quot;20309&quot; value=&quot;-1&quot;/&gt;&lt;/object&gt;&lt;object type=&quot;3&quot; unique_id=&quot;152848&quot;&gt;&lt;property id=&quot;20148&quot; value=&quot;5&quot;/&gt;&lt;property id=&quot;20300&quot; value=&quot;Slide 16 - &amp;quot;Course Teaser&amp;quot;&quot;/&gt;&lt;property id=&quot;20307&quot; value=&quot;735&quot;/&gt;&lt;property id=&quot;20309&quot; value=&quot;-1&quot;/&gt;&lt;/object&gt;&lt;object type=&quot;3&quot; unique_id=&quot;152850&quot;&gt;&lt;property id=&quot;20148&quot; value=&quot;5&quot;/&gt;&lt;property id=&quot;20300&quot; value=&quot;Slide 17 - &amp;quot;Course Teaser&amp;quot;&quot;/&gt;&lt;property id=&quot;20307&quot; value=&quot;733&quot;/&gt;&lt;property id=&quot;20309&quot; value=&quot;-1&quot;/&gt;&lt;/object&gt;&lt;object type=&quot;3&quot; unique_id=&quot;152852&quot;&gt;&lt;property id=&quot;20148&quot; value=&quot;5&quot;/&gt;&lt;property id=&quot;20300&quot; value=&quot;Slide 18 - &amp;quot;Course Teaser&amp;quot;&quot;/&gt;&lt;property id=&quot;20307&quot; value=&quot;731&quot;/&gt;&lt;property id=&quot;20309&quot; value=&quot;-1&quot;/&gt;&lt;/object&gt;&lt;object type=&quot;3&quot; unique_id=&quot;152854&quot;&gt;&lt;property id=&quot;20148&quot; value=&quot;5&quot;/&gt;&lt;property id=&quot;20300&quot; value=&quot;Slide 19 - &amp;quot;Course Teaser&amp;quot;&quot;/&gt;&lt;property id=&quot;20307&quot; value=&quot;729&quot;/&gt;&lt;property id=&quot;20309&quot; value=&quot;-1&quot;/&gt;&lt;/object&gt;&lt;object type=&quot;3&quot; unique_id=&quot;152858&quot;&gt;&lt;property id=&quot;20148&quot; value=&quot;5&quot;/&gt;&lt;property id=&quot;20300&quot; value=&quot;Slide 20 - &amp;quot;Course Teaser&amp;quot;&quot;/&gt;&lt;property id=&quot;20307&quot; value=&quot;725&quot;/&gt;&lt;property id=&quot;20309&quot; value=&quot;-1&quot;/&gt;&lt;/object&gt;&lt;object type=&quot;3&quot; unique_id=&quot;152860&quot;&gt;&lt;property id=&quot;20148&quot; value=&quot;5&quot;/&gt;&lt;property id=&quot;20300&quot; value=&quot;Slide 21 - &amp;quot;Course Teaser&amp;quot;&quot;/&gt;&lt;property id=&quot;20307&quot; value=&quot;723&quot;/&gt;&lt;property id=&quot;20309&quot; value=&quot;-1&quot;/&gt;&lt;/object&gt;&lt;object type=&quot;3&quot; unique_id=&quot;152864&quot;&gt;&lt;property id=&quot;20148&quot; value=&quot;5&quot;/&gt;&lt;property id=&quot;20300&quot; value=&quot;Slide 22 - &amp;quot;Course Teaser&amp;quot;&quot;/&gt;&lt;property id=&quot;20307&quot; value=&quot;719&quot;/&gt;&lt;property id=&quot;20309&quot; value=&quot;-1&quot;/&gt;&lt;/object&gt;&lt;object type=&quot;3&quot; unique_id=&quot;152866&quot;&gt;&lt;property id=&quot;20148&quot; value=&quot;5&quot;/&gt;&lt;property id=&quot;20300&quot; value=&quot;Slide 23 - &amp;quot;Course Teaser&amp;quot;&quot;/&gt;&lt;property id=&quot;20307&quot; value=&quot;717&quot;/&gt;&lt;property id=&quot;20309&quot; value=&quot;-1&quot;/&gt;&lt;/object&gt;&lt;object type=&quot;3&quot; unique_id=&quot;152868&quot;&gt;&lt;property id=&quot;20148&quot; value=&quot;5&quot;/&gt;&lt;property id=&quot;20300&quot; value=&quot;Slide 24 - &amp;quot;Course Teaser&amp;quot;&quot;/&gt;&lt;property id=&quot;20307&quot; value=&quot;715&quot;/&gt;&lt;property id=&quot;20309&quot; value=&quot;-1&quot;/&gt;&lt;/object&gt;&lt;object type=&quot;3&quot; unique_id=&quot;152870&quot;&gt;&lt;property id=&quot;20148&quot; value=&quot;5&quot;/&gt;&lt;property id=&quot;20300&quot; value=&quot;Slide 25 - &amp;quot;Course Teaser&amp;quot;&quot;/&gt;&lt;property id=&quot;20307&quot; value=&quot;713&quot;/&gt;&lt;property id=&quot;20309&quot; value=&quot;-1&quot;/&gt;&lt;/object&gt;&lt;object type=&quot;3&quot; unique_id=&quot;152872&quot;&gt;&lt;property id=&quot;20148&quot; value=&quot;5&quot;/&gt;&lt;property id=&quot;20300&quot; value=&quot;Slide 26 - &amp;quot;Course Teaser&amp;quot;&quot;/&gt;&lt;property id=&quot;20307&quot; value=&quot;711&quot;/&gt;&lt;property id=&quot;20309&quot; value=&quot;-1&quot;/&gt;&lt;/object&gt;&lt;object type=&quot;3&quot; unique_id=&quot;152873&quot;&gt;&lt;property id=&quot;20148&quot; value=&quot;5&quot;/&gt;&lt;property id=&quot;20300&quot; value=&quot;Slide 27 - &amp;quot;Course Teaser&amp;quot;&quot;/&gt;&lt;property id=&quot;20307&quot; value=&quot;710&quot;/&gt;&lt;property id=&quot;20309&quot; value=&quot;-1&quot;/&gt;&lt;/object&gt;&lt;object type=&quot;3&quot; unique_id=&quot;155894&quot;&gt;&lt;property id=&quot;20148&quot; value=&quot;5&quot;/&gt;&lt;property id=&quot;20300&quot; value=&quot;Slide 34 - &amp;quot;Exercise&amp;quot;&quot;/&gt;&lt;property id=&quot;20307&quot; value=&quot;736&quot;/&gt;&lt;property id=&quot;20309&quot; value=&quot;-1&quot;/&gt;&lt;/object&gt;&lt;object type=&quot;3&quot; unique_id=&quot;156807&quot;&gt;&lt;property id=&quot;20148&quot; value=&quot;5&quot;/&gt;&lt;property id=&quot;20300&quot; value=&quot;Slide 35 - &amp;quot;Exercise&amp;quot;&quot;/&gt;&lt;property id=&quot;20307&quot; value=&quot;737&quot;/&gt;&lt;property id=&quot;20309&quot; value=&quot;-1&quot;/&gt;&lt;/object&gt;&lt;object type=&quot;3&quot; unique_id=&quot;157494&quot;&gt;&lt;property id=&quot;20148&quot; value=&quot;5&quot;/&gt;&lt;property id=&quot;20300&quot; value=&quot;Slide 41 - &amp;quot;Exercise&amp;quot;&quot;/&gt;&lt;property id=&quot;20307&quot; value=&quot;738&quot;/&gt;&lt;property id=&quot;20309&quot; value=&quot;-1&quot;/&gt;&lt;/object&gt;&lt;object type=&quot;3&quot; unique_id=&quot;158395&quot;&gt;&lt;property id=&quot;20148&quot; value=&quot;5&quot;/&gt;&lt;property id=&quot;20300&quot; value=&quot;Slide 38 - &amp;quot;Exercise&amp;quot;&quot;/&gt;&lt;property id=&quot;20307&quot; value=&quot;739&quot;/&gt;&lt;property id=&quot;20309&quot; value=&quot;-1&quot;/&gt;&lt;/object&gt;&lt;object type=&quot;3&quot; unique_id=&quot;159110&quot;&gt;&lt;property id=&quot;20148&quot; value=&quot;5&quot;/&gt;&lt;property id=&quot;20300&quot; value=&quot;Slide 37 - &amp;quot;Exercise&amp;quot;&quot;/&gt;&lt;property id=&quot;20307&quot; value=&quot;740&quot;/&gt;&lt;property id=&quot;20309&quot; value=&quot;-1&quot;/&gt;&lt;/object&gt;&lt;object type=&quot;3&quot; unique_id=&quot;159427&quot;&gt;&lt;property id=&quot;20148&quot; value=&quot;5&quot;/&gt;&lt;property id=&quot;20300&quot; value=&quot;Slide 42 - &amp;quot;Exercise&amp;quot;&quot;/&gt;&lt;property id=&quot;20307&quot; value=&quot;741&quot;/&gt;&lt;property id=&quot;20309&quot; value=&quot;-1&quot;/&gt;&lt;/object&gt;&lt;object type=&quot;3&quot; unique_id=&quot;159958&quot;&gt;&lt;property id=&quot;20148&quot; value=&quot;5&quot;/&gt;&lt;property id=&quot;20300&quot; value=&quot;Slide 40 - &amp;quot;Exercise&amp;quot;&quot;/&gt;&lt;property id=&quot;20307&quot; value=&quot;742&quot;/&gt;&lt;property id=&quot;20309&quot; value=&quot;-1&quot;/&gt;&lt;/object&gt;&lt;object type=&quot;3&quot; unique_id=&quot;160931&quot;&gt;&lt;property id=&quot;20148&quot; value=&quot;5&quot;/&gt;&lt;property id=&quot;20300&quot; value=&quot;Slide 44 - &amp;quot;Exercise&amp;quot;&quot;/&gt;&lt;property id=&quot;20307&quot; value=&quot;743&quot;/&gt;&lt;property id=&quot;20309&quot; value=&quot;-1&quot;/&gt;&lt;/object&gt;&lt;object type=&quot;3&quot; unique_id=&quot;160932&quot;&gt;&lt;property id=&quot;20148&quot; value=&quot;5&quot;/&gt;&lt;property id=&quot;20300&quot; value=&quot;Slide 45 - &amp;quot;Exercise&amp;quot;&quot;/&gt;&lt;property id=&quot;20307&quot; value=&quot;744&quot;/&gt;&lt;property id=&quot;20309&quot; value=&quot;-1&quot;/&gt;&lt;/object&gt;&lt;object type=&quot;3&quot; unique_id=&quot;161081&quot;&gt;&lt;property id=&quot;20148&quot; value=&quot;5&quot;/&gt;&lt;property id=&quot;20300&quot; value=&quot;Slide 36 - &amp;quot;Exercise&amp;quot;&quot;/&gt;&lt;property id=&quot;20307&quot; value=&quot;745&quot;/&gt;&lt;property id=&quot;20309&quot; value=&quot;-1&quot;/&gt;&lt;/object&gt;&lt;object type=&quot;3&quot; unique_id=&quot;161478&quot;&gt;&lt;property id=&quot;20148&quot; value=&quot;5&quot;/&gt;&lt;property id=&quot;20300&quot; value=&quot;Slide 43 - &amp;quot;Exercise&amp;quot;&quot;/&gt;&lt;property id=&quot;20307&quot; value=&quot;746&quot;/&gt;&lt;property id=&quot;20309&quot; value=&quot;-1&quot;/&gt;&lt;/object&gt;&lt;object type=&quot;3&quot; unique_id=&quot;163129&quot;&gt;&lt;property id=&quot;20148&quot; value=&quot;5&quot;/&gt;&lt;property id=&quot;20300&quot; value=&quot;Slide 39 - &amp;quot;Exercise&amp;quot;&quot;/&gt;&lt;property id=&quot;20307&quot; value=&quot;747&quot;/&gt;&lt;property id=&quot;20309&quot; value=&quot;-1&quot;/&gt;&lt;/object&gt;&lt;object type=&quot;3&quot; unique_id=&quot;163895&quot;&gt;&lt;property id=&quot;20148&quot; value=&quot;5&quot;/&gt;&lt;property id=&quot;20300&quot; value=&quot;Slide 46 - &amp;quot;Exercise&amp;quot;&quot;/&gt;&lt;property id=&quot;20307&quot; value=&quot;748&quot;/&gt;&lt;property id=&quot;20309&quot; value=&quot;-1&quot;/&gt;&lt;/object&gt;&lt;object type=&quot;3&quot; unique_id=&quot;164364&quot;&gt;&lt;property id=&quot;20148&quot; value=&quot;5&quot;/&gt;&lt;property id=&quot;20300&quot; value=&quot;Slide 47 - &amp;quot;Exercise&amp;quot;&quot;/&gt;&lt;property id=&quot;20307&quot; value=&quot;749&quot;/&gt;&lt;property id=&quot;20309&quot; value=&quot;-1&quot;/&gt;&lt;/object&gt;&lt;/object&gt;&lt;object type=&quot;4&quot; unique_id=&quot;14431&quot;&gt;&lt;/object&gt;&lt;object type=&quot;10&quot; unique_id=&quot;14432&quot;&gt;&lt;object type=&quot;11&quot; unique_id=&quot;14433&quot;&gt;&lt;property id=&quot;20180&quot; value=&quot;0&quot;/&gt;&lt;property id=&quot;20181&quot; value=&quot;1&quot;/&gt;&lt;property id=&quot;20183&quot; value=&quot;1&quot;/&gt;&lt;/object&gt;&lt;object type=&quot;12&quot; unique_id=&quot;14435&quot;&gt;&lt;/object&gt;&lt;/object&gt;&lt;/object&gt;&lt;/database&gt;"/>
  <p:tag name="SECTOMILLISECCONVERTED" val="1"/>
  <p:tag name="MMPROD_THEME_BG_IMAGE" val=""/>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NjA5Nzcz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PHVpc2hvdyBuYW1lPSJwcmVzZW50ZXJwaG90byIgdmFsdWU9InRydWUiLz48dWlzaG93IG5hbWU9InByZXNlbnRlcm5hbWUiIHZhbHVlPSJ0cnVlIi8+PHVpc2hvdyBuYW1lPSJwcmVzZW50ZXJ0aXRsZSIgdmFsdWU9InRydWUiLz48dWlzaG93IG5hbWU9InByZXNlbnRlcmVtYWlsIiB2YWx1ZT0idHJ1ZSIvPjx1aXNob3cgbmFtZT0icHJlc2VudGVyYmlvIiB2YWx1ZT0idHJ1ZSIvPjx1aXNob3cgbmFtZT0iY29tcGFueWxvZ28iIHZhbHVlPSJ0cnVlIi8+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PHVpc2hvdyBuYW1lPSJ2aWV3Y2hhbmdlIiB2YWx1ZT0idHJ1ZSIvPjx1aXNob3cgbmFtZT0iYWx3YXlzU2NydW5jaCIgdmFsdWU9ImZhbHNlIi8+PHVpc2hvdyBuYW1lPSJpbml0aWFsZGlzcGxheW1vZGVpc25vcm1hbCIgdmFsdWU9InRydWUiLz48dWlyZXBsYWNlIG5hbWU9ImxvZ28iIHZhbHVlPSIiLz48dWlyZXBsYWNlIG5hbWU9ImJnaW1hZ2UiIHZhbHVlPSIiLz48dWlyZXBsYWNlIG5hbWU9ImluaXRpYWx0YWIiIHZhbHVlPSJvdXRsaW5lIi8+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DQoJCTx1aXRleHQgbmFtZT0iUVVJWlBPRF9RVUlaX1BBU1NTQ09SRSIgdmFsdWU9IlBhc3NpbmcgU2NvcmU6Ii8+DQoJCTx1aXRleHQgbmFtZT0iUVVJWlBPRF9RVUlaX01BWFNDT1JFIiB2YWx1ZT0iTWF4IFNjb3JlOiIvPg0KCQk8dWl0ZXh0IG5hbWU9IlFVSVpQT0RfUVVFU0FUTVBUX1NUUiIgdmFsdWU9IkF0dGVtcHQ6ICVuIG9mICV0Ii8+DQoJCTx1aXRleHQgbmFtZT0iUVVJWlBPRF9RVUVTVFlQRV9TVFIiIHZhbHVlPSJUeXBlOiAlcyIvPg0KCQk8dWl0ZXh0IG5hbWU9IlFVSVpQT0RfUVVFU1RZUEVfR1JEIiB2YWx1ZT0iR3JhZGVkIi8+DQoJCTx1aXRleHQgbmFtZT0iUVVJWlBPRF9RVUVTVFlQRV9TVlkiIHZhbHVlPSJTdXJ2ZXkiLz4NCgkJPHVpdGV4dCBuYW1lPSJRVUlaUE9EX1FVSVpBVE1QVF9JTkYiIHZhbHVlPSJJbmZpbml0ZSIvPg0KCQk8dWl0ZXh0IG5hbWU9IlFVSVpQT0RfUVVFU0FUTVBUX0lORiIgdmFsdWU9IkluZmluaXRlIi8+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TaG93IHNpZGViYXIgdG8gcGFydGljaXBhbnRzIi8+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DQoJCTx1aXRleHQgbmFtZT0iQ09MTEFCX0xPQ0FMX1BMQVlCQUNLQlROIiB2YWx1ZT0i2YXZiNin2YHZgiIvPg0KCQk8IS0tIHN1YnN0aXR1dGlvbjogJW4gPT0gc2xpZGUgbnVtYmVyIC0tPg0KCQk8IS0tIHN1YnN0aXR1dGlvbjogJXQgPT0gdG90YWwgc2xpZGUgY291bnQgLS0+DQoJCTx1aXRleHQgbmFtZT0iU0NSVUJCQVJTVEFUVVNfU0xJREVJTkZPIiB2YWx1ZT0i2LTYsdmK2K3YqSAlbiAvICV0IHwgIi8+DQoJCTx1aXRleHQgbmFtZT0iU0NSVUJCQVJTVEFUVVNfU1RPUFBFRCIgdmFsdWU9ItmF2KrZiNmC2YEiLz4NCgkJPHVpdGV4dCBuYW1lPSJTQ1JVQkJBUlNUQVRVU19QTEFZSU5HIiB2YWx1ZT0i2YLZitivINin2YTYqti02LrZitmEIi8+DQoJCTx1aXRleHQgbmFtZT0iU0NSVUJCQVJTVEFUVVNfTk9BVURJTyIgdmFsdWU9ItmE2Kcg2YrZiNis2K8g2LXZiNiqIi8+DQoJCTx1aXRleHQgbmFtZT0iU0NSVUJCQVJTVEFUVVNfVklEUExBWUlORyIgdmFsdWU9Itin2YTZgdmK2K/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DQoJCTwhLS0gc3Vic3RpdHV0aW9uOiAlcyA9PSBzZWNvbmRzIHJlbWFpbmluZyAtLT4NCgkJPHVpdGV4dCBuYW1lPSJFTEFQU0VEIiB2YWx1ZT0iJW0g2K/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DQoJCTx1aXRleHQgbmFtZT0iVEFCX1FVSVoiIHZhbHVlPSLZhdiz2KfYqNmC2KkiLz4NCgkJPHVpdGV4dCBuYW1lPSJUQUJfT1VUTElORSIgdmFsdWU9ItmF2K7Yt9i3Ii8+DQoJCTx1aXRleHQgbmFtZT0iVEFCX1RIVU1CIiB2YWx1ZT0i2YXYtdi62ZHYsdipIi8+DQoJCTx1aXRleHQgbmFtZT0iVEFCX05PVEVTIiB2YWx1ZT0i2YXZhNin2K3YuNin2KoiLz4NCgkJPHVpdGV4dCBuYW1lPSJUQUJfU0VBUkNIIiB2YWx1ZT0i2KjYrdirIi8+DQoJCTx1aXRleHQgbmFtZT0iU0xJREVfSEVBRElORyIgdmFsdWU9Iti52YbZiNin2YYg2KfZhNi02LHZitit2KkgIi8+DQoJCTx1aXRleHQgbmFtZT0iRFVSQVRJT05fSEVBRElORyIgdmFsdWU9ItmF2K/YqSIvPg0KCQk8dWl0ZXh0IG5hbWU9IlNFQVJDSF9IRUFESU5HIiB2YWx1ZT0iOtin2YTYqNit2Ksg2LnZhiDZhti1Ii8+DQoJCTx1aXRleHQgbmFtZT0iVEhVTUJfSEVBRElORyIgdmFsdWU9Iti02LHZitit2KkiLz4NCgkJPHVpdGV4dCBuYW1lPSJUSFVNQl9JTkZPIiB2YWx1ZT0i2LnZhtmI2KfZhi/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DQoJCTx1aXRleHQgbmFtZT0iQ09VUlNFX1NUQVRVUyIgdmFsdWU9Itit2KfZhNipINin2YTZiNit2K/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Ysdis2Kkg2KfZhNmF2LPYrNmE2KkiLz4NCgkJPHVpdGV4dCBuYW1lPSJRVUlaUE9EX1FVSVpfUEFTU1NDT1JFIiB2YWx1ZT0iOtiv2LHYrNipINin2YTZhtis2KfYrSIvPg0KCQk8dWl0ZXh0IG5hbWU9IlFVSVpQT0RfUVVJWl9NQVhTQ09SRSIgdmFsdWU9IjrYp9mE2K/Ysdis2Kkg2KfZhNmC2LXZiNmJIi8+DQoJCTx1aXRleHQgbmFtZT0iUVVJWlBPRF9RVUVTQVRNUFRfU1RSIiB2YWx1ZT0i2KfZhNmF2K3Yp9mI2YTYqSAlbiDZhdmGICV0Ii8+DQoJCTx1aXRleHQgbmFtZT0iUVVJWlBPRF9RVUVTVFlQRV9TVFIiIHZhbHVlPSLYp9mE2YbZiNi5OiAlcyIvPg0KCQk8dWl0ZXh0IG5hbWU9IlFVSVpQT0RfUVVFU1RZUEVfR1JEIiB2YWx1ZT0i2KrZhSDYqti12K3Zitit2YciLz4NCgkJPHVpdGV4dCBuYW1lPSJRVUlaUE9EX1FVRVNUWVBFX1NWWSIgdmFsdWU9Itin2LPYqti32YTYp9i5Ii8+DQoJCTx1aXRleHQgbmFtZT0iUVVJWlBPRF9RVUlaQVRNUFRfSU5GIiB2YWx1ZT0i2YTYpyDZhtmH2KfYptmKIi8+DQoJCTx1aXRleHQgbmFtZT0iUVVJWlBPRF9RVUVTQVRNUFRfSU5GIiB2YWx1ZT0i2YTYpyDZhtmH2KfYptmKIi8+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ZitmIINmE2KrZhtiy2YrZhCDYo9it2K/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DQoJCTx1aXRleHQgbmFtZT0iTVVURSIgdmFsdWU9Iti12KfZhdiqIi8+DQoJCTx1aXRleHQgbmFtZT0iRE9DV1JBUF9USVRMRSIgdmFsdWU9Itin2YTZhdmE2YHYp9iqINin2YTZhdix2YHZgtipINmB2YogUHJlc2VudGVyIi8+DQoJCTx1aXRleHQgbmFtZT0iRE9DV1JBUF9NU0ciIHZhbHVlPSLYp9mE2K3Zgdi4INmB2Yog2KzZh9in2LIg2KfZhNmD2YXYqNmK2YjYqtixIi8+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S7mOODleOCoeOCpOODq+itpuWRiiIvPg0KCQk8dWl0ZXh0IG5hbWU9IkFUVEFDSE1FTlRfUFJFVklFV19XQVJOSU5HTVNHIiB2YWx1ZT0i5re75LuY44OV44Kh44Kk44Or44Gv44OX44Os44OT44Ol44O844Oi44O844OJ44Gn44Gv6ZaL44GN44G+44Gb44KT44CC44OR44OW44Oq44OD44K344Ol44KS5L2/55So44GX44Gm57WQ5p6c44KS6KGo56S644GX44Gm44GP44Gg44GV44GE44CCIi8+DQoJCTx1aXRleHQgbmFtZT0iQ09MTEFCX0xPQ0FMX1BMQVlCQUNLX01TRyIgdmFsdWU9IuOCs+ODs+ODhuODs+ODhOOBr+ODreODvOOCq+ODq+OBp+WGjeeUn+OBleOCjOOBpuOBhOOBvuOBmeOAguOBk+OBruODouODvOODieOBp+OBr+WFseWQjOS9nOalreOBp+OBjeOBvuOBm+OCk+OAgiIvPg0KCQk8dWl0ZXh0IG5hbWU9IkNPTExBQl9MT0NBTF9QTEFZQkFDS19USVRMRSIgdmFsdWU9IuODreODvOOCq+ODq+WGjeeUnyIvPg0KCQk8dWl0ZXh0IG5hbWU9IkNPTExBQl9MT0NBTF9QTEFZQkFDS0JUTiIgdmFsdWU9Ik9LIi8+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x1aXRleHQgbmFtZT0iQ09VUlNFX1NUQVRVUyIgdmFsdWU9IuODouOCuOODpeODvOODq+OCueODhuODvOOCv+OCuSIvPg0KCQk8dWl0ZXh0IG5hbWU9IlBBU1NFRF9TVFJJTkciIHZhbHVlPSLlkIjmoLwiLz4NCgkJPHVpdGV4dCBuYW1lPSJGQUlMRURfU1RSSU5HIiB2YWx1ZT0i5LiN5ZCI5qC8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ZIOyekeyXheydhCDsiJjtlontlaAg7IiYIOyXhuyKteuLiOuLpC4iLz4NCgkJPHVpdGV4dCBuYW1lPSJDT0xMQUJfTE9DQUxfUExBWUJBQ0tfVElUTEUiIHZhbHVlPSLroZzsu6wg7J6s7IOdIi8+DQoJCTx1aXRleHQgbmFtZT0iQ09MTEFCX0xPQ0FMX1BMQVlCQUNLQlROIiB2YWx1ZT0i7ZmV7J24Ii8+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DQoJCTx1aXRleHQgbmFtZT0iQ09MTEFCX0xPQ0FMX1BMQVlCQUNLQlROIiB2YWx1ZT0iT2siLz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x1aXRleHQgbmFtZT0iQ09VUlNFX1NUQVRVUyIgdmFsdWU9IlN0YXR1cyBkbyBtw7NkdWxvIi8+DQoJCTx1aXRleHQgbmFtZT0iUEFTU0VEX1NUUklORyIgdmFsdWU9IkFwcm92YWRvIi8+DQoJCTx1aXRleHQgbmFtZT0iRkFJTEVEX1NUUklORyIgdmFsdWU9IlJlcHJvdmFkby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DQoJCTx1aXRleHQgbmFtZT0iQ09MTEFCX0xPQ0FMX1BMQVlCQUNLX01TRyIgdmFsdWU9IkNvbnRlbnQgaXMgYmVpbmcgcGxheWVkIGxvY2FsbHkuXG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DQoJCTx1aXRleHQgbmFtZT0iQ09MTEFCX0xPQ0FMX1BMQVlCQUNLX1RJVExFIiB2YWx1ZT0iTG9jYWwgUGxheWJhY2siLz4NCgkJPHVpdGV4dCBuYW1lPSJDT0xMQUJfTE9DQUxfUExBWUJBQ0tCVE4iIHZhbHVlPSJPayIv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PSNARRATION" val="1,1420159568,H:\My Drive\UWMdrive\Courses\ECE552\ece552-lec01_Introduction_pptx\Media.ppcx"/>
  <p:tag name="HTML_SHAPEINFO" val="&lt;SlideThumbPath val=&quot;Slide1.PNG&quot;/&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4&quot;/&gt;&lt;/TableIndex&gt;&lt;/ShapeTextInfo&gt;"/>
  <p:tag name="HTML_SHAPEINFO" val="&lt;ThreeDShapeInfo&gt;&lt;uuid val=&quot;&quot;/&gt;&lt;isInvalidForFieldText val=&quot;0&quot;/&gt;&lt;Image&gt;&lt;filename val=&quot;C:\Users\sanmi\AppData\Local\Temp\~CaF80C\data\asimages\{917B963F-1BC9-48BE-99E0-6196080804F3}_1.png&quot;/&gt;&lt;left val=&quot;35&quot;/&gt;&lt;top val=&quot;185&quot;/&gt;&lt;width val=&quot;648&quot;/&gt;&lt;height val=&quot;102&quot;/&gt;&lt;hasText val=&quot;1&quot;/&gt;&lt;/Image&gt;&lt;/ThreeDShape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24&quot;/&gt;&lt;lineCharCount val=&quot;1&quot;/&gt;&lt;lineCharCount val=&quot;55&quot;/&gt;&lt;lineCharCount val=&quot;53&quot;/&gt;&lt;lineCharCount val=&quot;14&quot;/&gt;&lt;lineCharCount val=&quot;3&quot;/&gt;&lt;/TableIndex&gt;&lt;/ShapeTextInfo&gt;"/>
  <p:tag name="HTML_SHAPEINFO" val="&lt;ThreeDShapeInfo&gt;&lt;uuid val=&quot;&quot;/&gt;&lt;isInvalidForFieldText val=&quot;0&quot;/&gt;&lt;Image&gt;&lt;filename val=&quot;C:\Users\sanmi\AppData\Local\Temp\~CaF80C\data\asimages\{30ADC4B9-F6D2-43BE-BA56-FCEAEC79CB43}_1.png&quot;/&gt;&lt;left val=&quot;103&quot;/&gt;&lt;top val=&quot;302&quot;/&gt;&lt;width val=&quot;512&quot;/&gt;&lt;height val=&quot;163&quot;/&gt;&lt;hasText val=&quot;1&quot;/&gt;&lt;/Image&gt;&lt;/ThreeDShapeInfo&gt;"/>
</p:tagLst>
</file>

<file path=ppt/tags/tag20.xml><?xml version="1.0" encoding="utf-8"?>
<p:tagLst xmlns:a="http://schemas.openxmlformats.org/drawingml/2006/main" xmlns:r="http://schemas.openxmlformats.org/officeDocument/2006/relationships" xmlns:p="http://schemas.openxmlformats.org/presentationml/2006/main">
  <p:tag name="PPSNARRATION" val="2,1420159568,H:\My Drive\UWMdrive\Courses\ECE552\ece552-lec01_Introduction_pptx\Media.ppcx"/>
  <p:tag name="HTML_SHAPEINFO" val="&lt;SlideThumbPath val=&quot;Slide2.PNG&quot;/&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8&quot;/&gt;&lt;/TableIndex&gt;&lt;/ShapeTextInfo&gt;"/>
  <p:tag name="HTML_SHAPEINFO" val="&lt;ThreeDShapeInfo&gt;&lt;uuid val=&quot;&quot;/&gt;&lt;isInvalidForFieldText val=&quot;0&quot;/&gt;&lt;Image&gt;&lt;filename val=&quot;C:\Users\sanmi\AppData\Local\Temp\~CaF80C\data\asimages\{C2C97274-78DA-44DB-912C-793CFDDE1377}_2.png&quot;/&gt;&lt;left val=&quot;35&quot;/&gt;&lt;top val=&quot;21&quot;/&gt;&lt;width val=&quot;588&quot;/&gt;&lt;height val=&quot;98&quot;/&gt;&lt;hasText val=&quot;1&quot;/&gt;&lt;/Image&gt;&lt;/ThreeDShape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AppData\Local\Temp\~CaF80C\data\asimages\{19C046FA-17EB-4279-BD16-197226211E6D}_2.png&quot;/&gt;&lt;left val=&quot;599&quot;/&gt;&lt;top val=&quot;492&quot;/&gt;&lt;width val=&quot;92&quot;/&gt;&lt;height val=&quot;51&quot;/&gt;&lt;hasText val=&quot;1&quot;/&gt;&lt;/Image&gt;&lt;/ThreeDShapeInfo&gt;"/>
</p:tagLst>
</file>

<file path=ppt/tags/tag23.xml><?xml version="1.0" encoding="utf-8"?>
<p:tagLst xmlns:a="http://schemas.openxmlformats.org/drawingml/2006/main" xmlns:r="http://schemas.openxmlformats.org/officeDocument/2006/relationships" xmlns:p="http://schemas.openxmlformats.org/presentationml/2006/main">
  <p:tag name="PPSNARRATION" val="3,1420159568,H:\My Drive\UWMdrive\Courses\ECE552\ece552-lec01_Introduction_pptx\Media.ppcx"/>
  <p:tag name="HTML_SHAPEINFO" val="&lt;SlideThumbPath val=&quot;Slide3.PNG&quot;/&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8&quot;/&gt;&lt;/TableIndex&gt;&lt;/ShapeTextInfo&gt;"/>
  <p:tag name="HTML_SHAPEINFO" val="&lt;ThreeDShapeInfo&gt;&lt;uuid val=&quot;&quot;/&gt;&lt;isInvalidForFieldText val=&quot;0&quot;/&gt;&lt;Image&gt;&lt;filename val=&quot;C:\Users\sanmi\AppData\Local\Temp\~CaF80C\data\asimages\{79762EDE-BA88-4F5B-AAF0-AA0768B8025E}_3.png&quot;/&gt;&lt;left val=&quot;35&quot;/&gt;&lt;top val=&quot;21&quot;/&gt;&lt;width val=&quot;588&quot;/&gt;&lt;height val=&quot;98&quot;/&gt;&lt;hasText val=&quot;1&quot;/&gt;&lt;/Image&gt;&lt;/ThreeDShape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AppData\Local\Temp\~CaF80C\data\asimages\{A9E5BA40-868B-4CE1-BB84-1F884D506553}_3.png&quot;/&gt;&lt;left val=&quot;599&quot;/&gt;&lt;top val=&quot;492&quot;/&gt;&lt;width val=&quot;92&quot;/&gt;&lt;height val=&quot;51&quot;/&gt;&lt;hasText val=&quot;1&quot;/&gt;&lt;/Image&gt;&lt;/ThreeDShape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51&quot;/&gt;&lt;lineCharCount val=&quot;47&quot;/&gt;&lt;lineCharCount val=&quot;50&quot;/&gt;&lt;lineCharCount val=&quot;50&quot;/&gt;&lt;lineCharCount val=&quot;14&quot;/&gt;&lt;/TableIndex&gt;&lt;/ShapeTextInfo&gt;"/>
  <p:tag name="HTML_SHAPEINFO" val="&lt;ThreeDShapeInfo&gt;&lt;uuid val=&quot;&quot;/&gt;&lt;isInvalidForFieldText val=&quot;0&quot;/&gt;&lt;Image&gt;&lt;filename val=&quot;C:\Users\sanmi\AppData\Local\Temp\~CaF80C\data\asimages\{D4C3C63D-688B-4150-BEAF-60FA3A1ABBB5}_3.png&quot;/&gt;&lt;left val=&quot;37&quot;/&gt;&lt;top val=&quot;105&quot;/&gt;&lt;width val=&quot;628&quot;/&gt;&lt;height val=&quot;194&quot;/&gt;&lt;hasText val=&quot;1&quot;/&gt;&lt;/Image&gt;&lt;/ThreeDShape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TableIndex row=&quot;2&quot; col=&quot;1&quot;&gt;&lt;linesCount val=&quot;1&quot;/&gt;&lt;lineCharCount val=&quot;8&quot;/&gt;&lt;/TableIndex&gt;&lt;TableIndex row=&quot;3&quot; col=&quot;1&quot;&gt;&lt;linesCount val=&quot;1&quot;/&gt;&lt;lineCharCount val=&quot;9&quot;/&gt;&lt;/TableIndex&gt;&lt;TableIndex row=&quot;4&quot; col=&quot;1&quot;&gt;&lt;linesCount val=&quot;1&quot;/&gt;&lt;lineCharCount val=&quot;8&quot;/&gt;&lt;/TableIndex&gt;&lt;TableIndex row=&quot;5&quot; col=&quot;1&quot;&gt;&lt;linesCount val=&quot;1&quot;/&gt;&lt;lineCharCount val=&quot;14&quot;/&gt;&lt;/TableIndex&gt;&lt;/ShapeTextInfo&gt;"/>
  <p:tag name="HTML_SHAPEINFO" val="&lt;ThreeDShapeInfo&gt;&lt;uuid val=&quot;&quot;/&gt;&lt;isInvalidForFieldText val=&quot;0&quot;/&gt;&lt;Image&gt;&lt;filename val=&quot;C:\Users\sanmi\AppData\Local\Temp\~CaF80C\data\asimages\{5E75DF0D-102F-44EC-99E1-E6EF52E99548}_3.png&quot;/&gt;&lt;left val=&quot;177&quot;/&gt;&lt;top val=&quot;286&quot;/&gt;&lt;width val=&quot;360&quot;/&gt;&lt;height val=&quot;223&quot;/&gt;&lt;hasText val=&quot;1&quot;/&gt;&lt;/Image&gt;&lt;/ThreeDShapeInfo&gt;"/>
</p:tagLst>
</file>

<file path=ppt/tags/tag28.xml><?xml version="1.0" encoding="utf-8"?>
<p:tagLst xmlns:a="http://schemas.openxmlformats.org/drawingml/2006/main" xmlns:r="http://schemas.openxmlformats.org/officeDocument/2006/relationships" xmlns:p="http://schemas.openxmlformats.org/presentationml/2006/main">
  <p:tag name="PPSNARRATION" val="4,1420159568,H:\My Drive\UWMdrive\Courses\ECE552\ece552-lec01_Introduction_pptx\Media.ppcx"/>
  <p:tag name="HTML_SHAPEINFO" val="&lt;SlideThumbPath val=&quot;Slide4.PNG&quot;/&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0&quot;/&gt;&lt;/TableIndex&gt;&lt;/ShapeTextInfo&gt;"/>
  <p:tag name="HTML_SHAPEINFO" val="&lt;ThreeDShapeInfo&gt;&lt;uuid val=&quot;&quot;/&gt;&lt;isInvalidForFieldText val=&quot;0&quot;/&gt;&lt;Image&gt;&lt;filename val=&quot;C:\Users\sanmi\AppData\Local\Temp\~CaF80C\data\asimages\{7AC9A68C-54AD-4215-B73E-55C0AEE9EC86}_4.png&quot;/&gt;&lt;left val=&quot;23&quot;/&gt;&lt;top val=&quot;21&quot;/&gt;&lt;width val=&quot;630&quot;/&gt;&lt;height val=&quot;98&quot;/&gt;&lt;hasText val=&quot;1&quot;/&gt;&lt;/Image&gt;&lt;/ThreeDShape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AppData\Local\Temp\~CaF80C\data\asimages\{C9177F4F-6C31-4C87-810B-EFB6C024BB89}_4.png&quot;/&gt;&lt;left val=&quot;599&quot;/&gt;&lt;top val=&quot;492&quot;/&gt;&lt;width val=&quot;92&quot;/&gt;&lt;height val=&quot;51&quot;/&gt;&lt;hasText val=&quot;1&quot;/&gt;&lt;/Image&gt;&lt;/ThreeDShape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51&quot;/&gt;&lt;lineCharCount val=&quot;53&quot;/&gt;&lt;lineCharCount val=&quot;47&quot;/&gt;&lt;lineCharCount val=&quot;53&quot;/&gt;&lt;lineCharCount val=&quot;9&quot;/&gt;&lt;/TableIndex&gt;&lt;/ShapeTextInfo&gt;"/>
  <p:tag name="HTML_SHAPEINFO" val="&lt;ThreeDShapeInfo&gt;&lt;uuid val=&quot;&quot;/&gt;&lt;isInvalidForFieldText val=&quot;0&quot;/&gt;&lt;Image&gt;&lt;filename val=&quot;C:\Users\sanmi\AppData\Local\Temp\~CaF80C\data\asimages\{ACB7AF4C-0F6F-47D2-9355-A7470212352D}_4.png&quot;/&gt;&lt;left val=&quot;37&quot;/&gt;&lt;top val=&quot;105&quot;/&gt;&lt;width val=&quot;629&quot;/&gt;&lt;height val=&quot;194&quot;/&gt;&lt;hasText val=&quot;1&quot;/&gt;&lt;/Image&gt;&lt;/ThreeDShape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TableIndex row=&quot;2&quot; col=&quot;1&quot;&gt;&lt;linesCount val=&quot;1&quot;/&gt;&lt;lineCharCount val=&quot;28&quot;/&gt;&lt;/TableIndex&gt;&lt;TableIndex row=&quot;3&quot; col=&quot;1&quot;&gt;&lt;linesCount val=&quot;1&quot;/&gt;&lt;lineCharCount val=&quot;21&quot;/&gt;&lt;/TableIndex&gt;&lt;TableIndex row=&quot;4&quot; col=&quot;1&quot;&gt;&lt;linesCount val=&quot;1&quot;/&gt;&lt;lineCharCount val=&quot;17&quot;/&gt;&lt;/TableIndex&gt;&lt;TableIndex row=&quot;5&quot; col=&quot;1&quot;&gt;&lt;linesCount val=&quot;1&quot;/&gt;&lt;lineCharCount val=&quot;14&quot;/&gt;&lt;/TableIndex&gt;&lt;/ShapeTextInfo&gt;"/>
  <p:tag name="HTML_SHAPEINFO" val="&lt;ThreeDShapeInfo&gt;&lt;uuid val=&quot;&quot;/&gt;&lt;isInvalidForFieldText val=&quot;0&quot;/&gt;&lt;Image&gt;&lt;filename val=&quot;C:\Users\sanmi\AppData\Local\Temp\~CaF80C\data\asimages\{62ECBE50-8AEF-4E36-9243-25304009B6D5}_4.png&quot;/&gt;&lt;left val=&quot;177&quot;/&gt;&lt;top val=&quot;286&quot;/&gt;&lt;width val=&quot;360&quot;/&gt;&lt;height val=&quot;223&quot;/&gt;&lt;hasText val=&quot;1&quot;/&gt;&lt;/Image&gt;&lt;/ThreeDShapeInfo&gt;"/>
</p:tagLst>
</file>

<file path=ppt/tags/tag33.xml><?xml version="1.0" encoding="utf-8"?>
<p:tagLst xmlns:a="http://schemas.openxmlformats.org/drawingml/2006/main" xmlns:r="http://schemas.openxmlformats.org/officeDocument/2006/relationships" xmlns:p="http://schemas.openxmlformats.org/presentationml/2006/main">
  <p:tag name="PPSNARRATION" val="5,1420159568,H:\My Drive\UWMdrive\Courses\ECE552\ece552-lec01_Introduction_pptx\Media.ppcx"/>
  <p:tag name="HTML_SHAPEINFO" val="&lt;SlideThumbPath val=&quot;Slide5.PNG&quot;/&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2&quot;/&gt;&lt;/TableIndex&gt;&lt;/ShapeTextInfo&gt;"/>
  <p:tag name="HTML_SHAPEINFO" val="&lt;ThreeDShapeInfo&gt;&lt;uuid val=&quot;&quot;/&gt;&lt;isInvalidForFieldText val=&quot;0&quot;/&gt;&lt;Image&gt;&lt;filename val=&quot;C:\Users\sanmi\AppData\Local\Temp\~CaF80C\data\asimages\{93176C94-DEE5-4AE9-A4A7-5CC0227E9EBD}_5.png&quot;/&gt;&lt;left val=&quot;35&quot;/&gt;&lt;top val=&quot;21&quot;/&gt;&lt;width val=&quot;588&quot;/&gt;&lt;height val=&quot;98&quot;/&gt;&lt;hasText val=&quot;1&quot;/&gt;&lt;/Image&gt;&lt;/ThreeDShapeInfo&gt;"/>
</p:tagLst>
</file>

<file path=ppt/tags/tag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AppData\Local\Temp\~CaF80C\data\asimages\{E5EFCBC1-7684-46FF-B5FB-516F03DB7EA8}_5.png&quot;/&gt;&lt;left val=&quot;599&quot;/&gt;&lt;top val=&quot;492&quot;/&gt;&lt;width val=&quot;92&quot;/&gt;&lt;height val=&quot;51&quot;/&gt;&lt;hasText val=&quot;1&quot;/&gt;&lt;/Image&gt;&lt;/ThreeDShapeInfo&gt;"/>
</p:tagLst>
</file>

<file path=ppt/tags/tag36.xml><?xml version="1.0" encoding="utf-8"?>
<p:tagLst xmlns:a="http://schemas.openxmlformats.org/drawingml/2006/main" xmlns:r="http://schemas.openxmlformats.org/officeDocument/2006/relationships" xmlns:p="http://schemas.openxmlformats.org/presentationml/2006/main">
  <p:tag name="PRESENTER_SHAPEINFO" val="&lt;ThreeDShapeInfo&gt;&lt;uuid val=&quot;{351C4747-79FA-4A94-9576-246EAC283FE0}&quot;/&gt;&lt;isInvalidForFieldText val=&quot;0&quot;/&gt;&lt;Image&gt;&lt;filename val=&quot;C:\Users\sanmi\AppData\Local\Temp\~CaF80C\data\asimages\{351C4747-79FA-4A94-9576-246EAC283FE0}_5.png&quot;/&gt;&lt;left val=&quot;118&quot;/&gt;&lt;top val=&quot;109&quot;/&gt;&lt;width val=&quot;483&quot;/&gt;&lt;height val=&quot;321&quot;/&gt;&lt;hasText val=&quot;1&quot;/&gt;&lt;/Image&gt;&lt;/ThreeDShapeInfo&gt;"/>
</p:tagLst>
</file>

<file path=ppt/tags/tag37.xml><?xml version="1.0" encoding="utf-8"?>
<p:tagLst xmlns:a="http://schemas.openxmlformats.org/drawingml/2006/main" xmlns:r="http://schemas.openxmlformats.org/officeDocument/2006/relationships" xmlns:p="http://schemas.openxmlformats.org/presentationml/2006/main">
  <p:tag name="PPSNARRATION" val="6,1420159568,H:\My Drive\UWMdrive\Courses\ECE552\ece552-lec01_Introduction_pptx\Media.ppcx"/>
  <p:tag name="HTML_SHAPEINFO" val="&lt;SlideThumbPath val=&quot;Slide6.PNG&quot;/&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ShapeTextInfo&gt;"/>
  <p:tag name="HTML_SHAPEINFO" val="&lt;ThreeDShapeInfo&gt;&lt;uuid val=&quot;&quot;/&gt;&lt;isInvalidForFieldText val=&quot;0&quot;/&gt;&lt;Image&gt;&lt;filename val=&quot;C:\Users\sanmi\AppData\Local\Temp\~CaF80C\data\asimages\{FA06CAF1-5ECD-4A9B-B092-02C695053C4A}_6.png&quot;/&gt;&lt;left val=&quot;35&quot;/&gt;&lt;top val=&quot;21&quot;/&gt;&lt;width val=&quot;588&quot;/&gt;&lt;height val=&quot;98&quot;/&gt;&lt;hasText val=&quot;1&quot;/&gt;&lt;/Image&gt;&lt;/ThreeDShape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0&quot;/&gt;&lt;lineCharCount val=&quot;14&quot;/&gt;&lt;lineCharCount val=&quot;45&quot;/&gt;&lt;lineCharCount val=&quot;46&quot;/&gt;&lt;lineCharCount val=&quot;57&quot;/&gt;&lt;lineCharCount val=&quot;41&quot;/&gt;&lt;lineCharCount val=&quot;48&quot;/&gt;&lt;lineCharCount val=&quot;43&quot;/&gt;&lt;lineCharCount val=&quot;46&quot;/&gt;&lt;lineCharCount val=&quot;37&quot;/&gt;&lt;lineCharCount val=&quot;16&quot;/&gt;&lt;/TableIndex&gt;&lt;/ShapeTextInfo&gt;"/>
  <p:tag name="HTML_SHAPEINFO" val="&lt;ThreeDShapeInfo&gt;&lt;uuid val=&quot;&quot;/&gt;&lt;isInvalidForFieldText val=&quot;0&quot;/&gt;&lt;Image&gt;&lt;filename val=&quot;C:\Users\sanmi\AppData\Local\Temp\~CaF80C\data\asimages\{60B8BB10-C0A6-464F-B330-500B723E4D16}_6.png&quot;/&gt;&lt;left val=&quot;45&quot;/&gt;&lt;top val=&quot;132&quot;/&gt;&lt;width val=&quot;621&quot;/&gt;&lt;height val=&quot;340&quot;/&gt;&lt;hasText val=&quot;1&quot;/&gt;&lt;/Image&gt;&lt;/ThreeDShape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AppData\Local\Temp\~CaF80C\data\asimages\{D2E5A177-41D5-425E-A488-D3ACB9F04147}_6.png&quot;/&gt;&lt;left val=&quot;599&quot;/&gt;&lt;top val=&quot;492&quot;/&gt;&lt;width val=&quot;92&quot;/&gt;&lt;height val=&quot;51&quot;/&gt;&lt;hasText val=&quot;1&quot;/&gt;&lt;/Image&gt;&lt;/ThreeDShapeInfo&gt;"/>
</p:tagLst>
</file>

<file path=ppt/tags/tag41.xml><?xml version="1.0" encoding="utf-8"?>
<p:tagLst xmlns:a="http://schemas.openxmlformats.org/drawingml/2006/main" xmlns:r="http://schemas.openxmlformats.org/officeDocument/2006/relationships" xmlns:p="http://schemas.openxmlformats.org/presentationml/2006/main">
  <p:tag name="PPSNARRATION" val="7,1420159568,H:\My Drive\UWMdrive\Courses\ECE552\ece552-lec01_Introduction_pptx\Media.ppcx"/>
  <p:tag name="HTML_SHAPEINFO" val="&lt;SlideThumbPath val=&quot;Slide7.PNG&quot;/&gt;"/>
</p:tagLst>
</file>

<file path=ppt/tags/tag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AppData\Local\Temp\~CaF80C\data\asimages\{CF038FD3-68E0-44F0-BF60-8884E6BA7C92}_7.png&quot;/&gt;&lt;left val=&quot;599&quot;/&gt;&lt;top val=&quot;492&quot;/&gt;&lt;width val=&quot;92&quot;/&gt;&lt;height val=&quot;51&quot;/&gt;&lt;hasText val=&quot;1&quot;/&gt;&lt;/Image&gt;&lt;/ThreeDShapeInfo&gt;"/>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2&quot;/&gt;&lt;lineCharCount val=&quot;6&quot;/&gt;&lt;/TableIndex&gt;&lt;/ShapeTextInfo&gt;"/>
  <p:tag name="HTML_SHAPEINFO" val="&lt;ThreeDShapeInfo&gt;&lt;uuid val=&quot;&quot;/&gt;&lt;isInvalidForFieldText val=&quot;0&quot;/&gt;&lt;Image&gt;&lt;filename val=&quot;C:\Users\sanmi\AppData\Local\Temp\~CaF80C\data\asimages\{9FDE750F-5ED6-43EB-80CE-49CDB84CA6D6}_7.png&quot;/&gt;&lt;left val=&quot;251&quot;/&gt;&lt;top val=&quot;437&quot;/&gt;&lt;width val=&quot;246&quot;/&gt;&lt;height val=&quot;66&quot;/&gt;&lt;hasText val=&quot;1&quot;/&gt;&lt;/Image&gt;&lt;/ThreeDShapeInfo&gt;"/>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0&quot;/&gt;&lt;lineCharCount val=&quot;6&quot;/&gt;&lt;/TableIndex&gt;&lt;/ShapeTextInfo&gt;"/>
  <p:tag name="HTML_SHAPEINFO" val="&lt;ThreeDShapeInfo&gt;&lt;uuid val=&quot;&quot;/&gt;&lt;isInvalidForFieldText val=&quot;0&quot;/&gt;&lt;Image&gt;&lt;filename val=&quot;C:\Users\sanmi\AppData\Local\Temp\~CaF80C\data\asimages\{8D969B58-4BDE-4205-9E68-D93728B59B6C}_7.png&quot;/&gt;&lt;left val=&quot;251&quot;/&gt;&lt;top val=&quot;389&quot;/&gt;&lt;width val=&quot;246&quot;/&gt;&lt;height val=&quot;66&quot;/&gt;&lt;hasText val=&quot;1&quot;/&gt;&lt;/Image&gt;&lt;/ThreeDShape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4&quot;/&gt;&lt;lineCharCount val=&quot;6&quot;/&gt;&lt;/TableIndex&gt;&lt;/ShapeTextInfo&gt;"/>
  <p:tag name="HTML_SHAPEINFO" val="&lt;ThreeDShapeInfo&gt;&lt;uuid val=&quot;&quot;/&gt;&lt;isInvalidForFieldText val=&quot;0&quot;/&gt;&lt;Image&gt;&lt;filename val=&quot;C:\Users\sanmi\AppData\Local\Temp\~CaF80C\data\asimages\{7F12C2F2-8BA7-49FC-8D86-F6DDCFC0B9FD}_7.png&quot;/&gt;&lt;left val=&quot;251&quot;/&gt;&lt;top val=&quot;338&quot;/&gt;&lt;width val=&quot;246&quot;/&gt;&lt;height val=&quot;66&quot;/&gt;&lt;hasText val=&quot;1&quot;/&gt;&lt;/Image&gt;&lt;/ThreeDShape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5&quot;/&gt;&lt;/TableIndex&gt;&lt;/ShapeTextInfo&gt;"/>
  <p:tag name="HTML_SHAPEINFO" val="&lt;ThreeDShapeInfo&gt;&lt;uuid val=&quot;&quot;/&gt;&lt;isInvalidForFieldText val=&quot;0&quot;/&gt;&lt;Image&gt;&lt;filename val=&quot;C:\Users\sanmi\AppData\Local\Temp\~CaF80C\data\asimages\{B8EDB3E4-E694-4ACF-A8DF-66024034F529}_7.png&quot;/&gt;&lt;left val=&quot;251&quot;/&gt;&lt;top val=&quot;284&quot;/&gt;&lt;width val=&quot;246&quot;/&gt;&lt;height val=&quot;66&quot;/&gt;&lt;hasText val=&quot;1&quot;/&gt;&lt;/Image&gt;&lt;/ThreeDShape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9&quot;/&gt;&lt;lineCharCount val=&quot;5&quot;/&gt;&lt;/TableIndex&gt;&lt;/ShapeTextInfo&gt;"/>
  <p:tag name="HTML_SHAPEINFO" val="&lt;ThreeDShapeInfo&gt;&lt;uuid val=&quot;&quot;/&gt;&lt;isInvalidForFieldText val=&quot;0&quot;/&gt;&lt;Image&gt;&lt;filename val=&quot;C:\Users\sanmi\AppData\Local\Temp\~CaF80C\data\asimages\{561673EC-15EB-48F5-AD80-C79518A1BE26}_7.png&quot;/&gt;&lt;left val=&quot;251&quot;/&gt;&lt;top val=&quot;230&quot;/&gt;&lt;width val=&quot;123&quot;/&gt;&lt;height val=&quot;66&quot;/&gt;&lt;hasText val=&quot;1&quot;/&gt;&lt;/Image&gt;&lt;/ThreeDShape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0&quot;/&gt;&lt;lineCharCount val=&quot;5&quot;/&gt;&lt;/TableIndex&gt;&lt;/ShapeTextInfo&gt;"/>
  <p:tag name="HTML_SHAPEINFO" val="&lt;ThreeDShapeInfo&gt;&lt;uuid val=&quot;&quot;/&gt;&lt;isInvalidForFieldText val=&quot;0&quot;/&gt;&lt;Image&gt;&lt;filename val=&quot;C:\Users\sanmi\AppData\Local\Temp\~CaF80C\data\asimages\{B87840F7-73A1-42FA-91DF-814B0C2490A7}_7.png&quot;/&gt;&lt;left val=&quot;251&quot;/&gt;&lt;top val=&quot;125&quot;/&gt;&lt;width val=&quot;246&quot;/&gt;&lt;height val=&quot;66&quot;/&gt;&lt;hasText val=&quot;1&quot;/&gt;&lt;/Image&gt;&lt;/ThreeDShape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AppData\Local\Temp\~CaF80C\data\asimages\{455E737A-5928-4DDE-BCAC-0B500E8D5258}_7.png&quot;/&gt;&lt;left val=&quot;315&quot;/&gt;&lt;top val=&quot;179&quot;/&gt;&lt;width val=&quot;182&quot;/&gt;&lt;height val=&quot;108&quot;/&gt;&lt;hasText val=&quot;1&quot;/&gt;&lt;/Image&gt;&lt;/ThreeDShape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4&quot;/&gt;&lt;/TableIndex&gt;&lt;/ShapeTextInfo&gt;"/>
  <p:tag name="HTML_SHAPEINFO" val="&lt;ThreeDShapeInfo&gt;&lt;uuid val=&quot;&quot;/&gt;&lt;isInvalidForFieldText val=&quot;0&quot;/&gt;&lt;Image&gt;&lt;filename val=&quot;C:\Users\sanmi\AppData\Local\Temp\~CaF80C\data\asimages\{825D33AA-17A1-4A68-B26A-F1DCA0E88595}_7.png&quot;/&gt;&lt;left val=&quot;35&quot;/&gt;&lt;top val=&quot;21&quot;/&gt;&lt;width val=&quot;588&quot;/&gt;&lt;height val=&quot;98&quot;/&gt;&lt;hasText val=&quot;1&quot;/&gt;&lt;/Image&gt;&lt;/ThreeDShape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9&quot;/&gt;&lt;lineCharCount val=&quot;11&quot;/&gt;&lt;/TableIndex&gt;&lt;/ShapeTextInfo&gt;"/>
  <p:tag name="HTML_SHAPEINFO" val="&lt;ThreeDShapeInfo&gt;&lt;uuid val=&quot;&quot;/&gt;&lt;isInvalidForFieldText val=&quot;0&quot;/&gt;&lt;Image&gt;&lt;filename val=&quot;C:\Users\sanmi\AppData\Local\Temp\~CaF80C\data\asimages\{4AEEC482-11B1-46C5-AED8-62C8BAAEF3A0}_7.png&quot;/&gt;&lt;left val=&quot;143&quot;/&gt;&lt;top val=&quot;317&quot;/&gt;&lt;width val=&quot;91&quot;/&gt;&lt;height val=&quot;53&quot;/&gt;&lt;hasText val=&quot;1&quot;/&gt;&lt;/Image&gt;&lt;/ThreeDShapeInfo&gt;"/>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PSNARRATION" val="8,1420159568,H:\My Drive\UWMdrive\Courses\ECE552\ece552-lec01_Introduction_pptx\Media.ppcx"/>
  <p:tag name="HTML_SHAPEINFO" val="&lt;SlideThumbPath val=&quot;Slide8.PNG&quot;/&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AppData\Local\Temp\~CaF80C\data\asimages\{1F0515F9-C3DD-4C3E-930B-EE596FCF0407}_8.png&quot;/&gt;&lt;left val=&quot;35&quot;/&gt;&lt;top val=&quot;21&quot;/&gt;&lt;width val=&quot;588&quot;/&gt;&lt;height val=&quot;98&quot;/&gt;&lt;hasText val=&quot;1&quot;/&gt;&lt;/Image&gt;&lt;/ThreeDShape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0&quot;/&gt;&lt;lineCharCount val=&quot;30&quot;/&gt;&lt;lineCharCount val=&quot;49&quot;/&gt;&lt;lineCharCount val=&quot;46&quot;/&gt;&lt;lineCharCount val=&quot;17&quot;/&gt;&lt;lineCharCount val=&quot;39&quot;/&gt;&lt;lineCharCount val=&quot;34&quot;/&gt;&lt;lineCharCount val=&quot;54&quot;/&gt;&lt;lineCharCount val=&quot;42&quot;/&gt;&lt;lineCharCount val=&quot;53&quot;/&gt;&lt;lineCharCount val=&quot;16&quot;/&gt;&lt;/TableIndex&gt;&lt;/ShapeTextInfo&gt;"/>
  <p:tag name="HTML_SHAPEINFO" val="&lt;ThreeDShapeInfo&gt;&lt;uuid val=&quot;&quot;/&gt;&lt;isInvalidForFieldText val=&quot;0&quot;/&gt;&lt;Image&gt;&lt;filename val=&quot;C:\Users\sanmi\AppData\Local\Temp\~CaF80C\data\asimages\{34B4E281-CD65-4005-B1C9-35EAC9D0C217}_8.png&quot;/&gt;&lt;left val=&quot;45&quot;/&gt;&lt;top val=&quot;129&quot;/&gt;&lt;width val=&quot;621&quot;/&gt;&lt;height val=&quot;357&quot;/&gt;&lt;hasText val=&quot;1&quot;/&gt;&lt;/Image&gt;&lt;/ThreeDShapeInfo&gt;"/>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AppData\Local\Temp\~CaF80C\data\asimages\{E5858DEC-0F80-4F58-B9F0-AD6F221EF12A}_8.png&quot;/&gt;&lt;left val=&quot;599&quot;/&gt;&lt;top val=&quot;492&quot;/&gt;&lt;width val=&quot;92&quot;/&gt;&lt;height val=&quot;51&quot;/&gt;&lt;hasText val=&quot;1&quot;/&gt;&lt;/Image&gt;&lt;/ThreeDShapeInfo&gt;"/>
</p:tagLst>
</file>

<file path=ppt/tags/tag62.xml><?xml version="1.0" encoding="utf-8"?>
<p:tagLst xmlns:a="http://schemas.openxmlformats.org/drawingml/2006/main" xmlns:r="http://schemas.openxmlformats.org/officeDocument/2006/relationships" xmlns:p="http://schemas.openxmlformats.org/presentationml/2006/main">
  <p:tag name="PPSNARRATION" val="9,1420159568,H:\My Drive\UWMdrive\Courses\ECE552\ece552-lec01_Introduction_pptx\Media.ppcx"/>
  <p:tag name="HTML_SHAPEINFO" val="&lt;SlideThumbPath val=&quot;Slide9.PNG&quot;/&gt;"/>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quot;/&gt;&lt;isInvalidForFieldText val=&quot;0&quot;/&gt;&lt;Image&gt;&lt;filename val=&quot;C:\Users\sanmi\AppData\Local\Temp\~CaF80C\data\asimages\{4B5A73B0-AF4E-43D9-8598-B5211A6E393E}_9.png&quot;/&gt;&lt;left val=&quot;35&quot;/&gt;&lt;top val=&quot;21&quot;/&gt;&lt;width val=&quot;588&quot;/&gt;&lt;height val=&quot;98&quot;/&gt;&lt;hasText val=&quot;1&quot;/&gt;&lt;/Image&gt;&lt;/ThreeDShape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42&quot;/&gt;&lt;lineCharCount val=&quot;56&quot;/&gt;&lt;lineCharCount val=&quot;44&quot;/&gt;&lt;lineCharCount val=&quot;31&quot;/&gt;&lt;lineCharCount val=&quot;21&quot;/&gt;&lt;lineCharCount val=&quot;23&quot;/&gt;&lt;lineCharCount val=&quot;55&quot;/&gt;&lt;lineCharCount val=&quot;9&quot;/&gt;&lt;lineCharCount val=&quot;24&quot;/&gt;&lt;lineCharCount val=&quot;16&quot;/&gt;&lt;lineCharCount val=&quot;16&quot;/&gt;&lt;/TableIndex&gt;&lt;/ShapeTextInfo&gt;"/>
  <p:tag name="HTML_SHAPEINFO" val="&lt;ThreeDShapeInfo&gt;&lt;uuid val=&quot;&quot;/&gt;&lt;isInvalidForFieldText val=&quot;0&quot;/&gt;&lt;Image&gt;&lt;filename val=&quot;C:\Users\sanmi\AppData\Local\Temp\~CaF80C\data\asimages\{496CBE99-A840-4DBE-B06A-5C2D549FED84}_9.png&quot;/&gt;&lt;left val=&quot;39&quot;/&gt;&lt;top val=&quot;114&quot;/&gt;&lt;width val=&quot;632&quot;/&gt;&lt;height val=&quot;371&quot;/&gt;&lt;hasText val=&quot;1&quot;/&gt;&lt;/Image&gt;&lt;/ThreeDShape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AppData\Local\Temp\~CaF80C\data\asimages\{9E574105-63CD-4F85-9127-D4CD85F0030E}_9.png&quot;/&gt;&lt;left val=&quot;599&quot;/&gt;&lt;top val=&quot;492&quot;/&gt;&lt;width val=&quot;92&quot;/&gt;&lt;height val=&quot;51&quot;/&gt;&lt;hasText val=&quot;1&quot;/&gt;&lt;/Image&gt;&lt;/ThreeDShapeInfo&gt;"/>
</p:tagLst>
</file>

<file path=ppt/tags/tag66.xml><?xml version="1.0" encoding="utf-8"?>
<p:tagLst xmlns:a="http://schemas.openxmlformats.org/drawingml/2006/main" xmlns:r="http://schemas.openxmlformats.org/officeDocument/2006/relationships" xmlns:p="http://schemas.openxmlformats.org/presentationml/2006/main">
  <p:tag name="PPSNARRATION" val="10,1420159568,H:\My Drive\UWMdrive\Courses\ECE552\ece552-lec01_Introduction_pptx\Media.ppcx"/>
  <p:tag name="HTML_SHAPEINFO" val="&lt;SlideThumbPath val=&quot;Slide10.PNG&quot;/&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 name="HTML_SHAPEINFO" val="&lt;ThreeDShapeInfo&gt;&lt;uuid val=&quot;&quot;/&gt;&lt;isInvalidForFieldText val=&quot;0&quot;/&gt;&lt;Image&gt;&lt;filename val=&quot;C:\Users\sanmi\AppData\Local\Temp\~CaF80C\data\asimages\{49D4EE04-6468-43BC-A179-1D7579DD7DE8}_10.png&quot;/&gt;&lt;left val=&quot;35&quot;/&gt;&lt;top val=&quot;21&quot;/&gt;&lt;width val=&quot;588&quot;/&gt;&lt;height val=&quot;98&quot;/&gt;&lt;hasText val=&quot;1&quot;/&gt;&lt;/Image&gt;&lt;/ThreeDShape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44&quot;/&gt;&lt;lineCharCount val=&quot;22&quot;/&gt;&lt;lineCharCount val=&quot;19&quot;/&gt;&lt;/TableIndex&gt;&lt;/ShapeTextInfo&gt;"/>
  <p:tag name="HTML_SHAPEINFO" val="&lt;ThreeDShapeInfo&gt;&lt;uuid val=&quot;&quot;/&gt;&lt;isInvalidForFieldText val=&quot;0&quot;/&gt;&lt;Image&gt;&lt;filename val=&quot;C:\Users\sanmi\AppData\Local\Temp\~CaF80C\data\asimages\{B27FDB8C-DB6B-4783-A987-76875DE4CEAA}_10.png&quot;/&gt;&lt;left val=&quot;39&quot;/&gt;&lt;top val=&quot;111&quot;/&gt;&lt;width val=&quot;621&quot;/&gt;&lt;height val=&quot;120&quot;/&gt;&lt;hasText val=&quot;1&quot;/&gt;&lt;/Image&gt;&lt;/ThreeDShape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2561F2D0-0493-4F55-81C4-140FDB2B4CCD}_10.png&quot;/&gt;&lt;left val=&quot;599&quot;/&gt;&lt;top val=&quot;492&quot;/&gt;&lt;width val=&quot;92&quot;/&gt;&lt;height val=&quot;51&quot;/&gt;&lt;hasText val=&quot;1&quot;/&gt;&lt;/Image&gt;&lt;/ThreeDShapeInfo&gt;"/>
</p:tagLst>
</file>

<file path=ppt/tags/tag70.xml><?xml version="1.0" encoding="utf-8"?>
<p:tagLst xmlns:a="http://schemas.openxmlformats.org/drawingml/2006/main" xmlns:r="http://schemas.openxmlformats.org/officeDocument/2006/relationships" xmlns:p="http://schemas.openxmlformats.org/presentationml/2006/main">
  <p:tag name="PPSNARRATION" val="11,1420159568,H:\My Drive\UWMdrive\Courses\ECE552\ece552-lec01_Introduction_pptx\Media.ppcx"/>
  <p:tag name="HTML_SHAPEINFO" val="&lt;SlideThumbPath val=&quot;Slide11.PNG&quot;/&gt;"/>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 name="HTML_SHAPEINFO" val="&lt;ThreeDShapeInfo&gt;&lt;uuid val=&quot;&quot;/&gt;&lt;isInvalidForFieldText val=&quot;0&quot;/&gt;&lt;Image&gt;&lt;filename val=&quot;C:\Users\sanmi\AppData\Local\Temp\~CaF80C\data\asimages\{9E55BB59-5258-45CC-9C14-25B567A990C9}_11.png&quot;/&gt;&lt;left val=&quot;35&quot;/&gt;&lt;top val=&quot;21&quot;/&gt;&lt;width val=&quot;588&quot;/&gt;&lt;height val=&quot;98&quot;/&gt;&lt;hasText val=&quot;1&quot;/&gt;&lt;/Image&gt;&lt;/ThreeDShape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44&quot;/&gt;&lt;lineCharCount val=&quot;22&quot;/&gt;&lt;lineCharCount val=&quot;19&quot;/&gt;&lt;/TableIndex&gt;&lt;/ShapeTextInfo&gt;"/>
  <p:tag name="HTML_SHAPEINFO" val="&lt;ThreeDShapeInfo&gt;&lt;uuid val=&quot;&quot;/&gt;&lt;isInvalidForFieldText val=&quot;0&quot;/&gt;&lt;Image&gt;&lt;filename val=&quot;C:\Users\sanmi\AppData\Local\Temp\~CaF80C\data\asimages\{8BDA2FA3-BC03-4F30-92BB-6E9AD4ADBB03}_11.png&quot;/&gt;&lt;left val=&quot;39&quot;/&gt;&lt;top val=&quot;111&quot;/&gt;&lt;width val=&quot;621&quot;/&gt;&lt;height val=&quot;120&quot;/&gt;&lt;hasText val=&quot;1&quot;/&gt;&lt;/Image&gt;&lt;/ThreeDShape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E37C1AB8-9C65-47B4-B66E-7593918717C4}_11.png&quot;/&gt;&lt;left val=&quot;599&quot;/&gt;&lt;top val=&quot;492&quot;/&gt;&lt;width val=&quot;92&quot;/&gt;&lt;height val=&quot;51&quot;/&gt;&lt;hasText val=&quot;1&quot;/&gt;&lt;/Image&gt;&lt;/ThreeDShape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2&quot;/&gt;&lt;/TableIndex&gt;&lt;/ShapeTextInfo&gt;"/>
  <p:tag name="HTML_SHAPEINFO" val="&lt;ThreeDShapeInfo&gt;&lt;uuid val=&quot;&quot;/&gt;&lt;isInvalidForFieldText val=&quot;0&quot;/&gt;&lt;Image&gt;&lt;filename val=&quot;C:\Users\sanmi\AppData\Local\Temp\~CaF80C\data\asimages\{163813E6-8687-4D13-8ADE-336B6D1326A3}_11.png&quot;/&gt;&lt;left val=&quot;47&quot;/&gt;&lt;top val=&quot;219&quot;/&gt;&lt;width val=&quot;612&quot;/&gt;&lt;height val=&quot;60&quot;/&gt;&lt;hasText val=&quot;1&quot;/&gt;&lt;/Image&gt;&lt;/ThreeDShape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33&quot;/&gt;&lt;lineCharCount val=&quot;22&quot;/&gt;&lt;lineCharCount val=&quot;44&quot;/&gt;&lt;lineCharCount val=&quot;48&quot;/&gt;&lt;lineCharCount val=&quot;27&quot;/&gt;&lt;lineCharCount val=&quot;22&quot;/&gt;&lt;/TableIndex&gt;&lt;/ShapeTextInfo&gt;"/>
  <p:tag name="HTML_SHAPEINFO" val="&lt;ThreeDShapeInfo&gt;&lt;uuid val=&quot;&quot;/&gt;&lt;isInvalidForFieldText val=&quot;0&quot;/&gt;&lt;Image&gt;&lt;filename val=&quot;C:\Users\sanmi\AppData\Local\Temp\~CaF80C\data\asimages\{5D5E878D-11B4-42C3-A6B8-736CE7221747}_11.png&quot;/&gt;&lt;left val=&quot;47&quot;/&gt;&lt;top val=&quot;264&quot;/&gt;&lt;width val=&quot;624&quot;/&gt;&lt;height val=&quot;212&quot;/&gt;&lt;hasText val=&quot;1&quot;/&gt;&lt;/Image&gt;&lt;/ThreeDShapeInfo&gt;"/>
</p:tagLst>
</file>

<file path=ppt/tags/tag76.xml><?xml version="1.0" encoding="utf-8"?>
<p:tagLst xmlns:a="http://schemas.openxmlformats.org/drawingml/2006/main" xmlns:r="http://schemas.openxmlformats.org/officeDocument/2006/relationships" xmlns:p="http://schemas.openxmlformats.org/presentationml/2006/main">
  <p:tag name="PPSNARRATION" val="12,1420159568,H:\My Drive\UWMdrive\Courses\ECE552\ece552-lec01_Introduction_pptx\Media.ppcx"/>
  <p:tag name="HTML_SHAPEINFO" val="&lt;SlideThumbPath val=&quot;Slide12.PNG&quot;/&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8&quot;/&gt;&lt;/TableIndex&gt;&lt;/ShapeTextInfo&gt;"/>
  <p:tag name="HTML_SHAPEINFO" val="&lt;ThreeDShapeInfo&gt;&lt;uuid val=&quot;&quot;/&gt;&lt;isInvalidForFieldText val=&quot;0&quot;/&gt;&lt;Image&gt;&lt;filename val=&quot;C:\Users\sanmi\AppData\Local\Temp\~CaF80C\data\asimages\{D2525FD2-DD6A-4D2C-86F4-83F7233D2FBA}_12.png&quot;/&gt;&lt;left val=&quot;35&quot;/&gt;&lt;top val=&quot;21&quot;/&gt;&lt;width val=&quot;588&quot;/&gt;&lt;height val=&quot;98&quot;/&gt;&lt;hasText val=&quot;1&quot;/&gt;&lt;/Image&gt;&lt;/ThreeDShapeInfo&gt;"/>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35&quot;/&gt;&lt;lineCharCount val=&quot;24&quot;/&gt;&lt;lineCharCount val=&quot;43&quot;/&gt;&lt;lineCharCount val=&quot;45&quot;/&gt;&lt;lineCharCount val=&quot;46&quot;/&gt;&lt;lineCharCount val=&quot;36&quot;/&gt;&lt;/TableIndex&gt;&lt;/ShapeTextInfo&gt;"/>
  <p:tag name="HTML_SHAPEINFO" val="&lt;ThreeDShapeInfo&gt;&lt;uuid val=&quot;&quot;/&gt;&lt;isInvalidForFieldText val=&quot;0&quot;/&gt;&lt;Image&gt;&lt;filename val=&quot;C:\Users\sanmi\AppData\Local\Temp\~CaF80C\data\asimages\{9D691F83-5C09-4C0C-B3FD-6944C8D0EE3F}_12.png&quot;/&gt;&lt;left val=&quot;44&quot;/&gt;&lt;top val=&quot;141&quot;/&gt;&lt;width val=&quot;609&quot;/&gt;&lt;height val=&quot;206&quot;/&gt;&lt;hasText val=&quot;1&quot;/&gt;&lt;/Image&gt;&lt;/ThreeDShapeInfo&gt;"/>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BD7468CE-8253-41A0-B9E2-8F9C0406D55D}_12.png&quot;/&gt;&lt;left val=&quot;599&quot;/&gt;&lt;top val=&quot;492&quot;/&gt;&lt;width val=&quot;92&quot;/&gt;&lt;height val=&quot;51&quot;/&gt;&lt;hasText val=&quot;1&quot;/&gt;&lt;/Image&gt;&lt;/ThreeDShapeInfo&gt;"/>
</p:tagLst>
</file>

<file path=ppt/tags/tag80.xml><?xml version="1.0" encoding="utf-8"?>
<p:tagLst xmlns:a="http://schemas.openxmlformats.org/drawingml/2006/main" xmlns:r="http://schemas.openxmlformats.org/officeDocument/2006/relationships" xmlns:p="http://schemas.openxmlformats.org/presentationml/2006/main">
  <p:tag name="PPSNARRATION" val="13,1420159568,H:\My Drive\UWMdrive\Courses\ECE552\ece552-lec01_Introduction_pptx\Media.ppcx"/>
  <p:tag name="HTML_SHAPEINFO" val="&lt;SlideThumbPath val=&quot;Slide13.PNG&quot;/&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 name="HTML_SHAPEINFO" val="&lt;ThreeDShapeInfo&gt;&lt;uuid val=&quot;&quot;/&gt;&lt;isInvalidForFieldText val=&quot;0&quot;/&gt;&lt;Image&gt;&lt;filename val=&quot;C:\Users\sanmi\AppData\Local\Temp\~CaF80C\data\asimages\{8ECDF93A-58B1-4B75-9A29-D01E1DBAA71E}_13.png&quot;/&gt;&lt;left val=&quot;35&quot;/&gt;&lt;top val=&quot;21&quot;/&gt;&lt;width val=&quot;588&quot;/&gt;&lt;height val=&quot;98&quot;/&gt;&lt;hasText val=&quot;1&quot;/&gt;&lt;/Image&gt;&lt;/ThreeDShape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0&quot;/&gt;&lt;lineCharCount val=&quot;27&quot;/&gt;&lt;lineCharCount val=&quot;29&quot;/&gt;&lt;lineCharCount val=&quot;60&quot;/&gt;&lt;lineCharCount val=&quot;21&quot;/&gt;&lt;lineCharCount val=&quot;29&quot;/&gt;&lt;lineCharCount val=&quot;35&quot;/&gt;&lt;lineCharCount val=&quot;31&quot;/&gt;&lt;lineCharCount val=&quot;47&quot;/&gt;&lt;lineCharCount val=&quot;45&quot;/&gt;&lt;lineCharCount val=&quot;31&quot;/&gt;&lt;/TableIndex&gt;&lt;/ShapeTextInfo&gt;"/>
  <p:tag name="HTML_SHAPEINFO" val="&lt;ThreeDShapeInfo&gt;&lt;uuid val=&quot;&quot;/&gt;&lt;isInvalidForFieldText val=&quot;0&quot;/&gt;&lt;Image&gt;&lt;filename val=&quot;C:\Users\sanmi\AppData\Local\Temp\~CaF80C\data\asimages\{E642F85B-2BB8-4352-BA1A-9E0495650FA0}_13.png&quot;/&gt;&lt;left val=&quot;27&quot;/&gt;&lt;top val=&quot;114&quot;/&gt;&lt;width val=&quot;657&quot;/&gt;&lt;height val=&quot;368&quot;/&gt;&lt;hasText val=&quot;1&quot;/&gt;&lt;/Image&gt;&lt;/ThreeDShape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91366F41-CE56-4491-BAC1-5B49BAB16901}_13.png&quot;/&gt;&lt;left val=&quot;599&quot;/&gt;&lt;top val=&quot;492&quot;/&gt;&lt;width val=&quot;92&quot;/&gt;&lt;height val=&quot;51&quot;/&gt;&lt;hasText val=&quot;1&quot;/&gt;&lt;/Image&gt;&lt;/ThreeDShapeInfo&gt;"/>
</p:tagLst>
</file>

<file path=ppt/tags/tag84.xml><?xml version="1.0" encoding="utf-8"?>
<p:tagLst xmlns:a="http://schemas.openxmlformats.org/drawingml/2006/main" xmlns:r="http://schemas.openxmlformats.org/officeDocument/2006/relationships" xmlns:p="http://schemas.openxmlformats.org/presentationml/2006/main">
  <p:tag name="PPSNARRATION" val="14,1420159568,H:\My Drive\UWMdrive\Courses\ECE552\ece552-lec01_Introduction_pptx\Media.ppcx"/>
  <p:tag name="HTML_SHAPEINFO" val="&lt;SlideThumbPath val=&quot;Slide14.PNG&quot;/&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 name="HTML_SHAPEINFO" val="&lt;ThreeDShapeInfo&gt;&lt;uuid val=&quot;&quot;/&gt;&lt;isInvalidForFieldText val=&quot;0&quot;/&gt;&lt;Image&gt;&lt;filename val=&quot;C:\Users\sanmi\AppData\Local\Temp\~CaF80C\data\asimages\{32F27AAA-D817-4B90-A1F9-E2B955669D43}_14.png&quot;/&gt;&lt;left val=&quot;35&quot;/&gt;&lt;top val=&quot;21&quot;/&gt;&lt;width val=&quot;588&quot;/&gt;&lt;height val=&quot;98&quot;/&gt;&lt;hasText val=&quot;1&quot;/&gt;&lt;/Image&gt;&lt;/ThreeDShape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23&quot;/&gt;&lt;lineCharCount val=&quot;45&quot;/&gt;&lt;lineCharCount val=&quot;16&quot;/&gt;&lt;lineCharCount val=&quot;16&quot;/&gt;&lt;lineCharCount val=&quot;13&quot;/&gt;&lt;lineCharCount val=&quot;20&quot;/&gt;&lt;lineCharCount val=&quot;44&quot;/&gt;&lt;lineCharCount val=&quot;13&quot;/&gt;&lt;lineCharCount val=&quot;18&quot;/&gt;&lt;/TableIndex&gt;&lt;/ShapeTextInfo&gt;"/>
  <p:tag name="HTML_SHAPEINFO" val="&lt;ThreeDShapeInfo&gt;&lt;uuid val=&quot;&quot;/&gt;&lt;isInvalidForFieldText val=&quot;0&quot;/&gt;&lt;Image&gt;&lt;filename val=&quot;C:\Users\sanmi\AppData\Local\Temp\~CaF80C\data\asimages\{685AFC5D-FF58-4FE0-92BA-D800DCE396AF}_14.png&quot;/&gt;&lt;left val=&quot;44&quot;/&gt;&lt;top val=&quot;120&quot;/&gt;&lt;width val=&quot;621&quot;/&gt;&lt;height val=&quot;360&quot;/&gt;&lt;hasText val=&quot;1&quot;/&gt;&lt;/Image&gt;&lt;/ThreeDShapeInfo&gt;"/>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3ADFE46D-4C23-4147-B10E-7B804C8377F6}_14.png&quot;/&gt;&lt;left val=&quot;599&quot;/&gt;&lt;top val=&quot;492&quot;/&gt;&lt;width val=&quot;92&quot;/&gt;&lt;height val=&quot;51&quot;/&gt;&lt;hasText val=&quot;1&quot;/&gt;&lt;/Image&gt;&lt;/ThreeDShapeInfo&gt;"/>
</p:tagLst>
</file>

<file path=ppt/tags/tag88.xml><?xml version="1.0" encoding="utf-8"?>
<p:tagLst xmlns:a="http://schemas.openxmlformats.org/drawingml/2006/main" xmlns:r="http://schemas.openxmlformats.org/officeDocument/2006/relationships" xmlns:p="http://schemas.openxmlformats.org/presentationml/2006/main">
  <p:tag name="PPSNARRATION" val="15,1420159568,H:\My Drive\UWMdrive\Courses\ECE552\ece552-lec01_Introduction_pptx\Media.ppcx"/>
  <p:tag name="HTML_SHAPEINFO" val="&lt;SlideThumbPath val=&quot;Slide15.PNG&quot;/&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AppData\Local\Temp\~CaF80C\data\asimages\{71EC6F52-C806-465C-8FD3-6D2596D7461E}_15.png&quot;/&gt;&lt;left val=&quot;35&quot;/&gt;&lt;top val=&quot;21&quot;/&gt;&lt;width val=&quot;612&quot;/&gt;&lt;height val=&quot;98&quot;/&gt;&lt;hasText val=&quot;1&quot;/&gt;&lt;/Image&gt;&lt;/ThreeDShape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8C57BA5B-D253-4A2E-BB6F-A0D26C70C851}_15.png&quot;/&gt;&lt;left val=&quot;599&quot;/&gt;&lt;top val=&quot;500&quot;/&gt;&lt;width val=&quot;86&quot;/&gt;&lt;height val=&quot;32&quot;/&gt;&lt;hasText val=&quot;1&quot;/&gt;&lt;/Image&gt;&lt;/ThreeDShapeInfo&gt;"/>
</p:tagLst>
</file>

<file path=ppt/tags/tag91.xml><?xml version="1.0" encoding="utf-8"?>
<p:tagLst xmlns:a="http://schemas.openxmlformats.org/drawingml/2006/main" xmlns:r="http://schemas.openxmlformats.org/officeDocument/2006/relationships" xmlns:p="http://schemas.openxmlformats.org/presentationml/2006/main">
  <p:tag name="PPSNARRATION" val="16,1420159568,H:\My Drive\UWMdrive\Courses\ECE552\ece552-lec01_Introduction_pptx\Media.ppcx"/>
  <p:tag name="HTML_SHAPEINFO" val="&lt;SlideThumbPath val=&quot;Slide16.PNG&quot;/&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AppData\Local\Temp\~CaF80C\data\asimages\{A6C5E522-B8D1-4903-B6C8-BC2AABDD8BA7}_16.png&quot;/&gt;&lt;left val=&quot;35&quot;/&gt;&lt;top val=&quot;21&quot;/&gt;&lt;width val=&quot;612&quot;/&gt;&lt;height val=&quot;98&quot;/&gt;&lt;hasText val=&quot;1&quot;/&gt;&lt;/Image&gt;&lt;/ThreeDShape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BD0AFFC3-9648-4BB8-B92C-B0CB131DAF02}_16.png&quot;/&gt;&lt;left val=&quot;599&quot;/&gt;&lt;top val=&quot;500&quot;/&gt;&lt;width val=&quot;86&quot;/&gt;&lt;height val=&quot;32&quot;/&gt;&lt;hasText val=&quot;1&quot;/&gt;&lt;/Image&gt;&lt;/ThreeDShapeInfo&gt;"/>
</p:tagLst>
</file>

<file path=ppt/tags/tag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AppData\Local\Temp\~CaF80C\data\asimages\{0CAFFC0B-372E-4DAF-BB50-429711CCA141}_16.png&quot;/&gt;&lt;left val=&quot;137&quot;/&gt;&lt;top val=&quot;461&quot;/&gt;&lt;width val=&quot;448&quot;/&gt;&lt;height val=&quot;42&quot;/&gt;&lt;hasText val=&quot;1&quot;/&gt;&lt;/Image&gt;&lt;/ThreeDShapeInfo&gt;"/>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7&quot;/&gt;&lt;lineCharCount val=&quot;6&quot;/&gt;&lt;/TableIndex&gt;&lt;/ShapeTextInfo&gt;"/>
  <p:tag name="HTML_SHAPEINFO" val="&lt;ThreeDShapeInfo&gt;&lt;uuid val=&quot;&quot;/&gt;&lt;isInvalidForFieldText val=&quot;0&quot;/&gt;&lt;Image&gt;&lt;filename val=&quot;C:\Users\sanmi\AppData\Local\Temp\~CaF80C\data\asimages\{A5950839-48A4-4177-8B0C-41E8921E135C}_16.png&quot;/&gt;&lt;left val=&quot;19&quot;/&gt;&lt;top val=&quot;84&quot;/&gt;&lt;width val=&quot;706&quot;/&gt;&lt;height val=&quot;86&quot;/&gt;&lt;hasText val=&quot;1&quot;/&gt;&lt;/Image&gt;&lt;/ThreeDShapeInfo&gt;"/>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6&quot;/&gt;&lt;lineCharCount val=&quot;1&quot;/&gt;&lt;/TableIndex&gt;&lt;/ShapeTextInfo&gt;"/>
  <p:tag name="HTML_SHAPEINFO" val="&lt;ThreeDShapeInfo&gt;&lt;uuid val=&quot;&quot;/&gt;&lt;isInvalidForFieldText val=&quot;0&quot;/&gt;&lt;Image&gt;&lt;filename val=&quot;C:\Users\sanmi\AppData\Local\Temp\~CaF80C\data\asimages\{859FDDC7-3F41-48C4-BB2E-3D66D8D067EF}_16.png&quot;/&gt;&lt;left val=&quot;215&quot;/&gt;&lt;top val=&quot;417&quot;/&gt;&lt;width val=&quot;288&quot;/&gt;&lt;height val=&quot;64&quot;/&gt;&lt;hasText val=&quot;1&quot;/&gt;&lt;/Image&gt;&lt;/ThreeDShapeInfo&gt;"/>
</p:tagLst>
</file>

<file path=ppt/tags/tag97.xml><?xml version="1.0" encoding="utf-8"?>
<p:tagLst xmlns:a="http://schemas.openxmlformats.org/drawingml/2006/main" xmlns:r="http://schemas.openxmlformats.org/officeDocument/2006/relationships" xmlns:p="http://schemas.openxmlformats.org/presentationml/2006/main">
  <p:tag name="PPSNARRATION" val="17,1420159568,H:\My Drive\UWMdrive\Courses\ECE552\ece552-lec01_Introduction_pptx\Media.ppcx"/>
  <p:tag name="HTML_SHAPEINFO" val="&lt;SlideThumbPath val=&quot;Slide17.PNG&quot;/&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AppData\Local\Temp\~CaF80C\data\asimages\{5B75884E-EE73-4729-A180-3534B2D113C8}_17.png&quot;/&gt;&lt;left val=&quot;35&quot;/&gt;&lt;top val=&quot;21&quot;/&gt;&lt;width val=&quot;612&quot;/&gt;&lt;height val=&quot;98&quot;/&gt;&lt;hasText val=&quot;1&quot;/&gt;&lt;/Image&gt;&lt;/ThreeDShape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49CC2A53-C81F-4292-A5BA-3D13DBD2FE1C}_17.png&quot;/&gt;&lt;left val=&quot;599&quot;/&gt;&lt;top val=&quot;500&quot;/&gt;&lt;width val=&quot;86&quot;/&gt;&lt;height val=&quot;32&quot;/&gt;&lt;hasText val=&quot;1&quot;/&gt;&lt;/Image&gt;&lt;/ThreeDShape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AppData\Local\Temp\~CaF80C\data\asimages\{B0F20932-9169-4ED5-9B95-FD9EFE07480B}_17.png&quot;/&gt;&lt;left val=&quot;137&quot;/&gt;&lt;top val=&quot;461&quot;/&gt;&lt;width val=&quot;448&quot;/&gt;&lt;height val=&quot;42&quot;/&gt;&lt;hasText val=&quot;1&quot;/&gt;&lt;/Image&gt;&lt;/ThreeDShape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3&quot;/&gt;&lt;lineCharCount val=&quot;22&quot;/&gt;&lt;/TableIndex&gt;&lt;/ShapeTextInfo&gt;"/>
  <p:tag name="HTML_SHAPEINFO" val="&lt;ThreeDShapeInfo&gt;&lt;uuid val=&quot;&quot;/&gt;&lt;isInvalidForFieldText val=&quot;0&quot;/&gt;&lt;Image&gt;&lt;filename val=&quot;C:\Users\sanmi\AppData\Local\Temp\~CaF80C\data\asimages\{04171BC3-9F57-4853-A618-12EF6E845F2B}_17.png&quot;/&gt;&lt;left val=&quot;19&quot;/&gt;&lt;top val=&quot;84&quot;/&gt;&lt;width val=&quot;706&quot;/&gt;&lt;height val=&quot;86&quot;/&gt;&lt;hasText val=&quot;1&quot;/&gt;&lt;/Image&gt;&lt;/ThreeDShapeInfo&gt;"/>
</p:tagLst>
</file>

<file path=ppt/tags/tag1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 name="HTML_SHAPEINFO" val="&lt;ThreeDShapeInfo&gt;&lt;uuid val=&quot;&quot;/&gt;&lt;isInvalidForFieldText val=&quot;0&quot;/&gt;&lt;Image&gt;&lt;filename val=&quot;C:\Users\sanmi\AppData\Local\Temp\~CaF80C\data\asimages\{C00AD8AD-7782-487B-808D-8888B9333EBE}_17.png&quot;/&gt;&lt;left val=&quot;215&quot;/&gt;&lt;top val=&quot;231&quot;/&gt;&lt;width val=&quot;288&quot;/&gt;&lt;height val=&quot;56&quot;/&gt;&lt;hasText val=&quot;1&quot;/&gt;&lt;/Image&gt;&lt;/ThreeDShapeInfo&gt;"/>
</p:tagLst>
</file>

<file path=ppt/tags/tag103.xml><?xml version="1.0" encoding="utf-8"?>
<p:tagLst xmlns:a="http://schemas.openxmlformats.org/drawingml/2006/main" xmlns:r="http://schemas.openxmlformats.org/officeDocument/2006/relationships" xmlns:p="http://schemas.openxmlformats.org/presentationml/2006/main">
  <p:tag name="PPSNARRATION" val="18,1420159568,H:\My Drive\UWMdrive\Courses\ECE552\ece552-lec01_Introduction_pptx\Media.ppcx"/>
  <p:tag name="HTML_SHAPEINFO" val="&lt;SlideThumbPath val=&quot;Slide18.PNG&quot;/&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AppData\Local\Temp\~CaF80C\data\asimages\{00E42E34-001A-4C63-8BA3-D13A3760F203}_18.png&quot;/&gt;&lt;left val=&quot;35&quot;/&gt;&lt;top val=&quot;21&quot;/&gt;&lt;width val=&quot;612&quot;/&gt;&lt;height val=&quot;98&quot;/&gt;&lt;hasText val=&quot;1&quot;/&gt;&lt;/Image&gt;&lt;/ThreeDShape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ECDF37CF-B39B-463F-9EA5-E716C5FF8E19}_18.png&quot;/&gt;&lt;left val=&quot;599&quot;/&gt;&lt;top val=&quot;500&quot;/&gt;&lt;width val=&quot;86&quot;/&gt;&lt;height val=&quot;32&quot;/&gt;&lt;hasText val=&quot;1&quot;/&gt;&lt;/Image&gt;&lt;/ThreeDShape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AppData\Local\Temp\~CaF80C\data\asimages\{C41C5925-B044-468F-BC83-BC055D637D8C}_18.png&quot;/&gt;&lt;left val=&quot;137&quot;/&gt;&lt;top val=&quot;461&quot;/&gt;&lt;width val=&quot;448&quot;/&gt;&lt;height val=&quot;42&quot;/&gt;&lt;hasText val=&quot;1&quot;/&gt;&lt;/Image&gt;&lt;/ThreeDShape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quot;/&gt;&lt;lineCharCount val=&quot;12&quot;/&gt;&lt;/TableIndex&gt;&lt;/ShapeTextInfo&gt;"/>
  <p:tag name="HTML_SHAPEINFO" val="&lt;ThreeDShapeInfo&gt;&lt;uuid val=&quot;&quot;/&gt;&lt;isInvalidForFieldText val=&quot;0&quot;/&gt;&lt;Image&gt;&lt;filename val=&quot;C:\Users\sanmi\AppData\Local\Temp\~CaF80C\data\asimages\{D7178F4F-1D4C-466F-B323-08F18F921F65}_18.png&quot;/&gt;&lt;left val=&quot;140&quot;/&gt;&lt;top val=&quot;464&quot;/&gt;&lt;width val=&quot;79&quot;/&gt;&lt;height val=&quot;40&quot;/&gt;&lt;hasText val=&quot;1&quot;/&gt;&lt;/Image&gt;&lt;/ThreeDShape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HTML_SHAPEINFO" val="&lt;ThreeDShapeInfo&gt;&lt;uuid val=&quot;&quot;/&gt;&lt;isInvalidForFieldText val=&quot;0&quot;/&gt;&lt;Image&gt;&lt;filename val=&quot;C:\Users\sanmi\AppData\Local\Temp\~CaF80C\data\asimages\{CAAE0704-F265-41A1-A76E-B8E609CF03B3}_18.png&quot;/&gt;&lt;left val=&quot;215&quot;/&gt;&lt;top val=&quot;202&quot;/&gt;&lt;width val=&quot;288&quot;/&gt;&lt;height val=&quot;57&quot;/&gt;&lt;hasText val=&quot;1&quot;/&gt;&lt;/Image&gt;&lt;/ThreeDShape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7&quot;/&gt;&lt;lineCharCount val=&quot;52&quot;/&gt;&lt;/TableIndex&gt;&lt;/ShapeTextInfo&gt;"/>
  <p:tag name="HTML_SHAPEINFO" val="&lt;ThreeDShapeInfo&gt;&lt;uuid val=&quot;&quot;/&gt;&lt;isInvalidForFieldText val=&quot;0&quot;/&gt;&lt;Image&gt;&lt;filename val=&quot;C:\Users\sanmi\AppData\Local\Temp\~CaF80C\data\asimages\{D21EB81F-6DE9-40C2-8C39-DDDE5E21A778}_18.png&quot;/&gt;&lt;left val=&quot;19&quot;/&gt;&lt;top val=&quot;84&quot;/&gt;&lt;width val=&quot;708&quot;/&gt;&lt;height val=&quot;86&quot;/&gt;&lt;hasText val=&quot;1&quot;/&gt;&lt;/Image&gt;&lt;/ThreeDShapeInfo&gt;"/>
</p:tagLst>
</file>

<file path=ppt/tags/tag1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2.xml><?xml version="1.0" encoding="utf-8"?>
<p:tagLst xmlns:a="http://schemas.openxmlformats.org/drawingml/2006/main" xmlns:r="http://schemas.openxmlformats.org/officeDocument/2006/relationships" xmlns:p="http://schemas.openxmlformats.org/presentationml/2006/main">
  <p:tag name="PPSNARRATION" val="19,1420159568,H:\My Drive\UWMdrive\Courses\ECE552\ece552-lec01_Introduction_pptx\Media.ppcx"/>
  <p:tag name="HTML_SHAPEINFO" val="&lt;SlideThumbPath val=&quot;Slide19.PNG&quot;/&gt;"/>
</p:tagLst>
</file>

<file path=ppt/tags/tag1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AppData\Local\Temp\~CaF80C\data\asimages\{4D747017-F417-4D94-8F0E-9217598D1348}_19.png&quot;/&gt;&lt;left val=&quot;35&quot;/&gt;&lt;top val=&quot;21&quot;/&gt;&lt;width val=&quot;612&quot;/&gt;&lt;height val=&quot;98&quot;/&gt;&lt;hasText val=&quot;1&quot;/&gt;&lt;/Image&gt;&lt;/ThreeDShapeInfo&gt;"/>
</p:tagLst>
</file>

<file path=ppt/tags/tag1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B887AA6D-1F6F-46F0-80BE-5049C049FF82}_19.png&quot;/&gt;&lt;left val=&quot;599&quot;/&gt;&lt;top val=&quot;500&quot;/&gt;&lt;width val=&quot;86&quot;/&gt;&lt;height val=&quot;32&quot;/&gt;&lt;hasText val=&quot;1&quot;/&gt;&lt;/Image&gt;&lt;/ThreeDShapeInfo&gt;"/>
</p:tagLst>
</file>

<file path=ppt/tags/tag1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AppData\Local\Temp\~CaF80C\data\asimages\{EFFB8C7A-51A9-4F5C-A4C2-FFF416395440}_19.png&quot;/&gt;&lt;left val=&quot;137&quot;/&gt;&lt;top val=&quot;461&quot;/&gt;&lt;width val=&quot;448&quot;/&gt;&lt;height val=&quot;42&quot;/&gt;&lt;hasText val=&quot;1&quot;/&gt;&lt;/Image&gt;&lt;/ThreeDShapeInfo&gt;"/>
</p:tagLst>
</file>

<file path=ppt/tags/tag1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quot;/&gt;&lt;lineCharCount val=&quot;12&quot;/&gt;&lt;/TableIndex&gt;&lt;/ShapeTextInfo&gt;"/>
  <p:tag name="HTML_SHAPEINFO" val="&lt;ThreeDShapeInfo&gt;&lt;uuid val=&quot;&quot;/&gt;&lt;isInvalidForFieldText val=&quot;0&quot;/&gt;&lt;Image&gt;&lt;filename val=&quot;C:\Users\sanmi\AppData\Local\Temp\~CaF80C\data\asimages\{3FFD7252-0160-4995-B203-0774ABEE2740}_19.png&quot;/&gt;&lt;left val=&quot;140&quot;/&gt;&lt;top val=&quot;464&quot;/&gt;&lt;width val=&quot;79&quot;/&gt;&lt;height val=&quot;40&quot;/&gt;&lt;hasText val=&quot;1&quot;/&gt;&lt;/Image&gt;&lt;/ThreeDShapeInfo&gt;"/>
</p:tagLst>
</file>

<file path=ppt/tags/tag1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8&quot;/&gt;&lt;lineCharCount val=&quot;21&quot;/&gt;&lt;lineCharCount val=&quot;25&quot;/&gt;&lt;/TableIndex&gt;&lt;/ShapeTextInfo&gt;"/>
  <p:tag name="HTML_SHAPEINFO" val="&lt;ThreeDShapeInfo&gt;&lt;uuid val=&quot;&quot;/&gt;&lt;isInvalidForFieldText val=&quot;0&quot;/&gt;&lt;Image&gt;&lt;filename val=&quot;C:\Users\sanmi\AppData\Local\Temp\~CaF80C\data\asimages\{BA48966A-A795-4C3D-9A16-3831B94D185F}_19.png&quot;/&gt;&lt;left val=&quot;210&quot;/&gt;&lt;top val=&quot;157&quot;/&gt;&lt;width val=&quot;293&quot;/&gt;&lt;height val=&quot;101&quot;/&gt;&lt;hasText val=&quot;1&quot;/&gt;&lt;/Image&gt;&lt;/ThreeDShapeInfo&gt;"/>
</p:tagLst>
</file>

<file path=ppt/tags/tag1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6&quot;/&gt;&lt;lineCharCount val=&quot;10&quot;/&gt;&lt;/TableIndex&gt;&lt;/ShapeTextInfo&gt;"/>
  <p:tag name="HTML_SHAPEINFO" val="&lt;ThreeDShapeInfo&gt;&lt;uuid val=&quot;&quot;/&gt;&lt;isInvalidForFieldText val=&quot;0&quot;/&gt;&lt;Image&gt;&lt;filename val=&quot;C:\Users\sanmi\AppData\Local\Temp\~CaF80C\data\asimages\{6EF5D0A9-BF38-4614-AB03-686434086D02}_19.png&quot;/&gt;&lt;left val=&quot;19&quot;/&gt;&lt;top val=&quot;84&quot;/&gt;&lt;width val=&quot;676&quot;/&gt;&lt;height val=&quot;86&quot;/&gt;&lt;hasText val=&quot;1&quot;/&gt;&lt;/Image&gt;&lt;/ThreeDShapeInfo&gt;"/>
</p:tagLst>
</file>

<file path=ppt/tags/tag1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PPSNARRATION" val="20,1420159568,H:\My Drive\UWMdrive\Courses\ECE552\ece552-lec01_Introduction_pptx\Media.ppcx"/>
  <p:tag name="HTML_SHAPEINFO" val="&lt;SlideThumbPath val=&quot;Slide20.PNG&quot;/&gt;"/>
</p:tagLst>
</file>

<file path=ppt/tags/tag1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AppData\Local\Temp\~CaF80C\data\asimages\{4837D5BD-E2E6-4ED3-B40D-93CE5FEA2FFC}_20.png&quot;/&gt;&lt;left val=&quot;35&quot;/&gt;&lt;top val=&quot;21&quot;/&gt;&lt;width val=&quot;612&quot;/&gt;&lt;height val=&quot;98&quot;/&gt;&lt;hasText val=&quot;1&quot;/&gt;&lt;/Image&gt;&lt;/ThreeDShapeInfo&gt;"/>
</p:tagLst>
</file>

<file path=ppt/tags/tag1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1E104721-C5A0-453F-94EA-45CDA07B9170}_20.png&quot;/&gt;&lt;left val=&quot;599&quot;/&gt;&lt;top val=&quot;500&quot;/&gt;&lt;width val=&quot;86&quot;/&gt;&lt;height val=&quot;32&quot;/&gt;&lt;hasText val=&quot;1&quot;/&gt;&lt;/Image&gt;&lt;/ThreeDShapeInfo&gt;"/>
</p:tagLst>
</file>

<file path=ppt/tags/tag1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AppData\Local\Temp\~CaF80C\data\asimages\{3F0B000E-5EFC-4776-B872-96D0CB478CB7}_20.png&quot;/&gt;&lt;left val=&quot;137&quot;/&gt;&lt;top val=&quot;461&quot;/&gt;&lt;width val=&quot;448&quot;/&gt;&lt;height val=&quot;42&quot;/&gt;&lt;hasText val=&quot;1&quot;/&gt;&lt;/Image&gt;&lt;/ThreeDShapeInfo&gt;"/>
</p:tagLst>
</file>

<file path=ppt/tags/tag1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quot;/&gt;&lt;lineCharCount val=&quot;12&quot;/&gt;&lt;/TableIndex&gt;&lt;/ShapeTextInfo&gt;"/>
  <p:tag name="HTML_SHAPEINFO" val="&lt;ThreeDShapeInfo&gt;&lt;uuid val=&quot;&quot;/&gt;&lt;isInvalidForFieldText val=&quot;0&quot;/&gt;&lt;Image&gt;&lt;filename val=&quot;C:\Users\sanmi\AppData\Local\Temp\~CaF80C\data\asimages\{40492A33-E241-4A34-80DC-94E85408222A}_20.png&quot;/&gt;&lt;left val=&quot;140&quot;/&gt;&lt;top val=&quot;464&quot;/&gt;&lt;width val=&quot;79&quot;/&gt;&lt;height val=&quot;40&quot;/&gt;&lt;hasText val=&quot;1&quot;/&gt;&lt;/Image&gt;&lt;/ThreeDShapeInfo&gt;"/>
</p:tagLst>
</file>

<file path=ppt/tags/tag1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8&quot;/&gt;&lt;lineCharCount val=&quot;21&quot;/&gt;&lt;lineCharCount val=&quot;25&quot;/&gt;&lt;/TableIndex&gt;&lt;/ShapeTextInfo&gt;"/>
  <p:tag name="HTML_SHAPEINFO" val="&lt;ThreeDShapeInfo&gt;&lt;uuid val=&quot;&quot;/&gt;&lt;isInvalidForFieldText val=&quot;0&quot;/&gt;&lt;Image&gt;&lt;filename val=&quot;C:\Users\sanmi\AppData\Local\Temp\~CaF80C\data\asimages\{1E5E87E4-41BE-4D13-B237-6FE5F589CF58}_20.png&quot;/&gt;&lt;left val=&quot;210&quot;/&gt;&lt;top val=&quot;157&quot;/&gt;&lt;width val=&quot;293&quot;/&gt;&lt;height val=&quot;101&quot;/&gt;&lt;hasText val=&quot;1&quot;/&gt;&lt;/Image&gt;&lt;/ThreeDShapeInfo&gt;"/>
</p:tagLst>
</file>

<file path=ppt/tags/tag1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1&quot;/&gt;&lt;lineCharCount val=&quot;25&quot;/&gt;&lt;/TableIndex&gt;&lt;/ShapeTextInfo&gt;"/>
  <p:tag name="HTML_SHAPEINFO" val="&lt;ThreeDShapeInfo&gt;&lt;uuid val=&quot;&quot;/&gt;&lt;isInvalidForFieldText val=&quot;0&quot;/&gt;&lt;Image&gt;&lt;filename val=&quot;C:\Users\sanmi\AppData\Local\Temp\~CaF80C\data\asimages\{34C0420C-BA9D-43B0-9643-8C8FFD99C340}_20.png&quot;/&gt;&lt;left val=&quot;19&quot;/&gt;&lt;top val=&quot;84&quot;/&gt;&lt;width val=&quot;676&quot;/&gt;&lt;height val=&quot;86&quot;/&gt;&lt;hasText val=&quot;1&quot;/&gt;&lt;/Image&gt;&lt;/ThreeDShapeInfo&gt;"/>
</p:tagLst>
</file>

<file path=ppt/tags/tag1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8.xml><?xml version="1.0" encoding="utf-8"?>
<p:tagLst xmlns:a="http://schemas.openxmlformats.org/drawingml/2006/main" xmlns:r="http://schemas.openxmlformats.org/officeDocument/2006/relationships" xmlns:p="http://schemas.openxmlformats.org/presentationml/2006/main">
  <p:tag name="PPSNARRATION" val="21,1420159568,H:\My Drive\UWMdrive\Courses\ECE552\ece552-lec01_Introduction_pptx\Media.ppcx"/>
  <p:tag name="HTML_SHAPEINFO" val="&lt;SlideThumbPath val=&quot;Slide21.PNG&quot;/&gt;"/>
</p:tagLst>
</file>

<file path=ppt/tags/tag1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AppData\Local\Temp\~CaF80C\data\asimages\{72DE46A1-F693-4063-A363-B576803935FE}_21.png&quot;/&gt;&lt;left val=&quot;35&quot;/&gt;&lt;top val=&quot;21&quot;/&gt;&lt;width val=&quot;612&quot;/&gt;&lt;height val=&quot;98&quot;/&gt;&lt;hasText val=&quot;1&quot;/&gt;&lt;/Image&gt;&lt;/ThreeDShapeInfo&gt;"/>
</p:tagLst>
</file>

<file path=ppt/tags/tag1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BF9FD7C1-0A67-4606-B0FC-8CD5234BEF40}_21.png&quot;/&gt;&lt;left val=&quot;599&quot;/&gt;&lt;top val=&quot;500&quot;/&gt;&lt;width val=&quot;86&quot;/&gt;&lt;height val=&quot;32&quot;/&gt;&lt;hasText val=&quot;1&quot;/&gt;&lt;/Image&gt;&lt;/ThreeDShapeInfo&gt;"/>
</p:tagLst>
</file>

<file path=ppt/tags/tag1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AppData\Local\Temp\~CaF80C\data\asimages\{2D92AC41-0A35-4A82-9F56-C9569128A037}_21.png&quot;/&gt;&lt;left val=&quot;137&quot;/&gt;&lt;top val=&quot;461&quot;/&gt;&lt;width val=&quot;448&quot;/&gt;&lt;height val=&quot;42&quot;/&gt;&lt;hasText val=&quot;1&quot;/&gt;&lt;/Image&gt;&lt;/ThreeDShapeInfo&gt;"/>
</p:tagLst>
</file>

<file path=ppt/tags/tag1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quot;/&gt;&lt;lineCharCount val=&quot;12&quot;/&gt;&lt;/TableIndex&gt;&lt;/ShapeTextInfo&gt;"/>
  <p:tag name="HTML_SHAPEINFO" val="&lt;ThreeDShapeInfo&gt;&lt;uuid val=&quot;&quot;/&gt;&lt;isInvalidForFieldText val=&quot;0&quot;/&gt;&lt;Image&gt;&lt;filename val=&quot;C:\Users\sanmi\AppData\Local\Temp\~CaF80C\data\asimages\{CF296714-670C-4493-ACFD-FF29F90C9783}_21.png&quot;/&gt;&lt;left val=&quot;140&quot;/&gt;&lt;top val=&quot;464&quot;/&gt;&lt;width val=&quot;79&quot;/&gt;&lt;height val=&quot;40&quot;/&gt;&lt;hasText val=&quot;1&quot;/&gt;&lt;/Image&gt;&lt;/ThreeDShapeInfo&gt;"/>
</p:tagLst>
</file>

<file path=ppt/tags/tag1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8&quot;/&gt;&lt;lineCharCount val=&quot;21&quot;/&gt;&lt;lineCharCount val=&quot;25&quot;/&gt;&lt;/TableIndex&gt;&lt;/ShapeTextInfo&gt;"/>
  <p:tag name="HTML_SHAPEINFO" val="&lt;ThreeDShapeInfo&gt;&lt;uuid val=&quot;&quot;/&gt;&lt;isInvalidForFieldText val=&quot;0&quot;/&gt;&lt;Image&gt;&lt;filename val=&quot;C:\Users\sanmi\AppData\Local\Temp\~CaF80C\data\asimages\{0345978A-07C5-4357-88CB-12D1CDF02511}_21.png&quot;/&gt;&lt;left val=&quot;210&quot;/&gt;&lt;top val=&quot;157&quot;/&gt;&lt;width val=&quot;293&quot;/&gt;&lt;height val=&quot;101&quot;/&gt;&lt;hasText val=&quot;1&quot;/&gt;&lt;/Image&gt;&lt;/ThreeDShapeInfo&gt;"/>
</p:tagLst>
</file>

<file path=ppt/tags/tag1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5&quot;/&gt;&lt;lineCharCount val=&quot;6&quot;/&gt;&lt;/TableIndex&gt;&lt;/ShapeTextInfo&gt;"/>
  <p:tag name="HTML_SHAPEINFO" val="&lt;ThreeDShapeInfo&gt;&lt;uuid val=&quot;&quot;/&gt;&lt;isInvalidForFieldText val=&quot;0&quot;/&gt;&lt;Image&gt;&lt;filename val=&quot;C:\Users\sanmi\AppData\Local\Temp\~CaF80C\data\asimages\{3C3C87C2-D66B-4214-8911-F0C801576EA4}_21.png&quot;/&gt;&lt;left val=&quot;19&quot;/&gt;&lt;top val=&quot;84&quot;/&gt;&lt;width val=&quot;676&quot;/&gt;&lt;height val=&quot;86&quot;/&gt;&lt;hasText val=&quot;1&quot;/&gt;&lt;/Image&gt;&lt;/ThreeDShapeInfo&gt;"/>
</p:tagLst>
</file>

<file path=ppt/tags/tag16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AppData\Local\Temp\~CaF80C\data\asimages\{6345146A-C7A9-416B-845D-4F9BB2DEF8F2}_21.png&quot;/&gt;&lt;left val=&quot;203&quot;/&gt;&lt;top val=&quot;246&quot;/&gt;&lt;width val=&quot;312&quot;/&gt;&lt;height val=&quot;190&quot;/&gt;&lt;hasText val=&quot;1&quot;/&gt;&lt;/Image&gt;&lt;/ThreeDShapeInfo&gt;"/>
</p:tagLst>
</file>

<file path=ppt/tags/tag1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6.xml><?xml version="1.0" encoding="utf-8"?>
<p:tagLst xmlns:a="http://schemas.openxmlformats.org/drawingml/2006/main" xmlns:r="http://schemas.openxmlformats.org/officeDocument/2006/relationships" xmlns:p="http://schemas.openxmlformats.org/presentationml/2006/main">
  <p:tag name="PPSNARRATION" val="22,1420159568,H:\My Drive\UWMdrive\Courses\ECE552\ece552-lec01_Introduction_pptx\Media.ppcx"/>
  <p:tag name="HTML_SHAPEINFO" val="&lt;SlideThumbPath val=&quot;Slide22.PNG&quot;/&gt;"/>
</p:tagLst>
</file>

<file path=ppt/tags/tag1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AppData\Local\Temp\~CaF80C\data\asimages\{0E00EFC3-01B7-4FC6-9DBF-186CFE002400}_22.png&quot;/&gt;&lt;left val=&quot;35&quot;/&gt;&lt;top val=&quot;21&quot;/&gt;&lt;width val=&quot;612&quot;/&gt;&lt;height val=&quot;98&quot;/&gt;&lt;hasText val=&quot;1&quot;/&gt;&lt;/Image&gt;&lt;/ThreeDShapeInfo&gt;"/>
</p:tagLst>
</file>

<file path=ppt/tags/tag1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BA2AFF05-D004-4D98-9E9B-74AE127ED32F}_22.png&quot;/&gt;&lt;left val=&quot;599&quot;/&gt;&lt;top val=&quot;500&quot;/&gt;&lt;width val=&quot;86&quot;/&gt;&lt;height val=&quot;32&quot;/&gt;&lt;hasText val=&quot;1&quot;/&gt;&lt;/Image&gt;&lt;/ThreeDShapeInfo&gt;"/>
</p:tagLst>
</file>

<file path=ppt/tags/tag1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AppData\Local\Temp\~CaF80C\data\asimages\{1A1D670F-2A34-4221-AC19-B49BC86436C5}_22.png&quot;/&gt;&lt;left val=&quot;137&quot;/&gt;&lt;top val=&quot;461&quot;/&gt;&lt;width val=&quot;448&quot;/&gt;&lt;height val=&quot;42&quot;/&gt;&lt;hasText val=&quot;1&quot;/&gt;&lt;/Image&gt;&lt;/ThreeDShapeInfo&gt;"/>
</p:tagLst>
</file>

<file path=ppt/tags/tag2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quot;/&gt;&lt;lineCharCount val=&quot;12&quot;/&gt;&lt;/TableIndex&gt;&lt;/ShapeTextInfo&gt;"/>
  <p:tag name="HTML_SHAPEINFO" val="&lt;ThreeDShapeInfo&gt;&lt;uuid val=&quot;&quot;/&gt;&lt;isInvalidForFieldText val=&quot;0&quot;/&gt;&lt;Image&gt;&lt;filename val=&quot;C:\Users\sanmi\AppData\Local\Temp\~CaF80C\data\asimages\{7DA6A0D2-9435-4DF9-96F5-85754682966C}_22.png&quot;/&gt;&lt;left val=&quot;140&quot;/&gt;&lt;top val=&quot;464&quot;/&gt;&lt;width val=&quot;79&quot;/&gt;&lt;height val=&quot;40&quot;/&gt;&lt;hasText val=&quot;1&quot;/&gt;&lt;/Image&gt;&lt;/ThreeDShapeInfo&gt;"/>
</p:tagLst>
</file>

<file path=ppt/tags/tag2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8&quot;/&gt;&lt;lineCharCount val=&quot;21&quot;/&gt;&lt;lineCharCount val=&quot;25&quot;/&gt;&lt;/TableIndex&gt;&lt;/ShapeTextInfo&gt;"/>
  <p:tag name="HTML_SHAPEINFO" val="&lt;ThreeDShapeInfo&gt;&lt;uuid val=&quot;&quot;/&gt;&lt;isInvalidForFieldText val=&quot;0&quot;/&gt;&lt;Image&gt;&lt;filename val=&quot;C:\Users\sanmi\AppData\Local\Temp\~CaF80C\data\asimages\{F6843596-C59B-4043-B671-7018B463B66E}_22.png&quot;/&gt;&lt;left val=&quot;210&quot;/&gt;&lt;top val=&quot;157&quot;/&gt;&lt;width val=&quot;293&quot;/&gt;&lt;height val=&quot;101&quot;/&gt;&lt;hasText val=&quot;1&quot;/&gt;&lt;/Image&gt;&lt;/ThreeDShapeInfo&gt;"/>
</p:tagLst>
</file>

<file path=ppt/tags/tag2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2&quot;/&gt;&lt;lineCharCount val=&quot;20&quot;/&gt;&lt;/TableIndex&gt;&lt;/ShapeTextInfo&gt;"/>
  <p:tag name="HTML_SHAPEINFO" val="&lt;ThreeDShapeInfo&gt;&lt;uuid val=&quot;&quot;/&gt;&lt;isInvalidForFieldText val=&quot;0&quot;/&gt;&lt;Image&gt;&lt;filename val=&quot;C:\Users\sanmi\AppData\Local\Temp\~CaF80C\data\asimages\{59842A56-C3C2-4A69-9660-21B241C2C0ED}_22.png&quot;/&gt;&lt;left val=&quot;19&quot;/&gt;&lt;top val=&quot;84&quot;/&gt;&lt;width val=&quot;676&quot;/&gt;&lt;height val=&quot;86&quot;/&gt;&lt;hasText val=&quot;1&quot;/&gt;&lt;/Image&gt;&lt;/ThreeDShapeInfo&gt;"/>
</p:tagLst>
</file>

<file path=ppt/tags/tag20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AppData\Local\Temp\~CaF80C\data\asimages\{36D4195C-E33F-4F60-B449-273C47BC1928}_22.png&quot;/&gt;&lt;left val=&quot;203&quot;/&gt;&lt;top val=&quot;246&quot;/&gt;&lt;width val=&quot;312&quot;/&gt;&lt;height val=&quot;190&quot;/&gt;&lt;hasText val=&quot;1&quot;/&gt;&lt;/Image&gt;&lt;/ThreeDShapeInfo&gt;"/>
</p:tagLst>
</file>

<file path=ppt/tags/tag2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AppData\Local\Temp\~CaF80C\data\asimages\{2644D26E-ECFC-48B2-A183-EF83559E4089}_22.png&quot;/&gt;&lt;left val=&quot;495&quot;/&gt;&lt;top val=&quot;467&quot;/&gt;&lt;width val=&quot;86&quot;/&gt;&lt;height val=&quot;30&quot;/&gt;&lt;hasText val=&quot;1&quot;/&gt;&lt;/Image&gt;&lt;/ThreeDShapeInfo&gt;"/>
</p:tagLst>
</file>

<file path=ppt/tags/tag2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7.xml><?xml version="1.0" encoding="utf-8"?>
<p:tagLst xmlns:a="http://schemas.openxmlformats.org/drawingml/2006/main" xmlns:r="http://schemas.openxmlformats.org/officeDocument/2006/relationships" xmlns:p="http://schemas.openxmlformats.org/presentationml/2006/main">
  <p:tag name="PPSNARRATION" val="23,1420159568,H:\My Drive\UWMdrive\Courses\ECE552\ece552-lec01_Introduction_pptx\Media.ppcx"/>
  <p:tag name="HTML_SHAPEINFO" val="&lt;SlideThumbPath val=&quot;Slide23.PNG&quot;/&gt;"/>
</p:tagLst>
</file>

<file path=ppt/tags/tag2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AppData\Local\Temp\~CaF80C\data\asimages\{20354158-17B9-49D7-ADCB-526E60472ABF}_23.png&quot;/&gt;&lt;left val=&quot;35&quot;/&gt;&lt;top val=&quot;21&quot;/&gt;&lt;width val=&quot;612&quot;/&gt;&lt;height val=&quot;98&quot;/&gt;&lt;hasText val=&quot;1&quot;/&gt;&lt;/Image&gt;&lt;/ThreeDShapeInfo&gt;"/>
</p:tagLst>
</file>

<file path=ppt/tags/tag2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B4779CEB-A0A2-4E00-815E-A74ECE941999}_23.png&quot;/&gt;&lt;left val=&quot;599&quot;/&gt;&lt;top val=&quot;500&quot;/&gt;&lt;width val=&quot;86&quot;/&gt;&lt;height val=&quot;32&quot;/&gt;&lt;hasText val=&quot;1&quot;/&gt;&lt;/Image&gt;&lt;/ThreeDShapeInfo&gt;"/>
</p:tagLst>
</file>

<file path=ppt/tags/tag2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AppData\Local\Temp\~CaF80C\data\asimages\{65386E42-2487-4442-9975-DC84BCD1A6DE}_23.png&quot;/&gt;&lt;left val=&quot;137&quot;/&gt;&lt;top val=&quot;461&quot;/&gt;&lt;width val=&quot;448&quot;/&gt;&lt;height val=&quot;42&quot;/&gt;&lt;hasText val=&quot;1&quot;/&gt;&lt;/Image&gt;&lt;/ThreeDShapeInfo&gt;"/>
</p:tagLst>
</file>

<file path=ppt/tags/tag2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AppData\Local\Temp\~CaF80C\data\asimages\{87E179AE-9017-4461-B4D5-5D17D64C2040}_23.png&quot;/&gt;&lt;left val=&quot;495&quot;/&gt;&lt;top val=&quot;467&quot;/&gt;&lt;width val=&quot;86&quot;/&gt;&lt;height val=&quot;30&quot;/&gt;&lt;hasText val=&quot;1&quot;/&gt;&lt;/Image&gt;&lt;/ThreeDShapeInfo&gt;"/>
</p:tagLst>
</file>

<file path=ppt/tags/tag2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quot;/&gt;&lt;lineCharCount val=&quot;12&quot;/&gt;&lt;/TableIndex&gt;&lt;/ShapeTextInfo&gt;"/>
  <p:tag name="HTML_SHAPEINFO" val="&lt;ThreeDShapeInfo&gt;&lt;uuid val=&quot;&quot;/&gt;&lt;isInvalidForFieldText val=&quot;0&quot;/&gt;&lt;Image&gt;&lt;filename val=&quot;C:\Users\sanmi\AppData\Local\Temp\~CaF80C\data\asimages\{4977EBE7-66CD-4D64-A52B-31C21C8CF04B}_23.png&quot;/&gt;&lt;left val=&quot;140&quot;/&gt;&lt;top val=&quot;464&quot;/&gt;&lt;width val=&quot;79&quot;/&gt;&lt;height val=&quot;40&quot;/&gt;&lt;hasText val=&quot;1&quot;/&gt;&lt;/Image&gt;&lt;/ThreeDShapeInfo&gt;"/>
</p:tagLst>
</file>

<file path=ppt/tags/tag2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8&quot;/&gt;&lt;lineCharCount val=&quot;21&quot;/&gt;&lt;lineCharCount val=&quot;25&quot;/&gt;&lt;/TableIndex&gt;&lt;/ShapeTextInfo&gt;"/>
  <p:tag name="HTML_SHAPEINFO" val="&lt;ThreeDShapeInfo&gt;&lt;uuid val=&quot;&quot;/&gt;&lt;isInvalidForFieldText val=&quot;0&quot;/&gt;&lt;Image&gt;&lt;filename val=&quot;C:\Users\sanmi\AppData\Local\Temp\~CaF80C\data\asimages\{56DA1402-8C56-43E0-9E2A-59ED0E656AB4}_23.png&quot;/&gt;&lt;left val=&quot;30&quot;/&gt;&lt;top val=&quot;157&quot;/&gt;&lt;width val=&quot;293&quot;/&gt;&lt;height val=&quot;101&quot;/&gt;&lt;hasText val=&quot;1&quot;/&gt;&lt;/Image&gt;&lt;/ThreeDShapeInfo&gt;"/>
</p:tagLst>
</file>

<file path=ppt/tags/tag2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4&quot;/&gt;&lt;lineCharCount val=&quot;22&quot;/&gt;&lt;lineCharCount val=&quot;25&quot;/&gt;&lt;/TableIndex&gt;&lt;/ShapeTextInfo&gt;"/>
  <p:tag name="HTML_SHAPEINFO" val="&lt;ThreeDShapeInfo&gt;&lt;uuid val=&quot;&quot;/&gt;&lt;isInvalidForFieldText val=&quot;0&quot;/&gt;&lt;Image&gt;&lt;filename val=&quot;C:\Users\sanmi\AppData\Local\Temp\~CaF80C\data\asimages\{BCF5258D-E1AD-4B5F-A3AB-1D22AA9D683A}_23.png&quot;/&gt;&lt;left val=&quot;390&quot;/&gt;&lt;top val=&quot;157&quot;/&gt;&lt;width val=&quot;293&quot;/&gt;&lt;height val=&quot;101&quot;/&gt;&lt;hasText val=&quot;1&quot;/&gt;&lt;/Image&gt;&lt;/ThreeDShapeInfo&gt;"/>
</p:tagLst>
</file>

<file path=ppt/tags/tag2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1&quot;/&gt;&lt;lineCharCount val=&quot;15&quot;/&gt;&lt;/TableIndex&gt;&lt;/ShapeTextInfo&gt;"/>
  <p:tag name="HTML_SHAPEINFO" val="&lt;ThreeDShapeInfo&gt;&lt;uuid val=&quot;&quot;/&gt;&lt;isInvalidForFieldText val=&quot;0&quot;/&gt;&lt;Image&gt;&lt;filename val=&quot;C:\Users\sanmi\AppData\Local\Temp\~CaF80C\data\asimages\{213F9739-0ECA-4CF6-A59D-6280F6776472}_23.png&quot;/&gt;&lt;left val=&quot;19&quot;/&gt;&lt;top val=&quot;84&quot;/&gt;&lt;width val=&quot;676&quot;/&gt;&lt;height val=&quot;86&quot;/&gt;&lt;hasText val=&quot;1&quot;/&gt;&lt;/Image&gt;&lt;/ThreeDShapeInfo&gt;"/>
</p:tagLst>
</file>

<file path=ppt/tags/tag24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AppData\Local\Temp\~CaF80C\data\asimages\{6E5314A3-9A45-44F5-8AB8-4AC924B82B91}_23.png&quot;/&gt;&lt;left val=&quot;23&quot;/&gt;&lt;top val=&quot;246&quot;/&gt;&lt;width val=&quot;312&quot;/&gt;&lt;height val=&quot;190&quot;/&gt;&lt;hasText val=&quot;1&quot;/&gt;&lt;/Image&gt;&lt;/ThreeDShapeInfo&gt;"/>
</p:tagLst>
</file>

<file path=ppt/tags/tag24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AppData\Local\Temp\~CaF80C\data\asimages\{71308C11-FDDA-4F71-997D-0639E3AC14A5}_23.png&quot;/&gt;&lt;left val=&quot;383&quot;/&gt;&lt;top val=&quot;246&quot;/&gt;&lt;width val=&quot;312&quot;/&gt;&lt;height val=&quot;190&quot;/&gt;&lt;hasText val=&quot;1&quot;/&gt;&lt;/Image&gt;&lt;/ThreeDShapeInfo&gt;"/>
</p:tagLst>
</file>

<file path=ppt/tags/tag2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12.xml><?xml version="1.0" encoding="utf-8"?>
<p:tagLst xmlns:a="http://schemas.openxmlformats.org/drawingml/2006/main" xmlns:r="http://schemas.openxmlformats.org/officeDocument/2006/relationships" xmlns:p="http://schemas.openxmlformats.org/presentationml/2006/main">
  <p:tag name="PPSNARRATION" val="24,1420159568,H:\My Drive\UWMdrive\Courses\ECE552\ece552-lec01_Introduction_pptx\Media.ppcx"/>
  <p:tag name="HTML_SHAPEINFO" val="&lt;SlideThumbPath val=&quot;Slide24.PNG&quot;/&gt;"/>
</p:tagLst>
</file>

<file path=ppt/tags/tag3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AppData\Local\Temp\~CaF80C\data\asimages\{3CECB3C1-CE1E-4187-8F61-26483C68A277}_24.png&quot;/&gt;&lt;left val=&quot;35&quot;/&gt;&lt;top val=&quot;21&quot;/&gt;&lt;width val=&quot;612&quot;/&gt;&lt;height val=&quot;98&quot;/&gt;&lt;hasText val=&quot;1&quot;/&gt;&lt;/Image&gt;&lt;/ThreeDShapeInfo&gt;"/>
</p:tagLst>
</file>

<file path=ppt/tags/tag3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A025F72C-8FD1-49DD-9039-D9CA69D2CE18}_24.png&quot;/&gt;&lt;left val=&quot;599&quot;/&gt;&lt;top val=&quot;500&quot;/&gt;&lt;width val=&quot;86&quot;/&gt;&lt;height val=&quot;32&quot;/&gt;&lt;hasText val=&quot;1&quot;/&gt;&lt;/Image&gt;&lt;/ThreeDShapeInfo&gt;"/>
</p:tagLst>
</file>

<file path=ppt/tags/tag3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AppData\Local\Temp\~CaF80C\data\asimages\{70AF59A0-3CA0-44CB-85A5-9964419758D4}_24.png&quot;/&gt;&lt;left val=&quot;137&quot;/&gt;&lt;top val=&quot;461&quot;/&gt;&lt;width val=&quot;448&quot;/&gt;&lt;height val=&quot;42&quot;/&gt;&lt;hasText val=&quot;1&quot;/&gt;&lt;/Image&gt;&lt;/ThreeDShapeInfo&gt;"/>
</p:tagLst>
</file>

<file path=ppt/tags/tag3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AppData\Local\Temp\~CaF80C\data\asimages\{33A44F2D-4A3E-4E9A-BF27-F78B04C75CB9}_24.png&quot;/&gt;&lt;left val=&quot;495&quot;/&gt;&lt;top val=&quot;467&quot;/&gt;&lt;width val=&quot;86&quot;/&gt;&lt;height val=&quot;30&quot;/&gt;&lt;hasText val=&quot;1&quot;/&gt;&lt;/Image&gt;&lt;/ThreeDShapeInfo&gt;"/>
</p:tagLst>
</file>

<file path=ppt/tags/tag3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quot;/&gt;&lt;lineCharCount val=&quot;12&quot;/&gt;&lt;/TableIndex&gt;&lt;/ShapeTextInfo&gt;"/>
  <p:tag name="HTML_SHAPEINFO" val="&lt;ThreeDShapeInfo&gt;&lt;uuid val=&quot;&quot;/&gt;&lt;isInvalidForFieldText val=&quot;0&quot;/&gt;&lt;Image&gt;&lt;filename val=&quot;C:\Users\sanmi\AppData\Local\Temp\~CaF80C\data\asimages\{9BEB2F55-2AAD-4691-A312-E80F4C1A2B5B}_24.png&quot;/&gt;&lt;left val=&quot;140&quot;/&gt;&lt;top val=&quot;464&quot;/&gt;&lt;width val=&quot;79&quot;/&gt;&lt;height val=&quot;40&quot;/&gt;&lt;hasText val=&quot;1&quot;/&gt;&lt;/Image&gt;&lt;/ThreeDShapeInfo&gt;"/>
</p:tagLst>
</file>

<file path=ppt/tags/tag3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8&quot;/&gt;&lt;lineCharCount val=&quot;21&quot;/&gt;&lt;lineCharCount val=&quot;25&quot;/&gt;&lt;/TableIndex&gt;&lt;/ShapeTextInfo&gt;"/>
  <p:tag name="HTML_SHAPEINFO" val="&lt;ThreeDShapeInfo&gt;&lt;uuid val=&quot;&quot;/&gt;&lt;isInvalidForFieldText val=&quot;0&quot;/&gt;&lt;Image&gt;&lt;filename val=&quot;C:\Users\sanmi\AppData\Local\Temp\~CaF80C\data\asimages\{448DDDB5-F7CC-487A-94C7-D994E2EC6CA1}_24.png&quot;/&gt;&lt;left val=&quot;30&quot;/&gt;&lt;top val=&quot;157&quot;/&gt;&lt;width val=&quot;293&quot;/&gt;&lt;height val=&quot;101&quot;/&gt;&lt;hasText val=&quot;1&quot;/&gt;&lt;/Image&gt;&lt;/ThreeDShapeInfo&gt;"/>
</p:tagLst>
</file>

<file path=ppt/tags/tag3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4&quot;/&gt;&lt;lineCharCount val=&quot;22&quot;/&gt;&lt;lineCharCount val=&quot;25&quot;/&gt;&lt;/TableIndex&gt;&lt;/ShapeTextInfo&gt;"/>
  <p:tag name="HTML_SHAPEINFO" val="&lt;ThreeDShapeInfo&gt;&lt;uuid val=&quot;&quot;/&gt;&lt;isInvalidForFieldText val=&quot;0&quot;/&gt;&lt;Image&gt;&lt;filename val=&quot;C:\Users\sanmi\AppData\Local\Temp\~CaF80C\data\asimages\{317C132D-EC90-4FCB-87E1-D320870386CA}_24.png&quot;/&gt;&lt;left val=&quot;390&quot;/&gt;&lt;top val=&quot;157&quot;/&gt;&lt;width val=&quot;293&quot;/&gt;&lt;height val=&quot;101&quot;/&gt;&lt;hasText val=&quot;1&quot;/&gt;&lt;/Image&gt;&lt;/ThreeDShapeInfo&gt;"/>
</p:tagLst>
</file>

<file path=ppt/tags/tag3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8&quot;/&gt;&lt;lineCharCount val=&quot;22&quot;/&gt;&lt;/TableIndex&gt;&lt;/ShapeTextInfo&gt;"/>
  <p:tag name="HTML_SHAPEINFO" val="&lt;ThreeDShapeInfo&gt;&lt;uuid val=&quot;&quot;/&gt;&lt;isInvalidForFieldText val=&quot;0&quot;/&gt;&lt;Image&gt;&lt;filename val=&quot;C:\Users\sanmi\AppData\Local\Temp\~CaF80C\data\asimages\{B4996C46-093A-4242-9A36-0251EEAAC4EA}_24.png&quot;/&gt;&lt;left val=&quot;19&quot;/&gt;&lt;top val=&quot;84&quot;/&gt;&lt;width val=&quot;712&quot;/&gt;&lt;height val=&quot;86&quot;/&gt;&lt;hasText val=&quot;1&quot;/&gt;&lt;/Image&gt;&lt;/ThreeDShapeInfo&gt;"/>
</p:tagLst>
</file>

<file path=ppt/tags/tag3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AppData\Local\Temp\~CaF80C\data\asimages\{8C97FD4A-ADA4-467A-A737-F81DE3A1529A}_24.png&quot;/&gt;&lt;left val=&quot;23&quot;/&gt;&lt;top val=&quot;246&quot;/&gt;&lt;width val=&quot;312&quot;/&gt;&lt;height val=&quot;195&quot;/&gt;&lt;hasText val=&quot;1&quot;/&gt;&lt;/Image&gt;&lt;/ThreeDShapeInfo&gt;"/>
</p:tagLst>
</file>

<file path=ppt/tags/tag3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AppData\Local\Temp\~CaF80C\data\asimages\{CC834D90-68D1-4B45-90AC-69D82B4226AA}_24.png&quot;/&gt;&lt;left val=&quot;383&quot;/&gt;&lt;top val=&quot;246&quot;/&gt;&lt;width val=&quot;312&quot;/&gt;&lt;height val=&quot;195&quot;/&gt;&lt;hasText val=&quot;1&quot;/&gt;&lt;/Image&gt;&lt;/ThreeDShapeInfo&gt;"/>
</p:tagLst>
</file>

<file path=ppt/tags/tag3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Lst>
</file>

<file path=ppt/tags/tag3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Lst>
</file>

<file path=ppt/tags/tag3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Lst>
</file>

<file path=ppt/tags/tag3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Lst>
</file>

<file path=ppt/tags/tag3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91.xml><?xml version="1.0" encoding="utf-8"?>
<p:tagLst xmlns:a="http://schemas.openxmlformats.org/drawingml/2006/main" xmlns:r="http://schemas.openxmlformats.org/officeDocument/2006/relationships" xmlns:p="http://schemas.openxmlformats.org/presentationml/2006/main">
  <p:tag name="PPSNARRATION" val="25,1420159568,H:\My Drive\UWMdrive\Courses\ECE552\ece552-lec01_Introduction_pptx\Media.ppcx"/>
  <p:tag name="HTML_SHAPEINFO" val="&lt;SlideThumbPath val=&quot;Slide25.PNG&quot;/&gt;"/>
</p:tagLst>
</file>

<file path=ppt/tags/tag3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AppData\Local\Temp\~CaF80C\data\asimages\{27543A47-B544-4E44-9620-9E88922B90B3}_25.png&quot;/&gt;&lt;left val=&quot;35&quot;/&gt;&lt;top val=&quot;21&quot;/&gt;&lt;width val=&quot;612&quot;/&gt;&lt;height val=&quot;98&quot;/&gt;&lt;hasText val=&quot;1&quot;/&gt;&lt;/Image&gt;&lt;/ThreeDShapeInfo&gt;"/>
</p:tagLst>
</file>

<file path=ppt/tags/tag3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2B8F7D1A-32AC-450F-A23C-4804FA50DDEC}_25.png&quot;/&gt;&lt;left val=&quot;599&quot;/&gt;&lt;top val=&quot;500&quot;/&gt;&lt;width val=&quot;86&quot;/&gt;&lt;height val=&quot;32&quot;/&gt;&lt;hasText val=&quot;1&quot;/&gt;&lt;/Image&gt;&lt;/ThreeDShapeInfo&gt;"/>
</p:tagLst>
</file>

<file path=ppt/tags/tag3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AppData\Local\Temp\~CaF80C\data\asimages\{5DEBA79F-6628-4CB7-99BE-8347F60FF952}_25.png&quot;/&gt;&lt;left val=&quot;74&quot;/&gt;&lt;top val=&quot;461&quot;/&gt;&lt;width val=&quot;448&quot;/&gt;&lt;height val=&quot;42&quot;/&gt;&lt;hasText val=&quot;1&quot;/&gt;&lt;/Image&gt;&lt;/ThreeDShapeInfo&gt;"/>
</p:tagLst>
</file>

<file path=ppt/tags/tag3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AppData\Local\Temp\~CaF80C\data\asimages\{5C02ADA8-768F-45AB-956D-FE750B3292B7}_25.png&quot;/&gt;&lt;left val=&quot;431&quot;/&gt;&lt;top val=&quot;467&quot;/&gt;&lt;width val=&quot;86&quot;/&gt;&lt;height val=&quot;30&quot;/&gt;&lt;hasText val=&quot;1&quot;/&gt;&lt;/Image&gt;&lt;/ThreeDShapeInfo&gt;"/>
</p:tagLst>
</file>

<file path=ppt/tags/tag3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AppData\Local\Temp\~CaF80C\data\asimages\{050E3FDF-CB15-4AF3-9805-E962788F9C5D}_25.png&quot;/&gt;&lt;left val=&quot;551&quot;/&gt;&lt;top val=&quot;461&quot;/&gt;&lt;width val=&quot;94&quot;/&gt;&lt;height val=&quot;42&quot;/&gt;&lt;hasText val=&quot;1&quot;/&gt;&lt;/Image&gt;&lt;/ThreeDShapeInfo&gt;"/>
</p:tagLst>
</file>

<file path=ppt/tags/tag3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quot;/&gt;&lt;lineCharCount val=&quot;12&quot;/&gt;&lt;/TableIndex&gt;&lt;/ShapeTextInfo&gt;"/>
  <p:tag name="HTML_SHAPEINFO" val="&lt;ThreeDShapeInfo&gt;&lt;uuid val=&quot;&quot;/&gt;&lt;isInvalidForFieldText val=&quot;0&quot;/&gt;&lt;Image&gt;&lt;filename val=&quot;C:\Users\sanmi\AppData\Local\Temp\~CaF80C\data\asimages\{7A3A0E5B-5D7C-4694-B271-78555495DAEA}_25.png&quot;/&gt;&lt;left val=&quot;77&quot;/&gt;&lt;top val=&quot;464&quot;/&gt;&lt;width val=&quot;79&quot;/&gt;&lt;height val=&quot;40&quot;/&gt;&lt;hasText val=&quot;1&quot;/&gt;&lt;/Image&gt;&lt;/ThreeDShapeInfo&gt;"/>
</p:tagLst>
</file>

<file path=ppt/tags/tag3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8&quot;/&gt;&lt;lineCharCount val=&quot;21&quot;/&gt;&lt;lineCharCount val=&quot;25&quot;/&gt;&lt;/TableIndex&gt;&lt;/ShapeTextInfo&gt;"/>
  <p:tag name="HTML_SHAPEINFO" val="&lt;ThreeDShapeInfo&gt;&lt;uuid val=&quot;&quot;/&gt;&lt;isInvalidForFieldText val=&quot;0&quot;/&gt;&lt;Image&gt;&lt;filename val=&quot;C:\Users\sanmi\AppData\Local\Temp\~CaF80C\data\asimages\{AFAF2360-1AB5-4FF2-AC6E-B91DF9E51EED}_25.png&quot;/&gt;&lt;left val=&quot;30&quot;/&gt;&lt;top val=&quot;157&quot;/&gt;&lt;width val=&quot;293&quot;/&gt;&lt;height val=&quot;101&quot;/&gt;&lt;hasText val=&quot;1&quot;/&gt;&lt;/Image&gt;&lt;/ThreeDShapeInfo&gt;"/>
</p:tagLst>
</file>

<file path=ppt/tags/tag3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4&quot;/&gt;&lt;lineCharCount val=&quot;22&quot;/&gt;&lt;lineCharCount val=&quot;25&quot;/&gt;&lt;/TableIndex&gt;&lt;/ShapeTextInfo&gt;"/>
  <p:tag name="HTML_SHAPEINFO" val="&lt;ThreeDShapeInfo&gt;&lt;uuid val=&quot;&quot;/&gt;&lt;isInvalidForFieldText val=&quot;0&quot;/&gt;&lt;Image&gt;&lt;filename val=&quot;C:\Users\sanmi\AppData\Local\Temp\~CaF80C\data\asimages\{6B2135E7-237C-40E1-A73A-1B30BE7096E8}_25.png&quot;/&gt;&lt;left val=&quot;390&quot;/&gt;&lt;top val=&quot;157&quot;/&gt;&lt;width val=&quot;293&quot;/&gt;&lt;height val=&quot;101&quot;/&gt;&lt;hasText val=&quot;1&quot;/&gt;&lt;/Image&gt;&lt;/ThreeDShapeInfo&gt;"/>
</p:tagLst>
</file>

<file path=ppt/tags/tag4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5&quot;/&gt;&lt;lineCharCount val=&quot;12&quot;/&gt;&lt;/TableIndex&gt;&lt;/ShapeTextInfo&gt;"/>
  <p:tag name="HTML_SHAPEINFO" val="&lt;ThreeDShapeInfo&gt;&lt;uuid val=&quot;&quot;/&gt;&lt;isInvalidForFieldText val=&quot;0&quot;/&gt;&lt;Image&gt;&lt;filename val=&quot;C:\Users\sanmi\AppData\Local\Temp\~CaF80C\data\asimages\{9B91DE79-FE11-45D1-A9B5-723778C35604}_25.png&quot;/&gt;&lt;left val=&quot;19&quot;/&gt;&lt;top val=&quot;84&quot;/&gt;&lt;width val=&quot;682&quot;/&gt;&lt;height val=&quot;86&quot;/&gt;&lt;hasText val=&quot;1&quot;/&gt;&lt;/Image&gt;&lt;/ThreeDShapeInfo&gt;"/>
</p:tagLst>
</file>

<file path=ppt/tags/tag40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AppData\Local\Temp\~CaF80C\data\asimages\{B66E56F8-CD0D-49D0-89FC-780A08207F54}_25.png&quot;/&gt;&lt;left val=&quot;23&quot;/&gt;&lt;top val=&quot;246&quot;/&gt;&lt;width val=&quot;312&quot;/&gt;&lt;height val=&quot;195&quot;/&gt;&lt;hasText val=&quot;1&quot;/&gt;&lt;/Image&gt;&lt;/ThreeDShapeInfo&gt;"/>
</p:tagLst>
</file>

<file path=ppt/tags/tag40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AppData\Local\Temp\~CaF80C\data\asimages\{57120B7D-413E-470D-AB92-D51EC8BEF229}_25.png&quot;/&gt;&lt;left val=&quot;383&quot;/&gt;&lt;top val=&quot;246&quot;/&gt;&lt;width val=&quot;312&quot;/&gt;&lt;height val=&quot;195&quot;/&gt;&lt;hasText val=&quot;1&quot;/&gt;&lt;/Image&gt;&lt;/ThreeDShapeInfo&gt;"/>
</p:tagLst>
</file>

<file path=ppt/tags/tag4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4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4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4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4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Lst>
</file>

<file path=ppt/tags/tag4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Lst>
</file>

<file path=ppt/tags/tag4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4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4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4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4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Lst>
</file>

<file path=ppt/tags/tag4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Lst>
</file>

<file path=ppt/tags/tag4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71.xml><?xml version="1.0" encoding="utf-8"?>
<p:tagLst xmlns:a="http://schemas.openxmlformats.org/drawingml/2006/main" xmlns:r="http://schemas.openxmlformats.org/officeDocument/2006/relationships" xmlns:p="http://schemas.openxmlformats.org/presentationml/2006/main">
  <p:tag name="PPSNARRATION" val="26,1420159568,H:\My Drive\UWMdrive\Courses\ECE552\ece552-lec01_Introduction_pptx\Media.ppcx"/>
  <p:tag name="HTML_SHAPEINFO" val="&lt;SlideThumbPath val=&quot;Slide26.PNG&quot;/&gt;"/>
</p:tagLst>
</file>

<file path=ppt/tags/tag4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AppData\Local\Temp\~CaF80C\data\asimages\{B4FC1476-DE54-4A4B-8A41-B3EC3859E78B}_26.png&quot;/&gt;&lt;left val=&quot;35&quot;/&gt;&lt;top val=&quot;21&quot;/&gt;&lt;width val=&quot;612&quot;/&gt;&lt;height val=&quot;98&quot;/&gt;&lt;hasText val=&quot;1&quot;/&gt;&lt;/Image&gt;&lt;/ThreeDShapeInfo&gt;"/>
</p:tagLst>
</file>

<file path=ppt/tags/tag4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22986B8A-38A4-4C10-A1AB-42368F5F296B}_26.png&quot;/&gt;&lt;left val=&quot;599&quot;/&gt;&lt;top val=&quot;500&quot;/&gt;&lt;width val=&quot;86&quot;/&gt;&lt;height val=&quot;32&quot;/&gt;&lt;hasText val=&quot;1&quot;/&gt;&lt;/Image&gt;&lt;/ThreeDShapeInfo&gt;"/>
</p:tagLst>
</file>

<file path=ppt/tags/tag4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AppData\Local\Temp\~CaF80C\data\asimages\{2044AA70-98F3-4AF1-81D4-09245D92E7C8}_26.png&quot;/&gt;&lt;left val=&quot;26&quot;/&gt;&lt;top val=&quot;461&quot;/&gt;&lt;width val=&quot;448&quot;/&gt;&lt;height val=&quot;42&quot;/&gt;&lt;hasText val=&quot;1&quot;/&gt;&lt;/Image&gt;&lt;/ThreeDShapeInfo&gt;"/>
</p:tagLst>
</file>

<file path=ppt/tags/tag4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AppData\Local\Temp\~CaF80C\data\asimages\{E67AB7AE-093B-48C0-859D-057D824CDE11}_26.png&quot;/&gt;&lt;left val=&quot;383&quot;/&gt;&lt;top val=&quot;467&quot;/&gt;&lt;width val=&quot;86&quot;/&gt;&lt;height val=&quot;30&quot;/&gt;&lt;hasText val=&quot;1&quot;/&gt;&lt;/Image&gt;&lt;/ThreeDShapeInfo&gt;"/>
</p:tagLst>
</file>

<file path=ppt/tags/tag4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AppData\Local\Temp\~CaF80C\data\asimages\{AF1C8D8E-A385-494A-978F-CFE75F07CCED}_26.png&quot;/&gt;&lt;left val=&quot;485&quot;/&gt;&lt;top val=&quot;461&quot;/&gt;&lt;width val=&quot;94&quot;/&gt;&lt;height val=&quot;42&quot;/&gt;&lt;hasText val=&quot;1&quot;/&gt;&lt;/Image&gt;&lt;/ThreeDShapeInfo&gt;"/>
</p:tagLst>
</file>

<file path=ppt/tags/tag4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quot;/&gt;&lt;lineCharCount val=&quot;12&quot;/&gt;&lt;/TableIndex&gt;&lt;/ShapeTextInfo&gt;"/>
  <p:tag name="HTML_SHAPEINFO" val="&lt;ThreeDShapeInfo&gt;&lt;uuid val=&quot;&quot;/&gt;&lt;isInvalidForFieldText val=&quot;0&quot;/&gt;&lt;Image&gt;&lt;filename val=&quot;C:\Users\sanmi\AppData\Local\Temp\~CaF80C\data\asimages\{0752ECC2-D9F8-4B21-B36A-ED1AA0F903E6}_26.png&quot;/&gt;&lt;left val=&quot;29&quot;/&gt;&lt;top val=&quot;464&quot;/&gt;&lt;width val=&quot;79&quot;/&gt;&lt;height val=&quot;40&quot;/&gt;&lt;hasText val=&quot;1&quot;/&gt;&lt;/Image&gt;&lt;/ThreeDShapeInfo&gt;"/>
</p:tagLst>
</file>

<file path=ppt/tags/tag4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8&quot;/&gt;&lt;lineCharCount val=&quot;21&quot;/&gt;&lt;lineCharCount val=&quot;25&quot;/&gt;&lt;/TableIndex&gt;&lt;/ShapeTextInfo&gt;"/>
  <p:tag name="HTML_SHAPEINFO" val="&lt;ThreeDShapeInfo&gt;&lt;uuid val=&quot;&quot;/&gt;&lt;isInvalidForFieldText val=&quot;0&quot;/&gt;&lt;Image&gt;&lt;filename val=&quot;C:\Users\sanmi\AppData\Local\Temp\~CaF80C\data\asimages\{E2B735AC-ABA2-4DA7-A513-B26ABB54EED4}_26.png&quot;/&gt;&lt;left val=&quot;30&quot;/&gt;&lt;top val=&quot;157&quot;/&gt;&lt;width val=&quot;293&quot;/&gt;&lt;height val=&quot;101&quot;/&gt;&lt;hasText val=&quot;1&quot;/&gt;&lt;/Image&gt;&lt;/ThreeDShapeInfo&gt;"/>
</p:tagLst>
</file>

<file path=ppt/tags/tag4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4&quot;/&gt;&lt;lineCharCount val=&quot;22&quot;/&gt;&lt;lineCharCount val=&quot;25&quot;/&gt;&lt;/TableIndex&gt;&lt;/ShapeTextInfo&gt;"/>
  <p:tag name="HTML_SHAPEINFO" val="&lt;ThreeDShapeInfo&gt;&lt;uuid val=&quot;&quot;/&gt;&lt;isInvalidForFieldText val=&quot;0&quot;/&gt;&lt;Image&gt;&lt;filename val=&quot;C:\Users\sanmi\AppData\Local\Temp\~CaF80C\data\asimages\{A12A2A8A-A653-44B5-A1A8-2009E9D3E197}_26.png&quot;/&gt;&lt;left val=&quot;390&quot;/&gt;&lt;top val=&quot;157&quot;/&gt;&lt;width val=&quot;293&quot;/&gt;&lt;height val=&quot;101&quot;/&gt;&lt;hasText val=&quot;1&quot;/&gt;&lt;/Image&gt;&lt;/ThreeDShapeInfo&gt;"/>
</p:tagLst>
</file>

<file path=ppt/tags/tag4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6&quot;/&gt;&lt;lineCharCount val=&quot;9&quot;/&gt;&lt;/TableIndex&gt;&lt;/ShapeTextInfo&gt;"/>
  <p:tag name="HTML_SHAPEINFO" val="&lt;ThreeDShapeInfo&gt;&lt;uuid val=&quot;&quot;/&gt;&lt;isInvalidForFieldText val=&quot;0&quot;/&gt;&lt;Image&gt;&lt;filename val=&quot;C:\Users\sanmi\AppData\Local\Temp\~CaF80C\data\asimages\{AF1DDF51-88D5-4430-9961-D32AE6E1A0B6}_26.png&quot;/&gt;&lt;left val=&quot;19&quot;/&gt;&lt;top val=&quot;84&quot;/&gt;&lt;width val=&quot;676&quot;/&gt;&lt;height val=&quot;86&quot;/&gt;&lt;hasText val=&quot;1&quot;/&gt;&lt;/Image&gt;&lt;/ThreeDShapeInfo&gt;"/>
</p:tagLst>
</file>

<file path=ppt/tags/tag4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AppData\Local\Temp\~CaF80C\data\asimages\{085801D1-5DBB-43E4-9334-E14B993BC17D}_26.png&quot;/&gt;&lt;left val=&quot;589&quot;/&gt;&lt;top val=&quot;461&quot;/&gt;&lt;width val=&quot;42&quot;/&gt;&lt;height val=&quot;42&quot;/&gt;&lt;hasText val=&quot;1&quot;/&gt;&lt;/Image&gt;&lt;/ThreeDShapeInfo&gt;"/>
</p:tagLst>
</file>

<file path=ppt/tags/tag4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AppData\Local\Temp\~CaF80C\data\asimages\{4B319792-F7A0-482B-89CE-6876AD808B91}_26.png&quot;/&gt;&lt;left val=&quot;643&quot;/&gt;&lt;top val=&quot;461&quot;/&gt;&lt;width val=&quot;42&quot;/&gt;&lt;height val=&quot;42&quot;/&gt;&lt;hasText val=&quot;1&quot;/&gt;&lt;/Image&gt;&lt;/ThreeDShapeInfo&gt;"/>
</p:tagLst>
</file>

<file path=ppt/tags/tag48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AppData\Local\Temp\~CaF80C\data\asimages\{FF49F601-11AB-4C17-8C0D-6875470F9CC1}_26.png&quot;/&gt;&lt;left val=&quot;23&quot;/&gt;&lt;top val=&quot;246&quot;/&gt;&lt;width val=&quot;312&quot;/&gt;&lt;height val=&quot;195&quot;/&gt;&lt;hasText val=&quot;1&quot;/&gt;&lt;/Image&gt;&lt;/ThreeDShapeInfo&gt;"/>
</p:tagLst>
</file>

<file path=ppt/tags/tag48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AppData\Local\Temp\~CaF80C\data\asimages\{6D3767E4-F817-407A-B305-5CE937C21B89}_26.png&quot;/&gt;&lt;left val=&quot;383&quot;/&gt;&lt;top val=&quot;246&quot;/&gt;&lt;width val=&quot;312&quot;/&gt;&lt;height val=&quot;195&quot;/&gt;&lt;hasText val=&quot;1&quot;/&gt;&lt;/Image&gt;&lt;/ThreeDShapeInfo&gt;"/>
</p:tagLst>
</file>

<file path=ppt/tags/tag4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4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4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4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4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Lst>
</file>

<file path=ppt/tags/tag4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Lst>
</file>

<file path=ppt/tags/tag4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5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5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5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5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Lst>
</file>

<file path=ppt/tags/tag5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Lst>
</file>

<file path=ppt/tags/tag5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53.xml><?xml version="1.0" encoding="utf-8"?>
<p:tagLst xmlns:a="http://schemas.openxmlformats.org/drawingml/2006/main" xmlns:r="http://schemas.openxmlformats.org/officeDocument/2006/relationships" xmlns:p="http://schemas.openxmlformats.org/presentationml/2006/main">
  <p:tag name="PPSNARRATION" val="27,1420159568,H:\My Drive\UWMdrive\Courses\ECE552\ece552-lec01_Introduction_pptx\Media.ppcx"/>
  <p:tag name="HTML_SHAPEINFO" val="&lt;SlideThumbPath val=&quot;Slide27.PNG&quot;/&gt;"/>
</p:tagLst>
</file>

<file path=ppt/tags/tag5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HTML_SHAPEINFO" val="&lt;ThreeDShapeInfo&gt;&lt;uuid val=&quot;&quot;/&gt;&lt;isInvalidForFieldText val=&quot;0&quot;/&gt;&lt;Image&gt;&lt;filename val=&quot;C:\Users\sanmi\AppData\Local\Temp\~CaF80C\data\asimages\{360E0124-5A9A-49D4-87B2-648E83BAA3EA}_27.png&quot;/&gt;&lt;left val=&quot;35&quot;/&gt;&lt;top val=&quot;21&quot;/&gt;&lt;width val=&quot;612&quot;/&gt;&lt;height val=&quot;98&quot;/&gt;&lt;hasText val=&quot;1&quot;/&gt;&lt;/Image&gt;&lt;/ThreeDShapeInfo&gt;"/>
</p:tagLst>
</file>

<file path=ppt/tags/tag5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A94EA58F-A3AE-4E82-ABA8-3295C0771EB4}_27.png&quot;/&gt;&lt;left val=&quot;599&quot;/&gt;&lt;top val=&quot;500&quot;/&gt;&lt;width val=&quot;86&quot;/&gt;&lt;height val=&quot;32&quot;/&gt;&lt;hasText val=&quot;1&quot;/&gt;&lt;/Image&gt;&lt;/ThreeDShapeInfo&gt;"/>
</p:tagLst>
</file>

<file path=ppt/tags/tag5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AppData\Local\Temp\~CaF80C\data\asimages\{2ADA86BF-2CF2-4A06-B26A-CA75704B4180}_27.png&quot;/&gt;&lt;left val=&quot;26&quot;/&gt;&lt;top val=&quot;461&quot;/&gt;&lt;width val=&quot;448&quot;/&gt;&lt;height val=&quot;42&quot;/&gt;&lt;hasText val=&quot;1&quot;/&gt;&lt;/Image&gt;&lt;/ThreeDShapeInfo&gt;"/>
</p:tagLst>
</file>

<file path=ppt/tags/tag5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AppData\Local\Temp\~CaF80C\data\asimages\{F7695F21-1256-484F-B192-0A8E91098048}_27.png&quot;/&gt;&lt;left val=&quot;383&quot;/&gt;&lt;top val=&quot;467&quot;/&gt;&lt;width val=&quot;86&quot;/&gt;&lt;height val=&quot;30&quot;/&gt;&lt;hasText val=&quot;1&quot;/&gt;&lt;/Image&gt;&lt;/ThreeDShapeInfo&gt;"/>
</p:tagLst>
</file>

<file path=ppt/tags/tag5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AppData\Local\Temp\~CaF80C\data\asimages\{E3DE5495-E098-40B2-9922-4F03657A21E2}_27.png&quot;/&gt;&lt;left val=&quot;485&quot;/&gt;&lt;top val=&quot;461&quot;/&gt;&lt;width val=&quot;94&quot;/&gt;&lt;height val=&quot;42&quot;/&gt;&lt;hasText val=&quot;1&quot;/&gt;&lt;/Image&gt;&lt;/ThreeDShapeInfo&gt;"/>
</p:tagLst>
</file>

<file path=ppt/tags/tag5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quot;/&gt;&lt;lineCharCount val=&quot;12&quot;/&gt;&lt;/TableIndex&gt;&lt;/ShapeTextInfo&gt;"/>
  <p:tag name="HTML_SHAPEINFO" val="&lt;ThreeDShapeInfo&gt;&lt;uuid val=&quot;&quot;/&gt;&lt;isInvalidForFieldText val=&quot;0&quot;/&gt;&lt;Image&gt;&lt;filename val=&quot;C:\Users\sanmi\AppData\Local\Temp\~CaF80C\data\asimages\{6DCDAAC2-2FDF-4B83-BAC3-A4AB5C61D35A}_27.png&quot;/&gt;&lt;left val=&quot;29&quot;/&gt;&lt;top val=&quot;464&quot;/&gt;&lt;width val=&quot;79&quot;/&gt;&lt;height val=&quot;40&quot;/&gt;&lt;hasText val=&quot;1&quot;/&gt;&lt;/Image&gt;&lt;/ThreeDShapeInfo&gt;"/>
</p:tagLst>
</file>

<file path=ppt/tags/tag5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8&quot;/&gt;&lt;lineCharCount val=&quot;21&quot;/&gt;&lt;lineCharCount val=&quot;25&quot;/&gt;&lt;/TableIndex&gt;&lt;/ShapeTextInfo&gt;"/>
  <p:tag name="HTML_SHAPEINFO" val="&lt;ThreeDShapeInfo&gt;&lt;uuid val=&quot;&quot;/&gt;&lt;isInvalidForFieldText val=&quot;0&quot;/&gt;&lt;Image&gt;&lt;filename val=&quot;C:\Users\sanmi\AppData\Local\Temp\~CaF80C\data\asimages\{0ED5EFED-99A9-4482-9BA9-F918A9057D4E}_27.png&quot;/&gt;&lt;left val=&quot;30&quot;/&gt;&lt;top val=&quot;157&quot;/&gt;&lt;width val=&quot;293&quot;/&gt;&lt;height val=&quot;101&quot;/&gt;&lt;hasText val=&quot;1&quot;/&gt;&lt;/Image&gt;&lt;/ThreeDShapeInfo&gt;"/>
</p:tagLst>
</file>

<file path=ppt/tags/tag5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4&quot;/&gt;&lt;lineCharCount val=&quot;22&quot;/&gt;&lt;lineCharCount val=&quot;25&quot;/&gt;&lt;/TableIndex&gt;&lt;/ShapeTextInfo&gt;"/>
  <p:tag name="HTML_SHAPEINFO" val="&lt;ThreeDShapeInfo&gt;&lt;uuid val=&quot;&quot;/&gt;&lt;isInvalidForFieldText val=&quot;0&quot;/&gt;&lt;Image&gt;&lt;filename val=&quot;C:\Users\sanmi\AppData\Local\Temp\~CaF80C\data\asimages\{E1F2BE33-7779-4B6F-9854-6C57D32B8921}_27.png&quot;/&gt;&lt;left val=&quot;390&quot;/&gt;&lt;top val=&quot;157&quot;/&gt;&lt;width val=&quot;293&quot;/&gt;&lt;height val=&quot;101&quot;/&gt;&lt;hasText val=&quot;1&quot;/&gt;&lt;/Image&gt;&lt;/ThreeDShapeInfo&gt;"/>
</p:tagLst>
</file>

<file path=ppt/tags/tag5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AppData\Local\Temp\~CaF80C\data\asimages\{B5005D1D-44F7-47EE-9FBC-C5A344647A7A}_27.png&quot;/&gt;&lt;left val=&quot;589&quot;/&gt;&lt;top val=&quot;461&quot;/&gt;&lt;width val=&quot;42&quot;/&gt;&lt;height val=&quot;42&quot;/&gt;&lt;hasText val=&quot;1&quot;/&gt;&lt;/Image&gt;&lt;/ThreeDShapeInfo&gt;"/>
</p:tagLst>
</file>

<file path=ppt/tags/tag5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AppData\Local\Temp\~CaF80C\data\asimages\{ACD00DD6-906E-42CF-93DB-36B2032CA37D}_27.png&quot;/&gt;&lt;left val=&quot;643&quot;/&gt;&lt;top val=&quot;461&quot;/&gt;&lt;width val=&quot;42&quot;/&gt;&lt;height val=&quot;42&quot;/&gt;&lt;hasText val=&quot;1&quot;/&gt;&lt;/Image&gt;&lt;/ThreeDShapeInfo&gt;"/>
</p:tagLst>
</file>

<file path=ppt/tags/tag56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AppData\Local\Temp\~CaF80C\data\asimages\{399B42DF-6256-46DD-8FDA-8F0CD6E5F884}_27.png&quot;/&gt;&lt;left val=&quot;23&quot;/&gt;&lt;top val=&quot;246&quot;/&gt;&lt;width val=&quot;312&quot;/&gt;&lt;height val=&quot;195&quot;/&gt;&lt;hasText val=&quot;1&quot;/&gt;&lt;/Image&gt;&lt;/ThreeDShapeInfo&gt;"/>
</p:tagLst>
</file>

<file path=ppt/tags/tag56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AppData\Local\Temp\~CaF80C\data\asimages\{3709B3FC-0600-4135-AB8B-616F4073DA63}_27.png&quot;/&gt;&lt;left val=&quot;383&quot;/&gt;&lt;top val=&quot;246&quot;/&gt;&lt;width val=&quot;312&quot;/&gt;&lt;height val=&quot;195&quot;/&gt;&lt;hasText val=&quot;1&quot;/&gt;&lt;/Image&gt;&lt;/ThreeDShapeInfo&gt;"/>
</p:tagLst>
</file>

<file path=ppt/tags/tag5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7&quot;/&gt;&lt;/TableIndex&gt;&lt;/ShapeTextInfo&gt;"/>
  <p:tag name="HTML_SHAPEINFO" val="&lt;ThreeDShapeInfo&gt;&lt;uuid val=&quot;&quot;/&gt;&lt;isInvalidForFieldText val=&quot;0&quot;/&gt;&lt;Image&gt;&lt;filename val=&quot;C:\Users\sanmi\AppData\Local\Temp\~CaF80C\data\asimages\{32BEBCF5-E5E6-4936-AD4B-6153D5E1232A}_27.png&quot;/&gt;&lt;left val=&quot;19&quot;/&gt;&lt;top val=&quot;84&quot;/&gt;&lt;width val=&quot;676&quot;/&gt;&lt;height val=&quot;63&quot;/&gt;&lt;hasText val=&quot;1&quot;/&gt;&lt;/Image&gt;&lt;/ThreeDShapeInfo&gt;"/>
</p:tagLst>
</file>

<file path=ppt/tags/tag5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5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5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5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5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Lst>
</file>

<file path=ppt/tags/tag5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Lst>
</file>

<file path=ppt/tags/tag5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6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6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6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6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Lst>
</file>

<file path=ppt/tags/tag6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Lst>
</file>

<file path=ppt/tags/tag6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5.xml><?xml version="1.0" encoding="utf-8"?>
<p:tagLst xmlns:a="http://schemas.openxmlformats.org/drawingml/2006/main" xmlns:r="http://schemas.openxmlformats.org/officeDocument/2006/relationships" xmlns:p="http://schemas.openxmlformats.org/presentationml/2006/main">
  <p:tag name="PPSNARRATION" val="28,1420159568,H:\My Drive\UWMdrive\Courses\ECE552\ece552-lec01_Introduction_pptx\Media.ppcx"/>
  <p:tag name="HTML_SHAPEINFO" val="&lt;SlideThumbPath val=&quot;Slide28.PNG&quot;/&gt;"/>
</p:tagLst>
</file>

<file path=ppt/tags/tag6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 name="HTML_SHAPEINFO" val="&lt;ThreeDShapeInfo&gt;&lt;uuid val=&quot;&quot;/&gt;&lt;isInvalidForFieldText val=&quot;0&quot;/&gt;&lt;Image&gt;&lt;filename val=&quot;C:\Users\sanmi\AppData\Local\Temp\~CaF80C\data\asimages\{FE9FF565-A106-4505-97AC-B43C239167F7}_28.png&quot;/&gt;&lt;left val=&quot;21&quot;/&gt;&lt;top val=&quot;21&quot;/&gt;&lt;width val=&quot;659&quot;/&gt;&lt;height val=&quot;98&quot;/&gt;&lt;hasText val=&quot;1&quot;/&gt;&lt;/Image&gt;&lt;/ThreeDShapeInfo&gt;"/>
</p:tagLst>
</file>

<file path=ppt/tags/tag6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7F56F397-EC6D-4C1C-A869-798D6AE63497}_28.png&quot;/&gt;&lt;left val=&quot;599&quot;/&gt;&lt;top val=&quot;492&quot;/&gt;&lt;width val=&quot;92&quot;/&gt;&lt;height val=&quot;51&quot;/&gt;&lt;hasText val=&quot;1&quot;/&gt;&lt;/Image&gt;&lt;/ThreeDShapeInfo&gt;"/>
</p:tagLst>
</file>

<file path=ppt/tags/tag6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AppData\Local\Temp\~CaF80C\data\asimages\{50ED0D3F-BE49-4ECF-A0AE-5AB667C41F62}_28.png&quot;/&gt;&lt;left val=&quot;-84&quot;/&gt;&lt;top val=&quot;137&quot;/&gt;&lt;width val=&quot;882&quot;/&gt;&lt;height val=&quot;316&quot;/&gt;&lt;hasText val=&quot;1&quot;/&gt;&lt;/Image&gt;&lt;/ThreeDShapeInfo&gt;"/>
</p:tagLst>
</file>

<file path=ppt/tags/tag6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Lst>
</file>

<file path=ppt/tags/tag6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Lst>
</file>

<file path=ppt/tags/tag6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6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8&quot;/&gt;&lt;/TableIndex&gt;&lt;/ShapeTextInfo&gt;"/>
</p:tagLst>
</file>

<file path=ppt/tags/tag6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5&quot;/&gt;&lt;/TableIndex&gt;&lt;/ShapeTextInfo&gt;"/>
</p:tagLst>
</file>

<file path=ppt/tags/tag6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Lst>
</file>

<file path=ppt/tags/tag6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6&quot;/&gt;&lt;/TableIndex&gt;&lt;/ShapeTextInfo&gt;"/>
</p:tagLst>
</file>

<file path=ppt/tags/tag6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Lst>
</file>

<file path=ppt/tags/tag6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Lst>
</file>

<file path=ppt/tags/tag6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2&quot;/&gt;&lt;/TableIndex&gt;&lt;/ShapeTextInfo&gt;"/>
</p:tagLst>
</file>

<file path=ppt/tags/tag6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Lst>
</file>

<file path=ppt/tags/tag6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8&quot;/&gt;&lt;/TableIndex&gt;&lt;/ShapeTextInfo&gt;"/>
</p:tagLst>
</file>

<file path=ppt/tags/tag6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4&quot;/&gt;&lt;/TableIndex&gt;&lt;/ShapeTextInfo&gt;"/>
</p:tagLst>
</file>

<file path=ppt/tags/tag6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Lst>
</file>

<file path=ppt/tags/tag6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8&quot;/&gt;&lt;/TableIndex&gt;&lt;/ShapeTextInfo&gt;"/>
</p:tagLst>
</file>

<file path=ppt/tags/tag6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6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4&quot;/&gt;&lt;/TableIndex&gt;&lt;/ShapeTextInfo&gt;"/>
</p:tagLst>
</file>

<file path=ppt/tags/tag656.xml><?xml version="1.0" encoding="utf-8"?>
<p:tagLst xmlns:a="http://schemas.openxmlformats.org/drawingml/2006/main" xmlns:r="http://schemas.openxmlformats.org/officeDocument/2006/relationships" xmlns:p="http://schemas.openxmlformats.org/presentationml/2006/main">
  <p:tag name="PPSNARRATION" val="29,1420159568,H:\My Drive\UWMdrive\Courses\ECE552\ece552-lec01_Introduction_pptx\Media.ppcx"/>
  <p:tag name="HTML_SHAPEINFO" val="&lt;SlideThumbPath val=&quot;Slide29.PNG&quot;/&gt;"/>
</p:tagLst>
</file>

<file path=ppt/tags/tag6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AppData\Local\Temp\~CaF80C\data\asimages\{CA9CDD86-6A97-4475-9356-3C6E4DB8A5A8}_29.png&quot;/&gt;&lt;left val=&quot;35&quot;/&gt;&lt;top val=&quot;21&quot;/&gt;&lt;width val=&quot;588&quot;/&gt;&lt;height val=&quot;98&quot;/&gt;&lt;hasText val=&quot;1&quot;/&gt;&lt;/Image&gt;&lt;/ThreeDShapeInfo&gt;"/>
</p:tagLst>
</file>

<file path=ppt/tags/tag6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33&quot;/&gt;&lt;lineCharCount val=&quot;15&quot;/&gt;&lt;lineCharCount val=&quot;31&quot;/&gt;&lt;lineCharCount val=&quot;30&quot;/&gt;&lt;/TableIndex&gt;&lt;/ShapeTextInfo&gt;"/>
  <p:tag name="HTML_SHAPEINFO" val="&lt;ThreeDShapeInfo&gt;&lt;uuid val=&quot;&quot;/&gt;&lt;isInvalidForFieldText val=&quot;0&quot;/&gt;&lt;Image&gt;&lt;filename val=&quot;C:\Users\sanmi\AppData\Local\Temp\~CaF80C\data\asimages\{B26045E0-B8FC-46A6-9CE5-9FE7DCC971A0}_29.png&quot;/&gt;&lt;left val=&quot;42&quot;/&gt;&lt;top val=&quot;149&quot;/&gt;&lt;width val=&quot;600&quot;/&gt;&lt;height val=&quot;330&quot;/&gt;&lt;hasText val=&quot;1&quot;/&gt;&lt;/Image&gt;&lt;/ThreeDShapeInfo&gt;"/>
</p:tagLst>
</file>

<file path=ppt/tags/tag6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4AEE8878-621B-4839-BC00-EC0D49162A04}_29.png&quot;/&gt;&lt;left val=&quot;599&quot;/&gt;&lt;top val=&quot;492&quot;/&gt;&lt;width val=&quot;92&quot;/&gt;&lt;height val=&quot;51&quot;/&gt;&lt;hasText val=&quot;1&quot;/&gt;&lt;/Image&gt;&lt;/ThreeDShapeInfo&gt;"/>
</p:tagLst>
</file>

<file path=ppt/tags/tag660.xml><?xml version="1.0" encoding="utf-8"?>
<p:tagLst xmlns:a="http://schemas.openxmlformats.org/drawingml/2006/main" xmlns:r="http://schemas.openxmlformats.org/officeDocument/2006/relationships" xmlns:p="http://schemas.openxmlformats.org/presentationml/2006/main">
  <p:tag name="PPSNARRATION" val="30,1420159568,H:\My Drive\UWMdrive\Courses\ECE552\ece552-lec01_Introduction_pptx\Media.ppcx"/>
  <p:tag name="HTML_SHAPEINFO" val="&lt;SlideThumbPath val=&quot;Slide30.PNG&quot;/&gt;"/>
</p:tagLst>
</file>

<file path=ppt/tags/tag6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HTML_SHAPEINFO" val="&lt;ThreeDShapeInfo&gt;&lt;uuid val=&quot;&quot;/&gt;&lt;isInvalidForFieldText val=&quot;0&quot;/&gt;&lt;Image&gt;&lt;filename val=&quot;C:\Users\sanmi\AppData\Local\Temp\~CaF80C\data\asimages\{0C1AD295-D2BC-48F2-94AC-AA6ACA9CC8EA}_30.png&quot;/&gt;&lt;left val=&quot;35&quot;/&gt;&lt;top val=&quot;21&quot;/&gt;&lt;width val=&quot;588&quot;/&gt;&lt;height val=&quot;98&quot;/&gt;&lt;hasText val=&quot;1&quot;/&gt;&lt;/Image&gt;&lt;/ThreeDShapeInfo&gt;"/>
</p:tagLst>
</file>

<file path=ppt/tags/tag6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9&quot;/&gt;&lt;lineCharCount val=&quot;10&quot;/&gt;&lt;lineCharCount val=&quot;1&quot;/&gt;&lt;lineCharCount val=&quot;1&quot;/&gt;&lt;lineCharCount val=&quot;1&quot;/&gt;&lt;lineCharCount val=&quot;16&quot;/&gt;&lt;lineCharCount val=&quot;38&quot;/&gt;&lt;/TableIndex&gt;&lt;/ShapeTextInfo&gt;"/>
  <p:tag name="HTML_SHAPEINFO" val="&lt;ThreeDShapeInfo&gt;&lt;uuid val=&quot;&quot;/&gt;&lt;isInvalidForFieldText val=&quot;0&quot;/&gt;&lt;Image&gt;&lt;filename val=&quot;C:\Users\sanmi\AppData\Local\Temp\~CaF80C\data\asimages\{7400964D-EC08-4C2D-B7F1-20B5D40CFAD5}_30.png&quot;/&gt;&lt;left val=&quot;42&quot;/&gt;&lt;top val=&quot;149&quot;/&gt;&lt;width val=&quot;623&quot;/&gt;&lt;height val=&quot;336&quot;/&gt;&lt;hasText val=&quot;1&quot;/&gt;&lt;/Image&gt;&lt;/ThreeDShapeInfo&gt;"/>
</p:tagLst>
</file>

<file path=ppt/tags/tag6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83DAD4B6-955B-4AB7-9951-BFB2941AEAB2}_30.png&quot;/&gt;&lt;left val=&quot;599&quot;/&gt;&lt;top val=&quot;492&quot;/&gt;&lt;width val=&quot;92&quot;/&gt;&lt;height val=&quot;51&quot;/&gt;&lt;hasText val=&quot;1&quot;/&gt;&lt;/Image&gt;&lt;/ThreeDShapeInfo&gt;"/>
</p:tagLst>
</file>

<file path=ppt/tags/tag6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6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6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6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6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TableIndex row=&quot;1&quot; col=&quot;2&quot;&gt;&lt;linesCount val=&quot;1&quot;/&gt;&lt;lineCharCount val=&quot;1&quot;/&gt;&lt;/TableIndex&gt;&lt;TableIndex row=&quot;2&quot; col=&quot;1&quot;&gt;&lt;linesCount val=&quot;1&quot;/&gt;&lt;lineCharCount val=&quot;1&quot;/&gt;&lt;/TableIndex&gt;&lt;TableIndex row=&quot;2&quot; col=&quot;2&quot;&gt;&lt;linesCount val=&quot;1&quot;/&gt;&lt;lineCharCount val=&quot;1&quot;/&gt;&lt;/TableIndex&gt;&lt;TableIndex row=&quot;3&quot; col=&quot;1&quot;&gt;&lt;linesCount val=&quot;1&quot;/&gt;&lt;lineCharCount val=&quot;1&quot;/&gt;&lt;/TableIndex&gt;&lt;TableIndex row=&quot;3&quot; col=&quot;2&quot;&gt;&lt;linesCount val=&quot;1&quot;/&gt;&lt;lineCharCount val=&quot;1&quot;/&gt;&lt;/TableIndex&gt;&lt;/ShapeTextInfo&gt;"/>
  <p:tag name="HTML_SHAPEINFO" val="&lt;ThreeDShapeInfo&gt;&lt;uuid val=&quot;&quot;/&gt;&lt;isInvalidForFieldText val=&quot;0&quot;/&gt;&lt;Image&gt;&lt;filename val=&quot;C:\Users\sanmi\AppData\Local\Temp\~CaF80C\data\asimages\{3491B855-68F3-43CE-8042-B4CC95E8EED0}_30.png&quot;/&gt;&lt;left val=&quot;493&quot;/&gt;&lt;top val=&quot;213&quot;/&gt;&lt;width val=&quot;150&quot;/&gt;&lt;height val=&quot;142&quot;/&gt;&lt;hasText val=&quot;1&quot;/&gt;&lt;/Image&gt;&lt;/ThreeDShapeInfo&gt;"/>
</p:tagLst>
</file>

<file path=ppt/tags/tag673.xml><?xml version="1.0" encoding="utf-8"?>
<p:tagLst xmlns:a="http://schemas.openxmlformats.org/drawingml/2006/main" xmlns:r="http://schemas.openxmlformats.org/officeDocument/2006/relationships" xmlns:p="http://schemas.openxmlformats.org/presentationml/2006/main">
  <p:tag name="PPSNARRATION" val="31,1420159568,H:\My Drive\UWMdrive\Courses\ECE552\ece552-lec01_Introduction_pptx\Media.ppcx"/>
  <p:tag name="HTML_SHAPEINFO" val="&lt;SlideThumbPath val=&quot;Slide31.PNG&quot;/&gt;"/>
</p:tagLst>
</file>

<file path=ppt/tags/tag6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AppData\Local\Temp\~CaF80C\data\asimages\{08532F0A-8042-4A57-B8A7-FADEE1F2CA7A}_31.png&quot;/&gt;&lt;left val=&quot;35&quot;/&gt;&lt;top val=&quot;21&quot;/&gt;&lt;width val=&quot;588&quot;/&gt;&lt;height val=&quot;98&quot;/&gt;&lt;hasText val=&quot;1&quot;/&gt;&lt;/Image&gt;&lt;/ThreeDShapeInfo&gt;"/>
</p:tagLst>
</file>

<file path=ppt/tags/tag6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21&quot;/&gt;&lt;lineCharCount val=&quot;19&quot;/&gt;&lt;lineCharCount val=&quot;28&quot;/&gt;&lt;lineCharCount val=&quot;25&quot;/&gt;&lt;lineCharCount val=&quot;28&quot;/&gt;&lt;lineCharCount val=&quot;12&quot;/&gt;&lt;lineCharCount val=&quot;24&quot;/&gt;&lt;lineCharCount val=&quot;9&quot;/&gt;&lt;/TableIndex&gt;&lt;/ShapeTextInfo&gt;"/>
  <p:tag name="HTML_SHAPEINFO" val="&lt;ThreeDShapeInfo&gt;&lt;uuid val=&quot;&quot;/&gt;&lt;isInvalidForFieldText val=&quot;0&quot;/&gt;&lt;Image&gt;&lt;filename val=&quot;C:\Users\sanmi\AppData\Local\Temp\~CaF80C\data\asimages\{35522520-B91B-4FBE-AFA4-42531138A6DE}_31.png&quot;/&gt;&lt;left val=&quot;42&quot;/&gt;&lt;top val=&quot;149&quot;/&gt;&lt;width val=&quot;450&quot;/&gt;&lt;height val=&quot;367&quot;/&gt;&lt;hasText val=&quot;1&quot;/&gt;&lt;/Image&gt;&lt;/ThreeDShapeInfo&gt;"/>
</p:tagLst>
</file>

<file path=ppt/tags/tag6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B66DA39F-1E81-4867-AB91-AAC3EA069640}_31.png&quot;/&gt;&lt;left val=&quot;599&quot;/&gt;&lt;top val=&quot;492&quot;/&gt;&lt;width val=&quot;92&quot;/&gt;&lt;height val=&quot;51&quot;/&gt;&lt;hasText val=&quot;1&quot;/&gt;&lt;/Image&gt;&lt;/ThreeDShapeInfo&gt;"/>
</p:tagLst>
</file>

<file path=ppt/tags/tag67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AppData\Local\Temp\~CaF80C\data\asimages\{23F25E20-F6D7-4E2C-B173-71D46BF8BB84}_31.png&quot;/&gt;&lt;left val=&quot;503&quot;/&gt;&lt;top val=&quot;101&quot;/&gt;&lt;width val=&quot;198&quot;/&gt;&lt;height val=&quot;366&quot;/&gt;&lt;hasText val=&quot;1&quot;/&gt;&lt;/Image&gt;&lt;/ThreeDShapeInfo&gt;"/>
</p:tagLst>
</file>

<file path=ppt/tags/tag6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6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Lst>
</file>

<file path=ppt/tags/tag6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Lst>
</file>

<file path=ppt/tags/tag6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6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2&quot;/&gt;&lt;/TableIndex&gt;&lt;/ShapeTextInfo&gt;"/>
</p:tagLst>
</file>

<file path=ppt/tags/tag6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6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6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Lst>
</file>

<file path=ppt/tags/tag6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9.xml><?xml version="1.0" encoding="utf-8"?>
<p:tagLst xmlns:a="http://schemas.openxmlformats.org/drawingml/2006/main" xmlns:r="http://schemas.openxmlformats.org/officeDocument/2006/relationships" xmlns:p="http://schemas.openxmlformats.org/presentationml/2006/main">
  <p:tag name="PPSNARRATION" val="32,1420159568,H:\My Drive\UWMdrive\Courses\ECE552\ece552-lec01_Introduction_pptx\Media.ppcx"/>
  <p:tag name="HTML_SHAPEINFO" val="&lt;SlideThumbPath val=&quot;Slide32.PNG&quot;/&gt;"/>
</p:tagLst>
</file>

<file path=ppt/tags/tag6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quot;/&gt;&lt;isInvalidForFieldText val=&quot;0&quot;/&gt;&lt;Image&gt;&lt;filename val=&quot;C:\Users\sanmi\AppData\Local\Temp\~CaF80C\data\asimages\{576BE946-307B-4EE4-A976-B9DE52DA7966}_32.png&quot;/&gt;&lt;left val=&quot;35&quot;/&gt;&lt;top val=&quot;21&quot;/&gt;&lt;width val=&quot;588&quot;/&gt;&lt;height val=&quot;98&quot;/&gt;&lt;hasText val=&quot;1&quot;/&gt;&lt;/Image&gt;&lt;/ThreeDShapeInfo&gt;"/>
</p:tagLst>
</file>

<file path=ppt/tags/tag6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 name="HTML_SHAPEINFO" val="&lt;ThreeDShapeInfo&gt;&lt;uuid val=&quot;&quot;/&gt;&lt;isInvalidForFieldText val=&quot;0&quot;/&gt;&lt;Image&gt;&lt;filename val=&quot;C:\Users\sanmi\AppData\Local\Temp\~CaF80C\data\asimages\{8F0F5D9B-8019-4F3D-9CA1-A87E017C0718}_32.png&quot;/&gt;&lt;left val=&quot;24&quot;/&gt;&lt;top val=&quot;119&quot;/&gt;&lt;width val=&quot;659&quot;/&gt;&lt;height val=&quot;363&quot;/&gt;&lt;hasText val=&quot;1&quot;/&gt;&lt;/Image&gt;&lt;/ThreeDShapeInfo&gt;"/>
</p:tagLst>
</file>

<file path=ppt/tags/tag6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63EB17DC-EFF5-49E1-A940-F6C1528E3878}_32.png&quot;/&gt;&lt;left val=&quot;599&quot;/&gt;&lt;top val=&quot;492&quot;/&gt;&lt;width val=&quot;92&quot;/&gt;&lt;height val=&quot;51&quot;/&gt;&lt;hasText val=&quot;1&quot;/&gt;&lt;/Image&gt;&lt;/ThreeDShapeInfo&gt;"/>
</p:tagLst>
</file>

<file path=ppt/tags/tag6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 name="HTML_SHAPEINFO" val="&lt;ThreeDShapeInfo&gt;&lt;uuid val=&quot;&quot;/&gt;&lt;isInvalidForFieldText val=&quot;0&quot;/&gt;&lt;Image&gt;&lt;filename val=&quot;C:\Users\sanmi\AppData\Local\Temp\~CaF80C\data\asimages\{B6685E9A-E09D-46B0-A79D-00330C9EB3E8}_32.png&quot;/&gt;&lt;left val=&quot;126&quot;/&gt;&lt;top val=&quot;245&quot;/&gt;&lt;width val=&quot;101&quot;/&gt;&lt;height val=&quot;72&quot;/&gt;&lt;hasText val=&quot;1&quot;/&gt;&lt;/Image&gt;&lt;/ThreeDShapeInfo&gt;"/>
</p:tagLst>
</file>

<file path=ppt/tags/tag6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 name="HTML_SHAPEINFO" val="&lt;ThreeDShapeInfo&gt;&lt;uuid val=&quot;&quot;/&gt;&lt;isInvalidForFieldText val=&quot;0&quot;/&gt;&lt;Image&gt;&lt;filename val=&quot;C:\Users\sanmi\AppData\Local\Temp\~CaF80C\data\asimages\{1701127B-13B1-4780-BE46-14A8D1779D21}_32.png&quot;/&gt;&lt;left val=&quot;124&quot;/&gt;&lt;top val=&quot;362&quot;/&gt;&lt;width val=&quot;124&quot;/&gt;&lt;height val=&quot;51&quot;/&gt;&lt;hasText val=&quot;1&quot;/&gt;&lt;/Image&gt;&lt;/ThreeDShapeInfo&gt;"/>
</p:tagLst>
</file>

<file path=ppt/tags/tag6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 name="HTML_SHAPEINFO" val="&lt;ThreeDShapeInfo&gt;&lt;uuid val=&quot;&quot;/&gt;&lt;isInvalidForFieldText val=&quot;0&quot;/&gt;&lt;Image&gt;&lt;filename val=&quot;C:\Users\sanmi\AppData\Local\Temp\~CaF80C\data\asimages\{536B23F1-1BC3-4AA8-B67B-BAFF3442DE6D}_32.png&quot;/&gt;&lt;left val=&quot;124&quot;/&gt;&lt;top val=&quot;337&quot;/&gt;&lt;width val=&quot;124&quot;/&gt;&lt;height val=&quot;51&quot;/&gt;&lt;hasText val=&quot;1&quot;/&gt;&lt;/Image&gt;&lt;/ThreeDShapeInfo&gt;"/>
</p:tagLst>
</file>

<file path=ppt/tags/tag6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quot;/&gt;&lt;/TableIndex&gt;&lt;/ShapeTextInfo&gt;"/>
  <p:tag name="HTML_SHAPEINFO" val="&lt;ThreeDShapeInfo&gt;&lt;uuid val=&quot;&quot;/&gt;&lt;isInvalidForFieldText val=&quot;0&quot;/&gt;&lt;Image&gt;&lt;filename val=&quot;C:\Users\sanmi\AppData\Local\Temp\~CaF80C\data\asimages\{C09E581F-3D1E-4E0D-8E7E-B7CD423C3E3C}_32.png&quot;/&gt;&lt;left val=&quot;279&quot;/&gt;&lt;top val=&quot;233&quot;/&gt;&lt;width val=&quot;113&quot;/&gt;&lt;height val=&quot;186&quot;/&gt;&lt;hasText val=&quot;1&quot;/&gt;&lt;/Image&gt;&lt;/ThreeDShapeInfo&gt;"/>
</p:tagLst>
</file>

<file path=ppt/tags/tag6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0F8BEC91-0A3C-4E87-88A3-2D15B66589B6}&quot;/&gt;&lt;isInvalidForFieldText val=&quot;1&quot;/&gt;&lt;Image&gt;&lt;filename val=&quot;C:\Users\sanmi\AppData\Local\Temp\~CaF80C\data\asimages\{0F8BEC91-0A3C-4E87-88A3-2D15B66589B6}_32_S.png&quot;/&gt;&lt;left val=&quot;223&quot;/&gt;&lt;top val=&quot;270&quot;/&gt;&lt;width val=&quot;78&quot;/&gt;&lt;height val=&quot;96&quot;/&gt;&lt;hasText val=&quot;0&quot;/&gt;&lt;/Image&gt;&lt;Image&gt;&lt;filename val=&quot;C:\Users\sanmi\AppData\Local\Temp\~CaF80C\data\asimages\{0F8BEC91-0A3C-4E87-88A3-2D15B66589B6}_32_T.png&quot;/&gt;&lt;left val=&quot;223&quot;/&gt;&lt;top val=&quot;271&quot;/&gt;&lt;width val=&quot;76&quot;/&gt;&lt;height val=&quot;94&quot;/&gt;&lt;hasText val=&quot;1&quot;/&gt;&lt;/Image&gt;&lt;/ThreeDShapeInfo&gt;"/>
</p:tagLst>
</file>

<file path=ppt/tags/tag6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quot;/&gt;&lt;/TableIndex&gt;&lt;/ShapeTextInfo&gt;"/>
  <p:tag name="HTML_SHAPEINFO" val="&lt;ThreeDShapeInfo&gt;&lt;uuid val=&quot;&quot;/&gt;&lt;isInvalidForFieldText val=&quot;0&quot;/&gt;&lt;Image&gt;&lt;filename val=&quot;C:\Users\sanmi\AppData\Local\Temp\~CaF80C\data\asimages\{A7337BF5-9D2A-453B-AC0D-1AC63CBC7B2D}_32.png&quot;/&gt;&lt;left val=&quot;466&quot;/&gt;&lt;top val=&quot;254&quot;/&gt;&lt;width val=&quot;99&quot;/&gt;&lt;height val=&quot;51&quot;/&gt;&lt;hasText val=&quot;1&quot;/&gt;&lt;/Image&gt;&lt;/ThreeDShapeInfo&gt;"/>
</p:tagLst>
</file>

<file path=ppt/tags/tag7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 name="HTML_SHAPEINFO" val="&lt;ThreeDShapeInfo&gt;&lt;uuid val=&quot;&quot;/&gt;&lt;isInvalidForFieldText val=&quot;0&quot;/&gt;&lt;Image&gt;&lt;filename val=&quot;C:\Users\sanmi\AppData\Local\Temp\~CaF80C\data\asimages\{E3F7D900-707D-44BC-811C-9C95C1ED4BF3}_32.png&quot;/&gt;&lt;left val=&quot;465&quot;/&gt;&lt;top val=&quot;344&quot;/&gt;&lt;width val=&quot;81&quot;/&gt;&lt;height val=&quot;51&quot;/&gt;&lt;hasText val=&quot;1&quot;/&gt;&lt;/Image&gt;&lt;/ThreeDShapeInfo&gt;"/>
</p:tagLst>
</file>

<file path=ppt/tags/tag703.xml><?xml version="1.0" encoding="utf-8"?>
<p:tagLst xmlns:a="http://schemas.openxmlformats.org/drawingml/2006/main" xmlns:r="http://schemas.openxmlformats.org/officeDocument/2006/relationships" xmlns:p="http://schemas.openxmlformats.org/presentationml/2006/main">
  <p:tag name="PPSNARRATION" val="33,1420159568,H:\My Drive\UWMdrive\Courses\ECE552\ece552-lec01_Introduction_pptx\Media.ppcx"/>
  <p:tag name="HTML_SHAPEINFO" val="&lt;SlideThumbPath val=&quot;Slide33.PNG&quot;/&gt;"/>
</p:tagLst>
</file>

<file path=ppt/tags/tag7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quot;/&gt;&lt;isInvalidForFieldText val=&quot;0&quot;/&gt;&lt;Image&gt;&lt;filename val=&quot;C:\Users\sanmi\AppData\Local\Temp\~CaF80C\data\asimages\{53D0B6D1-D183-44B5-8194-59F2820DDE55}_33.png&quot;/&gt;&lt;left val=&quot;35&quot;/&gt;&lt;top val=&quot;21&quot;/&gt;&lt;width val=&quot;588&quot;/&gt;&lt;height val=&quot;98&quot;/&gt;&lt;hasText val=&quot;1&quot;/&gt;&lt;/Image&gt;&lt;/ThreeDShapeInfo&gt;"/>
</p:tagLst>
</file>

<file path=ppt/tags/tag7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9&quot;/&gt;&lt;lineCharCount val=&quot;43&quot;/&gt;&lt;lineCharCount val=&quot;41&quot;/&gt;&lt;lineCharCount val=&quot;37&quot;/&gt;&lt;lineCharCount val=&quot;32&quot;/&gt;&lt;lineCharCount val=&quot;31&quot;/&gt;&lt;lineCharCount val=&quot;42&quot;/&gt;&lt;/TableIndex&gt;&lt;/ShapeTextInfo&gt;"/>
  <p:tag name="HTML_SHAPEINFO" val="&lt;ThreeDShapeInfo&gt;&lt;uuid val=&quot;&quot;/&gt;&lt;isInvalidForFieldText val=&quot;0&quot;/&gt;&lt;Image&gt;&lt;filename val=&quot;C:\Users\sanmi\AppData\Local\Temp\~CaF80C\data\asimages\{01855754-940F-4ADC-9870-C85EF11633EA}_33.png&quot;/&gt;&lt;left val=&quot;24&quot;/&gt;&lt;top val=&quot;119&quot;/&gt;&lt;width val=&quot;659&quot;/&gt;&lt;height val=&quot;363&quot;/&gt;&lt;hasText val=&quot;1&quot;/&gt;&lt;/Image&gt;&lt;/ThreeDShapeInfo&gt;"/>
</p:tagLst>
</file>

<file path=ppt/tags/tag7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9531D4F5-82C4-4B95-A547-60280DE9F4CE}_33.png&quot;/&gt;&lt;left val=&quot;599&quot;/&gt;&lt;top val=&quot;492&quot;/&gt;&lt;width val=&quot;92&quot;/&gt;&lt;height val=&quot;51&quot;/&gt;&lt;hasText val=&quot;1&quot;/&gt;&lt;/Image&gt;&lt;/ThreeDShapeInfo&gt;"/>
</p:tagLst>
</file>

<file path=ppt/tags/tag707.xml><?xml version="1.0" encoding="utf-8"?>
<p:tagLst xmlns:a="http://schemas.openxmlformats.org/drawingml/2006/main" xmlns:r="http://schemas.openxmlformats.org/officeDocument/2006/relationships" xmlns:p="http://schemas.openxmlformats.org/presentationml/2006/main">
  <p:tag name="PPSNARRATION" val="34,1420159568,H:\My Drive\UWMdrive\Courses\ECE552\ece552-lec01_Introduction_pptx\Media.ppcx"/>
  <p:tag name="HTML_SHAPEINFO" val="&lt;SlideThumbPath val=&quot;Slide34.PNG&quot;/&gt;"/>
</p:tagLst>
</file>

<file path=ppt/tags/tag7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AppData\Local\Temp\~CaF80C\data\asimages\{D2AF11D7-1968-4D87-AB1A-B2CBAE7F60DA}_34.png&quot;/&gt;&lt;left val=&quot;35&quot;/&gt;&lt;top val=&quot;21&quot;/&gt;&lt;width val=&quot;588&quot;/&gt;&lt;height val=&quot;98&quot;/&gt;&lt;hasText val=&quot;1&quot;/&gt;&lt;/Image&gt;&lt;/ThreeDShapeInfo&gt;"/>
</p:tagLst>
</file>

<file path=ppt/tags/tag7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1A588345-951A-40ED-9B34-8D592DF010B0}_34.png&quot;/&gt;&lt;left val=&quot;599&quot;/&gt;&lt;top val=&quot;492&quot;/&gt;&lt;width val=&quot;92&quot;/&gt;&lt;height val=&quot;51&quot;/&gt;&lt;hasText val=&quot;1&quot;/&gt;&lt;/Image&gt;&lt;/ThreeDShapeInfo&gt;"/>
</p:tagLst>
</file>

<file path=ppt/tags/tag7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4&quot;/&gt;&lt;lineCharCount val=&quot;63&quot;/&gt;&lt;lineCharCount val=&quot;67&quot;/&gt;&lt;lineCharCount val=&quot;62&quot;/&gt;&lt;lineCharCount val=&quot;25&quot;/&gt;&lt;lineCharCount val=&quot;1&quot;/&gt;&lt;lineCharCount val=&quot;64&quot;/&gt;&lt;lineCharCount val=&quot;66&quot;/&gt;&lt;lineCharCount val=&quot;1&quot;/&gt;&lt;lineCharCount val=&quot;62&quot;/&gt;&lt;lineCharCount val=&quot;42&quot;/&gt;&lt;lineCharCount val=&quot;1&quot;/&gt;&lt;lineCharCount val=&quot;63&quot;/&gt;&lt;lineCharCount val=&quot;62&quot;/&gt;&lt;lineCharCount val=&quot;1&quot;/&gt;&lt;/TableIndex&gt;&lt;/ShapeTextInfo&gt;"/>
  <p:tag name="HTML_SHAPEINFO" val="&lt;TextEffect&gt;&lt;Image&gt;&lt;filename val=&quot;C:\Users\sanmi\AppData\Local\Temp\~CaF80C\data\asimages\{E23BB442-9892-4532-8A11-AC58687B25D9}_1.png_crop.png&quot;/&gt;&lt;left val=&quot;54&quot;/&gt;&lt;top val=&quot;120&quot;/&gt;&lt;width val=&quot;611&quot;/&gt;&lt;height val=&quot;102&quot;/&gt;&lt;hasText val=&quot;1&quot;/&gt;&lt;paraId val=&quot;1&quot;/&gt;&lt;/Image&gt;&lt;Image&gt;&lt;filename val=&quot;C:\Users\sanmi\AppData\Local\Temp\~CaF80C\data\asimages\{8D537A88-F26A-4E2A-940C-5753A5D7C45A}_1.png_crop.png&quot;/&gt;&lt;left val=&quot;683&quot;/&gt;&lt;top val=&quot;509&quot;/&gt;&lt;width val=&quot;0&quot;/&gt;&lt;height val=&quot;0&quot;/&gt;&lt;hasText val=&quot;1&quot;/&gt;&lt;paraId val=&quot;2&quot;/&gt;&lt;/Image&gt;&lt;Image&gt;&lt;filename val=&quot;C:\Users\sanmi\AppData\Local\Temp\~CaF80C\data\asimages\{B52666A2-6765-4E45-8783-7114240EA06D}_1.png_crop.png&quot;/&gt;&lt;left val=&quot;55&quot;/&gt;&lt;top val=&quot;258&quot;/&gt;&lt;width val=&quot;595&quot;/&gt;&lt;height val=&quot;47&quot;/&gt;&lt;hasText val=&quot;1&quot;/&gt;&lt;paraId val=&quot;3&quot;/&gt;&lt;/Image&gt;&lt;Image&gt;&lt;filename val=&quot;C:\Users\sanmi\AppData\Local\Temp\~CaF80C\data\asimages\{0F156655-2511-44E7-9A8F-FF53A29B4BA0}_1.png_crop.png&quot;/&gt;&lt;left val=&quot;683&quot;/&gt;&lt;top val=&quot;509&quot;/&gt;&lt;width val=&quot;0&quot;/&gt;&lt;height val=&quot;0&quot;/&gt;&lt;hasText val=&quot;1&quot;/&gt;&lt;paraId val=&quot;4&quot;/&gt;&lt;/Image&gt;&lt;Image&gt;&lt;filename val=&quot;C:\Users\sanmi\AppData\Local\Temp\~CaF80C\data\asimages\{9CD1ED1A-51AB-4C81-AF77-F0A8035DB523}_1.png_crop.png&quot;/&gt;&lt;left val=&quot;54&quot;/&gt;&lt;top val=&quot;340&quot;/&gt;&lt;width val=&quot;572&quot;/&gt;&lt;height val=&quot;47&quot;/&gt;&lt;hasText val=&quot;1&quot;/&gt;&lt;paraId val=&quot;5&quot;/&gt;&lt;/Image&gt;&lt;Image&gt;&lt;filename val=&quot;C:\Users\sanmi\AppData\Local\Temp\~CaF80C\data\asimages\{AD5E2C93-320C-43DA-897B-7130B3A2D7FB}_1.png_crop.png&quot;/&gt;&lt;left val=&quot;683&quot;/&gt;&lt;top val=&quot;509&quot;/&gt;&lt;width val=&quot;0&quot;/&gt;&lt;height val=&quot;0&quot;/&gt;&lt;hasText val=&quot;1&quot;/&gt;&lt;paraId val=&quot;6&quot;/&gt;&lt;/Image&gt;&lt;Image&gt;&lt;filename val=&quot;C:\Users\sanmi\AppData\Local\Temp\~CaF80C\data\asimages\{ACF4D38F-3627-464A-AE75-08846A21DD94}_1.png_crop.png&quot;/&gt;&lt;left val=&quot;55&quot;/&gt;&lt;top val=&quot;423&quot;/&gt;&lt;width val=&quot;565&quot;/&gt;&lt;height val=&quot;20&quot;/&gt;&lt;hasText val=&quot;1&quot;/&gt;&lt;paraId val=&quot;7&quot;/&gt;&lt;/Image&gt;&lt;Image&gt;&lt;filename val=&quot;C:\Users\sanmi\AppData\Local\Temp\~CaF80C\data\asimages\{5D11AB4D-F6B3-42B6-B67C-929D5EFBDB13}_1.png_crop.png&quot;/&gt;&lt;left val=&quot;54&quot;/&gt;&lt;top val=&quot;451&quot;/&gt;&lt;width val=&quot;584&quot;/&gt;&lt;height val=&quot;20&quot;/&gt;&lt;hasText val=&quot;1&quot;/&gt;&lt;paraId val=&quot;8&quot;/&gt;&lt;/Image&gt;&lt;Image&gt;&lt;filename val=&quot;C:\Users\sanmi\AppData\Local\Temp\~CaF80C\data\asimages\{369EE87D-19AF-45DF-B18C-2FC3C10A475D}_1.png_crop.png&quot;/&gt;&lt;left val=&quot;683&quot;/&gt;&lt;top val=&quot;509&quot;/&gt;&lt;width val=&quot;0&quot;/&gt;&lt;height val=&quot;0&quot;/&gt;&lt;hasText val=&quot;1&quot;/&gt;&lt;paraId val=&quot;9&quot;/&gt;&lt;/Image&gt;&lt;/TextEffect&gt;"/>
</p:tagLst>
</file>

<file path=ppt/tags/tag711.xml><?xml version="1.0" encoding="utf-8"?>
<p:tagLst xmlns:a="http://schemas.openxmlformats.org/drawingml/2006/main" xmlns:r="http://schemas.openxmlformats.org/officeDocument/2006/relationships" xmlns:p="http://schemas.openxmlformats.org/presentationml/2006/main">
  <p:tag name="PPSNARRATION" val="35,1420159568,H:\My Drive\UWMdrive\Courses\ECE552\ece552-lec01_Introduction_pptx\Media.ppcx"/>
  <p:tag name="HTML_SHAPEINFO" val="&lt;SlideThumbPath val=&quot;Slide35.PNG&quot;/&gt;"/>
</p:tagLst>
</file>

<file path=ppt/tags/tag7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AppData\Local\Temp\~CaF80C\data\asimages\{4BE242DC-3FD5-4549-AA6E-5E87E64E4048}_35.png&quot;/&gt;&lt;left val=&quot;35&quot;/&gt;&lt;top val=&quot;21&quot;/&gt;&lt;width val=&quot;588&quot;/&gt;&lt;height val=&quot;98&quot;/&gt;&lt;hasText val=&quot;1&quot;/&gt;&lt;/Image&gt;&lt;/ThreeDShapeInfo&gt;"/>
</p:tagLst>
</file>

<file path=ppt/tags/tag7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AF1653CF-1955-4021-8FD6-D87BB9E4CD55}_35.png&quot;/&gt;&lt;left val=&quot;599&quot;/&gt;&lt;top val=&quot;492&quot;/&gt;&lt;width val=&quot;92&quot;/&gt;&lt;height val=&quot;51&quot;/&gt;&lt;hasText val=&quot;1&quot;/&gt;&lt;/Image&gt;&lt;/ThreeDShapeInfo&gt;"/>
</p:tagLst>
</file>

<file path=ppt/tags/tag7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68&quot;/&gt;&lt;lineCharCount val=&quot;1&quot;/&gt;&lt;lineCharCount val=&quot;64&quot;/&gt;&lt;lineCharCount val=&quot;66&quot;/&gt;&lt;lineCharCount val=&quot;47&quot;/&gt;&lt;lineCharCount val=&quot;26&quot;/&gt;&lt;/TableIndex&gt;&lt;/ShapeTextInfo&gt;"/>
  <p:tag name="HTML_SHAPEINFO" val="&lt;TextEffect&gt;&lt;Image&gt;&lt;filename val=&quot;C:\Users\sanmi\AppData\Local\Temp\~CaF80C\data\asimages\{6A05C33B-E9D2-4FBE-B005-66338ED52867}_1.png_crop.png&quot;/&gt;&lt;left val=&quot;55&quot;/&gt;&lt;top val=&quot;120&quot;/&gt;&lt;width val=&quot;615&quot;/&gt;&lt;height val=&quot;20&quot;/&gt;&lt;hasText val=&quot;1&quot;/&gt;&lt;paraId val=&quot;1&quot;/&gt;&lt;/Image&gt;&lt;Image&gt;&lt;filename val=&quot;C:\Users\sanmi\AppData\Local\Temp\~CaF80C\data\asimages\{6F2918B9-E76D-4DAF-821E-F3FF9CA97B01}_1.png_crop.png&quot;/&gt;&lt;left val=&quot;689&quot;/&gt;&lt;top val=&quot;509&quot;/&gt;&lt;width val=&quot;0&quot;/&gt;&lt;height val=&quot;0&quot;/&gt;&lt;hasText val=&quot;1&quot;/&gt;&lt;paraId val=&quot;2&quot;/&gt;&lt;/Image&gt;&lt;Image&gt;&lt;filename val=&quot;C:\Users\sanmi\AppData\Local\Temp\~CaF80C\data\asimages\{4BB12C4B-8E72-42B5-B319-53EE03F4BBC9}_1.png_crop.png&quot;/&gt;&lt;left val=&quot;55&quot;/&gt;&lt;top val=&quot;175&quot;/&gt;&lt;width val=&quot;595&quot;/&gt;&lt;height val=&quot;47&quot;/&gt;&lt;hasText val=&quot;1&quot;/&gt;&lt;paraId val=&quot;3&quot;/&gt;&lt;/Image&gt;&lt;Image&gt;&lt;filename val=&quot;C:\Users\sanmi\AppData\Local\Temp\~CaF80C\data\asimages\{A3D87F33-5137-4079-ADDF-C6D92201D94F}_1.png_crop.png&quot;/&gt;&lt;left val=&quot;56&quot;/&gt;&lt;top val=&quot;229&quot;/&gt;&lt;width val=&quot;397&quot;/&gt;&lt;height val=&quot;20&quot;/&gt;&lt;hasText val=&quot;1&quot;/&gt;&lt;paraId val=&quot;4&quot;/&gt;&lt;/Image&gt;&lt;Image&gt;&lt;filename val=&quot;C:\Users\sanmi\AppData\Local\Temp\~CaF80C\data\asimages\{82295C57-A613-455C-8C2F-4ADD734FF7AA}_1.png_crop.png&quot;/&gt;&lt;left val=&quot;56&quot;/&gt;&lt;top val=&quot;257&quot;/&gt;&lt;width val=&quot;252&quot;/&gt;&lt;height val=&quot;20&quot;/&gt;&lt;hasText val=&quot;1&quot;/&gt;&lt;paraId val=&quot;5&quot;/&gt;&lt;/Image&gt;&lt;/TextEffect&gt;"/>
</p:tagLst>
</file>

<file path=ppt/tags/tag715.xml><?xml version="1.0" encoding="utf-8"?>
<p:tagLst xmlns:a="http://schemas.openxmlformats.org/drawingml/2006/main" xmlns:r="http://schemas.openxmlformats.org/officeDocument/2006/relationships" xmlns:p="http://schemas.openxmlformats.org/presentationml/2006/main">
  <p:tag name="PPSNARRATION" val="36,1420159568,H:\My Drive\UWMdrive\Courses\ECE552\ece552-lec01_Introduction_pptx\Media.ppcx"/>
  <p:tag name="HTML_SHAPEINFO" val="&lt;SlideThumbPath val=&quot;Slide36.PNG&quot;/&gt;"/>
</p:tagLst>
</file>

<file path=ppt/tags/tag7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AppData\Local\Temp\~CaF80C\data\asimages\{B29DE89B-CFE5-49B6-B5F3-40513F92FD95}_36.png&quot;/&gt;&lt;left val=&quot;35&quot;/&gt;&lt;top val=&quot;21&quot;/&gt;&lt;width val=&quot;588&quot;/&gt;&lt;height val=&quot;98&quot;/&gt;&lt;hasText val=&quot;1&quot;/&gt;&lt;/Image&gt;&lt;/ThreeDShapeInfo&gt;"/>
</p:tagLst>
</file>

<file path=ppt/tags/tag7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1E46ED9D-1368-4A18-8675-A24F23C6D096}_36.png&quot;/&gt;&lt;left val=&quot;599&quot;/&gt;&lt;top val=&quot;492&quot;/&gt;&lt;width val=&quot;92&quot;/&gt;&lt;height val=&quot;51&quot;/&gt;&lt;hasText val=&quot;1&quot;/&gt;&lt;/Image&gt;&lt;/ThreeDShapeInfo&gt;"/>
</p:tagLst>
</file>

<file path=ppt/tags/tag7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2&quot;/&gt;&lt;lineCharCount val=&quot;68&quot;/&gt;&lt;lineCharCount val=&quot;1&quot;/&gt;&lt;lineCharCount val=&quot;64&quot;/&gt;&lt;lineCharCount val=&quot;66&quot;/&gt;&lt;lineCharCount val=&quot;47&quot;/&gt;&lt;lineCharCount val=&quot;26&quot;/&gt;&lt;lineCharCount val=&quot;1&quot;/&gt;&lt;lineCharCount val=&quot;10&quot;/&gt;&lt;lineCharCount val=&quot;20&quot;/&gt;&lt;lineCharCount val=&quot;20&quot;/&gt;&lt;lineCharCount val=&quot;19&quot;/&gt;&lt;lineCharCount val=&quot;20&quot;/&gt;&lt;/TableIndex&gt;&lt;/ShapeTextInfo&gt;"/>
  <p:tag name="HTML_SHAPEINFO" val="&lt;TextEffect&gt;&lt;Image&gt;&lt;filename val=&quot;C:\Users\sanmi\AppData\Local\Temp\~CaF80C\data\asimages\{652ACF77-0F27-4B47-821C-9839E6D0C98D}_1.png_crop.png&quot;/&gt;&lt;left val=&quot;55&quot;/&gt;&lt;top val=&quot;120&quot;/&gt;&lt;width val=&quot;615&quot;/&gt;&lt;height val=&quot;20&quot;/&gt;&lt;hasText val=&quot;1&quot;/&gt;&lt;paraId val=&quot;1&quot;/&gt;&lt;/Image&gt;&lt;Image&gt;&lt;filename val=&quot;C:\Users\sanmi\AppData\Local\Temp\~CaF80C\data\asimages\{3D83ED1F-BF39-4719-98B4-212902028B84}_1.png_crop.png&quot;/&gt;&lt;left val=&quot;689&quot;/&gt;&lt;top val=&quot;509&quot;/&gt;&lt;width val=&quot;0&quot;/&gt;&lt;height val=&quot;0&quot;/&gt;&lt;hasText val=&quot;1&quot;/&gt;&lt;paraId val=&quot;2&quot;/&gt;&lt;/Image&gt;&lt;Image&gt;&lt;filename val=&quot;C:\Users\sanmi\AppData\Local\Temp\~CaF80C\data\asimages\{0CD38962-85EB-4FCF-B4DB-D2A170FFB3D5}_1.png_crop.png&quot;/&gt;&lt;left val=&quot;55&quot;/&gt;&lt;top val=&quot;175&quot;/&gt;&lt;width val=&quot;595&quot;/&gt;&lt;height val=&quot;47&quot;/&gt;&lt;hasText val=&quot;1&quot;/&gt;&lt;paraId val=&quot;3&quot;/&gt;&lt;/Image&gt;&lt;Image&gt;&lt;filename val=&quot;C:\Users\sanmi\AppData\Local\Temp\~CaF80C\data\asimages\{A7B1DD46-48CC-46C1-8BA5-94877DA8B855}_1.png_crop.png&quot;/&gt;&lt;left val=&quot;56&quot;/&gt;&lt;top val=&quot;229&quot;/&gt;&lt;width val=&quot;397&quot;/&gt;&lt;height val=&quot;20&quot;/&gt;&lt;hasText val=&quot;1&quot;/&gt;&lt;paraId val=&quot;4&quot;/&gt;&lt;/Image&gt;&lt;Image&gt;&lt;filename val=&quot;C:\Users\sanmi\AppData\Local\Temp\~CaF80C\data\asimages\{BEA5499A-C3B2-4BC5-84B3-60EAD85CA848}_1.png_crop.png&quot;/&gt;&lt;left val=&quot;56&quot;/&gt;&lt;top val=&quot;257&quot;/&gt;&lt;width val=&quot;252&quot;/&gt;&lt;height val=&quot;20&quot;/&gt;&lt;hasText val=&quot;1&quot;/&gt;&lt;paraId val=&quot;5&quot;/&gt;&lt;/Image&gt;&lt;Image&gt;&lt;filename val=&quot;C:\Users\sanmi\AppData\Local\Temp\~CaF80C\data\asimages\{42270C05-C98A-4B6D-8BF3-3A927C2A9F48}_1.png_crop.png&quot;/&gt;&lt;left val=&quot;689&quot;/&gt;&lt;top val=&quot;509&quot;/&gt;&lt;width val=&quot;0&quot;/&gt;&lt;height val=&quot;0&quot;/&gt;&lt;hasText val=&quot;1&quot;/&gt;&lt;paraId val=&quot;6&quot;/&gt;&lt;/Image&gt;&lt;Image&gt;&lt;filename val=&quot;C:\Users\sanmi\AppData\Local\Temp\~CaF80C\data\asimages\{2CD767CA-304C-4B52-8246-431C8569A445}_1.png_crop.png&quot;/&gt;&lt;left val=&quot;54&quot;/&gt;&lt;top val=&quot;313&quot;/&gt;&lt;width val=&quot;84&quot;/&gt;&lt;height val=&quot;16&quot;/&gt;&lt;hasText val=&quot;1&quot;/&gt;&lt;paraId val=&quot;7&quot;/&gt;&lt;/Image&gt;&lt;Image&gt;&lt;filename val=&quot;C:\Users\sanmi\AppData\Local\Temp\~CaF80C\data\asimages\{7A19899B-247C-4CE2-93B5-F8D8BB14D97B}_1.png_crop.png&quot;/&gt;&lt;left val=&quot;55&quot;/&gt;&lt;top val=&quot;340&quot;/&gt;&lt;width val=&quot;183&quot;/&gt;&lt;height val=&quot;20&quot;/&gt;&lt;hasText val=&quot;1&quot;/&gt;&lt;paraId val=&quot;8&quot;/&gt;&lt;/Image&gt;&lt;Image&gt;&lt;filename val=&quot;C:\Users\sanmi\AppData\Local\Temp\~CaF80C\data\asimages\{5A539421-6EC7-410C-8DA0-C8B99074DB9B}_1.png_crop.png&quot;/&gt;&lt;left val=&quot;55&quot;/&gt;&lt;top val=&quot;368&quot;/&gt;&lt;width val=&quot;184&quot;/&gt;&lt;height val=&quot;20&quot;/&gt;&lt;hasText val=&quot;1&quot;/&gt;&lt;paraId val=&quot;9&quot;/&gt;&lt;/Image&gt;&lt;Image&gt;&lt;filename val=&quot;C:\Users\sanmi\AppData\Local\Temp\~CaF80C\data\asimages\{3B1ECA2B-8122-4AA6-A6E0-73940202CF12}_1.png_crop.png&quot;/&gt;&lt;left val=&quot;55&quot;/&gt;&lt;top val=&quot;396&quot;/&gt;&lt;width val=&quot;174&quot;/&gt;&lt;height val=&quot;20&quot;/&gt;&lt;hasText val=&quot;1&quot;/&gt;&lt;paraId val=&quot;10&quot;/&gt;&lt;/Image&gt;&lt;Image&gt;&lt;filename val=&quot;C:\Users\sanmi\AppData\Local\Temp\~CaF80C\data\asimages\{4FD67706-A22C-4D79-8050-3501D06C43CC}_1.png_crop.png&quot;/&gt;&lt;left val=&quot;55&quot;/&gt;&lt;top val=&quot;423&quot;/&gt;&lt;width val=&quot;193&quot;/&gt;&lt;height val=&quot;20&quot;/&gt;&lt;hasText val=&quot;1&quot;/&gt;&lt;paraId val=&quot;11&quot;/&gt;&lt;/Image&gt;&lt;/TextEffect&gt;"/>
</p:tagLst>
</file>

<file path=ppt/tags/tag719.xml><?xml version="1.0" encoding="utf-8"?>
<p:tagLst xmlns:a="http://schemas.openxmlformats.org/drawingml/2006/main" xmlns:r="http://schemas.openxmlformats.org/officeDocument/2006/relationships" xmlns:p="http://schemas.openxmlformats.org/presentationml/2006/main">
  <p:tag name="PPSNARRATION" val="37,1420159568,H:\My Drive\UWMdrive\Courses\ECE552\ece552-lec01_Introduction_pptx\Media.ppcx"/>
  <p:tag name="HTML_SHAPEINFO" val="&lt;SlideThumbPath val=&quot;Slide37.PNG&quot;/&gt;"/>
</p:tagLst>
</file>

<file path=ppt/tags/tag7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AppData\Local\Temp\~CaF80C\data\asimages\{7DCEB3DE-92E5-4BFC-8BB1-CDB72EC736EF}_37.png&quot;/&gt;&lt;left val=&quot;35&quot;/&gt;&lt;top val=&quot;21&quot;/&gt;&lt;width val=&quot;588&quot;/&gt;&lt;height val=&quot;98&quot;/&gt;&lt;hasText val=&quot;1&quot;/&gt;&lt;/Image&gt;&lt;/ThreeDShapeInfo&gt;"/>
</p:tagLst>
</file>

<file path=ppt/tags/tag7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0133A441-84FF-4DD2-BCDD-4BCDB01D0227}_37.png&quot;/&gt;&lt;left val=&quot;599&quot;/&gt;&lt;top val=&quot;492&quot;/&gt;&lt;width val=&quot;92&quot;/&gt;&lt;height val=&quot;51&quot;/&gt;&lt;hasText val=&quot;1&quot;/&gt;&lt;/Image&gt;&lt;/ThreeDShapeInfo&gt;"/>
</p:tagLst>
</file>

<file path=ppt/tags/tag7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0&quot;/&gt;&lt;lineCharCount val=&quot;67&quot;/&gt;&lt;lineCharCount val=&quot;26&quot;/&gt;&lt;lineCharCount val=&quot;47&quot;/&gt;&lt;lineCharCount val=&quot;26&quot;/&gt;&lt;lineCharCount val=&quot;1&quot;/&gt;&lt;lineCharCount val=&quot;10&quot;/&gt;&lt;lineCharCount val=&quot;20&quot;/&gt;&lt;lineCharCount val=&quot;20&quot;/&gt;&lt;lineCharCount val=&quot;19&quot;/&gt;&lt;lineCharCount val=&quot;20&quot;/&gt;&lt;/TableIndex&gt;&lt;/ShapeTextInfo&gt;"/>
  <p:tag name="HTML_SHAPEINFO" val="&lt;ThreeDShapeInfo&gt;&lt;uuid val=&quot;&quot;/&gt;&lt;isInvalidForFieldText val=&quot;0&quot;/&gt;&lt;Image&gt;&lt;filename val=&quot;C:\Users\sanmi\AppData\Local\Temp\~CaF80C\data\asimages\{85B404C6-075A-4A51-B42A-4B3E71DFCDE0}_37.png&quot;/&gt;&lt;left val=&quot;40&quot;/&gt;&lt;top val=&quot;107&quot;/&gt;&lt;width val=&quot;649&quot;/&gt;&lt;height val=&quot;403&quot;/&gt;&lt;hasText val=&quot;1&quot;/&gt;&lt;/Image&gt;&lt;/ThreeDShapeInfo&gt;"/>
</p:tagLst>
</file>

<file path=ppt/tags/tag723.xml><?xml version="1.0" encoding="utf-8"?>
<p:tagLst xmlns:a="http://schemas.openxmlformats.org/drawingml/2006/main" xmlns:r="http://schemas.openxmlformats.org/officeDocument/2006/relationships" xmlns:p="http://schemas.openxmlformats.org/presentationml/2006/main">
  <p:tag name="PPSNARRATION" val="38,1420159568,H:\My Drive\UWMdrive\Courses\ECE552\ece552-lec01_Introduction_pptx\Media.ppcx"/>
  <p:tag name="HTML_SHAPEINFO" val="&lt;SlideThumbPath val=&quot;Slide38.PNG&quot;/&gt;"/>
</p:tagLst>
</file>

<file path=ppt/tags/tag7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AppData\Local\Temp\~CaF80C\data\asimages\{9276FFF9-C707-4379-961A-F89CAF4F6146}_38.png&quot;/&gt;&lt;left val=&quot;35&quot;/&gt;&lt;top val=&quot;21&quot;/&gt;&lt;width val=&quot;588&quot;/&gt;&lt;height val=&quot;98&quot;/&gt;&lt;hasText val=&quot;1&quot;/&gt;&lt;/Image&gt;&lt;/ThreeDShapeInfo&gt;"/>
</p:tagLst>
</file>

<file path=ppt/tags/tag7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CB0E549D-E571-4ABA-A14F-DA342EFEDEA4}_38.png&quot;/&gt;&lt;left val=&quot;599&quot;/&gt;&lt;top val=&quot;492&quot;/&gt;&lt;width val=&quot;92&quot;/&gt;&lt;height val=&quot;51&quot;/&gt;&lt;hasText val=&quot;1&quot;/&gt;&lt;/Image&gt;&lt;/ThreeDShapeInfo&gt;"/>
</p:tagLst>
</file>

<file path=ppt/tags/tag7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2&quot;/&gt;&lt;lineCharCount val=&quot;67&quot;/&gt;&lt;lineCharCount val=&quot;26&quot;/&gt;&lt;lineCharCount val=&quot;47&quot;/&gt;&lt;lineCharCount val=&quot;26&quot;/&gt;&lt;lineCharCount val=&quot;1&quot;/&gt;&lt;lineCharCount val=&quot;10&quot;/&gt;&lt;lineCharCount val=&quot;20&quot;/&gt;&lt;lineCharCount val=&quot;19&quot;/&gt;&lt;lineCharCount val=&quot;20&quot;/&gt;&lt;lineCharCount val=&quot;20&quot;/&gt;&lt;lineCharCount val=&quot;19&quot;/&gt;&lt;lineCharCount val=&quot;20&quot;/&gt;&lt;/TableIndex&gt;&lt;/ShapeTextInfo&gt;"/>
  <p:tag name="HTML_SHAPEINFO" val="&lt;ThreeDShapeInfo&gt;&lt;uuid val=&quot;&quot;/&gt;&lt;isInvalidForFieldText val=&quot;0&quot;/&gt;&lt;Image&gt;&lt;filename val=&quot;C:\Users\sanmi\AppData\Local\Temp\~CaF80C\data\asimages\{40264680-B80A-4F22-8C7B-D4D6D13F3CC9}_38.png&quot;/&gt;&lt;left val=&quot;40&quot;/&gt;&lt;top val=&quot;107&quot;/&gt;&lt;width val=&quot;649&quot;/&gt;&lt;height val=&quot;403&quot;/&gt;&lt;hasText val=&quot;1&quot;/&gt;&lt;/Image&gt;&lt;/ThreeDShapeInfo&gt;"/>
</p:tagLst>
</file>

<file path=ppt/tags/tag727.xml><?xml version="1.0" encoding="utf-8"?>
<p:tagLst xmlns:a="http://schemas.openxmlformats.org/drawingml/2006/main" xmlns:r="http://schemas.openxmlformats.org/officeDocument/2006/relationships" xmlns:p="http://schemas.openxmlformats.org/presentationml/2006/main">
  <p:tag name="PPSNARRATION" val="39,1420159568,H:\My Drive\UWMdrive\Courses\ECE552\ece552-lec01_Introduction_pptx\Media.ppcx"/>
  <p:tag name="HTML_SHAPEINFO" val="&lt;SlideThumbPath val=&quot;Slide39.PNG&quot;/&gt;"/>
</p:tagLst>
</file>

<file path=ppt/tags/tag7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AppData\Local\Temp\~CaF80C\data\asimages\{C43F3B1D-EC9E-4237-94EC-1DD5AB30FA37}_39.png&quot;/&gt;&lt;left val=&quot;35&quot;/&gt;&lt;top val=&quot;21&quot;/&gt;&lt;width val=&quot;588&quot;/&gt;&lt;height val=&quot;98&quot;/&gt;&lt;hasText val=&quot;1&quot;/&gt;&lt;/Image&gt;&lt;/ThreeDShapeInfo&gt;"/>
</p:tagLst>
</file>

<file path=ppt/tags/tag7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B724D9D2-FA9F-4FB4-9AAC-1F34308EC6DC}_39.png&quot;/&gt;&lt;left val=&quot;599&quot;/&gt;&lt;top val=&quot;492&quot;/&gt;&lt;width val=&quot;92&quot;/&gt;&lt;height val=&quot;51&quot;/&gt;&lt;hasText val=&quot;1&quot;/&gt;&lt;/Image&gt;&lt;/ThreeDShapeInfo&gt;"/>
</p:tagLst>
</file>

<file path=ppt/tags/tag7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2&quot;/&gt;&lt;lineCharCount val=&quot;67&quot;/&gt;&lt;lineCharCount val=&quot;26&quot;/&gt;&lt;lineCharCount val=&quot;47&quot;/&gt;&lt;lineCharCount val=&quot;26&quot;/&gt;&lt;lineCharCount val=&quot;1&quot;/&gt;&lt;lineCharCount val=&quot;10&quot;/&gt;&lt;lineCharCount val=&quot;20&quot;/&gt;&lt;lineCharCount val=&quot;19&quot;/&gt;&lt;lineCharCount val=&quot;20&quot;/&gt;&lt;lineCharCount val=&quot;20&quot;/&gt;&lt;lineCharCount val=&quot;19&quot;/&gt;&lt;lineCharCount val=&quot;20&quot;/&gt;&lt;/TableIndex&gt;&lt;/ShapeTextInfo&gt;"/>
  <p:tag name="HTML_SHAPEINFO" val="&lt;ThreeDShapeInfo&gt;&lt;uuid val=&quot;&quot;/&gt;&lt;isInvalidForFieldText val=&quot;0&quot;/&gt;&lt;Image&gt;&lt;filename val=&quot;C:\Users\sanmi\AppData\Local\Temp\~CaF80C\data\asimages\{AA9833E6-2D5D-408C-B6ED-068B5A081247}_39.png&quot;/&gt;&lt;left val=&quot;40&quot;/&gt;&lt;top val=&quot;107&quot;/&gt;&lt;width val=&quot;649&quot;/&gt;&lt;height val=&quot;403&quot;/&gt;&lt;hasText val=&quot;1&quot;/&gt;&lt;/Image&gt;&lt;/ThreeDShapeInfo&gt;"/>
</p:tagLst>
</file>

<file path=ppt/tags/tag7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quot;/&gt;&lt;isInvalidForFieldText val=&quot;0&quot;/&gt;&lt;Image&gt;&lt;filename val=&quot;C:\Users\sanmi\AppData\Local\Temp\~CaF80C\data\asimages\{2A9FE799-855F-4DB2-80D3-76C8AA89C4F9}_39.png&quot;/&gt;&lt;left val=&quot;366&quot;/&gt;&lt;top val=&quot;334&quot;/&gt;&lt;width val=&quot;342&quot;/&gt;&lt;height val=&quot;34&quot;/&gt;&lt;hasText val=&quot;1&quot;/&gt;&lt;/Image&gt;&lt;/ThreeDShapeInfo&gt;"/>
</p:tagLst>
</file>

<file path=ppt/tags/tag7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AppData\Local\Temp\~CaF80C\data\asimages\{05FDCCCB-1827-4298-A5FF-A79A32BC0FC9}_39.png&quot;/&gt;&lt;left val=&quot;366&quot;/&gt;&lt;top val=&quot;388&quot;/&gt;&lt;width val=&quot;342&quot;/&gt;&lt;height val=&quot;34&quot;/&gt;&lt;hasText val=&quot;1&quot;/&gt;&lt;/Image&gt;&lt;/ThreeDShapeInfo&gt;"/>
</p:tagLst>
</file>

<file path=ppt/tags/tag7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5.xml><?xml version="1.0" encoding="utf-8"?>
<p:tagLst xmlns:a="http://schemas.openxmlformats.org/drawingml/2006/main" xmlns:r="http://schemas.openxmlformats.org/officeDocument/2006/relationships" xmlns:p="http://schemas.openxmlformats.org/presentationml/2006/main">
  <p:tag name="PPSNARRATION" val="40,1420159568,H:\My Drive\UWMdrive\Courses\ECE552\ece552-lec01_Introduction_pptx\Media.ppcx"/>
  <p:tag name="HTML_SHAPEINFO" val="&lt;SlideThumbPath val=&quot;Slide40.PNG&quot;/&gt;"/>
</p:tagLst>
</file>

<file path=ppt/tags/tag7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AppData\Local\Temp\~CaF80C\data\asimages\{42283196-28D7-48D8-A59F-F3926A8AFCDC}_40.png&quot;/&gt;&lt;left val=&quot;35&quot;/&gt;&lt;top val=&quot;21&quot;/&gt;&lt;width val=&quot;588&quot;/&gt;&lt;height val=&quot;98&quot;/&gt;&lt;hasText val=&quot;1&quot;/&gt;&lt;/Image&gt;&lt;/ThreeDShapeInfo&gt;"/>
</p:tagLst>
</file>

<file path=ppt/tags/tag7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B9580471-90CB-4331-948E-A9EB92B67009}_40.png&quot;/&gt;&lt;left val=&quot;599&quot;/&gt;&lt;top val=&quot;492&quot;/&gt;&lt;width val=&quot;92&quot;/&gt;&lt;height val=&quot;51&quot;/&gt;&lt;hasText val=&quot;1&quot;/&gt;&lt;/Image&gt;&lt;/ThreeDShapeInfo&gt;"/>
</p:tagLst>
</file>

<file path=ppt/tags/tag7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3&quot;/&gt;&lt;lineCharCount val=&quot;67&quot;/&gt;&lt;lineCharCount val=&quot;26&quot;/&gt;&lt;lineCharCount val=&quot;47&quot;/&gt;&lt;lineCharCount val=&quot;26&quot;/&gt;&lt;lineCharCount val=&quot;1&quot;/&gt;&lt;lineCharCount val=&quot;10&quot;/&gt;&lt;lineCharCount val=&quot;20&quot;/&gt;&lt;lineCharCount val=&quot;19&quot;/&gt;&lt;lineCharCount val=&quot;20&quot;/&gt;&lt;lineCharCount val=&quot;19&quot;/&gt;&lt;lineCharCount val=&quot;20&quot;/&gt;&lt;lineCharCount val=&quot;19&quot;/&gt;&lt;lineCharCount val=&quot;20&quot;/&gt;&lt;/TableIndex&gt;&lt;/ShapeTextInfo&gt;"/>
  <p:tag name="HTML_SHAPEINFO" val="&lt;ThreeDShapeInfo&gt;&lt;uuid val=&quot;&quot;/&gt;&lt;isInvalidForFieldText val=&quot;0&quot;/&gt;&lt;Image&gt;&lt;filename val=&quot;C:\Users\sanmi\AppData\Local\Temp\~CaF80C\data\asimages\{B81275D9-51DB-44DB-BED4-DB183143CC0B}_40.png&quot;/&gt;&lt;left val=&quot;40&quot;/&gt;&lt;top val=&quot;107&quot;/&gt;&lt;width val=&quot;649&quot;/&gt;&lt;height val=&quot;403&quot;/&gt;&lt;hasText val=&quot;1&quot;/&gt;&lt;/Image&gt;&lt;/ThreeDShapeInfo&gt;"/>
</p:tagLst>
</file>

<file path=ppt/tags/tag7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quot;/&gt;&lt;isInvalidForFieldText val=&quot;0&quot;/&gt;&lt;Image&gt;&lt;filename val=&quot;C:\Users\sanmi\AppData\Local\Temp\~CaF80C\data\asimages\{12A404CB-AD0E-417A-97F1-7BB2CA9B2B89}_40.png&quot;/&gt;&lt;left val=&quot;366&quot;/&gt;&lt;top val=&quot;349&quot;/&gt;&lt;width val=&quot;342&quot;/&gt;&lt;height val=&quot;34&quot;/&gt;&lt;hasText val=&quot;1&quot;/&gt;&lt;/Image&gt;&lt;/ThreeDShapeInfo&gt;"/>
</p:tagLst>
</file>

<file path=ppt/tags/tag7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41.xml><?xml version="1.0" encoding="utf-8"?>
<p:tagLst xmlns:a="http://schemas.openxmlformats.org/drawingml/2006/main" xmlns:r="http://schemas.openxmlformats.org/officeDocument/2006/relationships" xmlns:p="http://schemas.openxmlformats.org/presentationml/2006/main">
  <p:tag name="PPSNARRATION" val="41,1420159568,H:\My Drive\UWMdrive\Courses\ECE552\ece552-lec01_Introduction_pptx\Media.ppcx"/>
  <p:tag name="HTML_SHAPEINFO" val="&lt;SlideThumbPath val=&quot;Slide41.PNG&quot;/&gt;"/>
</p:tagLst>
</file>

<file path=ppt/tags/tag7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AppData\Local\Temp\~CaF80C\data\asimages\{FFCCADD4-BC4B-4F8F-B486-80D99C687048}_41.png&quot;/&gt;&lt;left val=&quot;35&quot;/&gt;&lt;top val=&quot;21&quot;/&gt;&lt;width val=&quot;588&quot;/&gt;&lt;height val=&quot;98&quot;/&gt;&lt;hasText val=&quot;1&quot;/&gt;&lt;/Image&gt;&lt;/ThreeDShapeInfo&gt;"/>
</p:tagLst>
</file>

<file path=ppt/tags/tag7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4E15D008-0B8E-4EC6-83C9-C322C041373B}_41.png&quot;/&gt;&lt;left val=&quot;599&quot;/&gt;&lt;top val=&quot;492&quot;/&gt;&lt;width val=&quot;92&quot;/&gt;&lt;height val=&quot;51&quot;/&gt;&lt;hasText val=&quot;1&quot;/&gt;&lt;/Image&gt;&lt;/ThreeDShapeInfo&gt;"/>
</p:tagLst>
</file>

<file path=ppt/tags/tag7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5&quot;/&gt;&lt;lineCharCount val=&quot;66&quot;/&gt;&lt;lineCharCount val=&quot;32&quot;/&gt;&lt;lineCharCount val=&quot;26&quot;/&gt;&lt;lineCharCount val=&quot;1&quot;/&gt;&lt;lineCharCount val=&quot;10&quot;/&gt;&lt;lineCharCount val=&quot;20&quot;/&gt;&lt;lineCharCount val=&quot;20&quot;/&gt;&lt;lineCharCount val=&quot;20&quot;/&gt;&lt;lineCharCount val=&quot;21&quot;/&gt;&lt;lineCharCount val=&quot;20&quot;/&gt;&lt;lineCharCount val=&quot;19&quot;/&gt;&lt;lineCharCount val=&quot;21&quot;/&gt;&lt;lineCharCount val=&quot;19&quot;/&gt;&lt;lineCharCount val=&quot;21&quot;/&gt;&lt;lineCharCount val=&quot;20&quot;/&gt;&lt;/TableIndex&gt;&lt;/ShapeTextInfo&gt;"/>
  <p:tag name="HTML_SHAPEINFO" val="&lt;TextEffect&gt;&lt;Image&gt;&lt;filename val=&quot;C:\Users\sanmi\AppData\Local\Temp\~CaF80C\data\asimages\{B6BD0394-4B85-41F3-83E2-D31E930F2943}_1.png_crop.png&quot;/&gt;&lt;left val=&quot;55&quot;/&gt;&lt;top val=&quot;120&quot;/&gt;&lt;width val=&quot;592&quot;/&gt;&lt;height val=&quot;47&quot;/&gt;&lt;hasText val=&quot;1&quot;/&gt;&lt;paraId val=&quot;1&quot;/&gt;&lt;/Image&gt;&lt;Image&gt;&lt;filename val=&quot;C:\Users\sanmi\AppData\Local\Temp\~CaF80C\data\asimages\{AFD1A1C6-CA84-44C7-BF0E-383A3BA45A27}_1.png_crop.png&quot;/&gt;&lt;left val=&quot;56&quot;/&gt;&lt;top val=&quot;174&quot;/&gt;&lt;width val=&quot;252&quot;/&gt;&lt;height val=&quot;20&quot;/&gt;&lt;hasText val=&quot;1&quot;/&gt;&lt;paraId val=&quot;2&quot;/&gt;&lt;/Image&gt;&lt;Image&gt;&lt;filename val=&quot;C:\Users\sanmi\AppData\Local\Temp\~CaF80C\data\asimages\{9DB1BA53-D196-4DD9-B973-3AFFB9BB6103}_1.png_crop.png&quot;/&gt;&lt;left val=&quot;701&quot;/&gt;&lt;top val=&quot;509&quot;/&gt;&lt;width val=&quot;0&quot;/&gt;&lt;height val=&quot;0&quot;/&gt;&lt;hasText val=&quot;1&quot;/&gt;&lt;paraId val=&quot;3&quot;/&gt;&lt;/Image&gt;&lt;Image&gt;&lt;filename val=&quot;C:\Users\sanmi\AppData\Local\Temp\~CaF80C\data\asimages\{8EDA2754-9AF3-4E9F-A087-381AB48DACA5}_1.png_crop.png&quot;/&gt;&lt;left val=&quot;54&quot;/&gt;&lt;top val=&quot;224&quot;/&gt;&lt;width val=&quot;84&quot;/&gt;&lt;height val=&quot;16&quot;/&gt;&lt;hasText val=&quot;1&quot;/&gt;&lt;paraId val=&quot;4&quot;/&gt;&lt;/Image&gt;&lt;Image&gt;&lt;filename val=&quot;C:\Users\sanmi\AppData\Local\Temp\~CaF80C\data\asimages\{9ABB5948-68AB-40D3-8DDA-023C50909C61}_1.png_crop.png&quot;/&gt;&lt;left val=&quot;55&quot;/&gt;&lt;top val=&quot;252&quot;/&gt;&lt;width val=&quot;184&quot;/&gt;&lt;height val=&quot;20&quot;/&gt;&lt;hasText val=&quot;1&quot;/&gt;&lt;paraId val=&quot;5&quot;/&gt;&lt;/Image&gt;&lt;Image&gt;&lt;filename val=&quot;C:\Users\sanmi\AppData\Local\Temp\~CaF80C\data\asimages\{8B6B2658-35ED-4276-B31D-828E2C9D0CE1}_1.png_crop.png&quot;/&gt;&lt;left val=&quot;55&quot;/&gt;&lt;top val=&quot;279&quot;/&gt;&lt;width val=&quot;184&quot;/&gt;&lt;height val=&quot;20&quot;/&gt;&lt;hasText val=&quot;1&quot;/&gt;&lt;paraId val=&quot;6&quot;/&gt;&lt;/Image&gt;&lt;Image&gt;&lt;filename val=&quot;C:\Users\sanmi\AppData\Local\Temp\~CaF80C\data\asimages\{0966328E-B8BA-44B8-9ACF-1A160D79346B}_1.png_crop.png&quot;/&gt;&lt;left val=&quot;55&quot;/&gt;&lt;top val=&quot;307&quot;/&gt;&lt;width val=&quot;173&quot;/&gt;&lt;height val=&quot;20&quot;/&gt;&lt;hasText val=&quot;1&quot;/&gt;&lt;paraId val=&quot;7&quot;/&gt;&lt;/Image&gt;&lt;Image&gt;&lt;filename val=&quot;C:\Users\sanmi\AppData\Local\Temp\~CaF80C\data\asimages\{59F544CB-55B2-49B0-A83F-A60132847951}_1.png_crop.png&quot;/&gt;&lt;left val=&quot;55&quot;/&gt;&lt;top val=&quot;334&quot;/&gt;&lt;width val=&quot;193&quot;/&gt;&lt;height val=&quot;20&quot;/&gt;&lt;hasText val=&quot;1&quot;/&gt;&lt;paraId val=&quot;8&quot;/&gt;&lt;/Image&gt;&lt;Image&gt;&lt;filename val=&quot;C:\Users\sanmi\AppData\Local\Temp\~CaF80C\data\asimages\{E7341848-1699-4D68-AA65-2277590DD668}_1.png_crop.png&quot;/&gt;&lt;left val=&quot;55&quot;/&gt;&lt;top val=&quot;362&quot;/&gt;&lt;width val=&quot;184&quot;/&gt;&lt;height val=&quot;20&quot;/&gt;&lt;hasText val=&quot;1&quot;/&gt;&lt;paraId val=&quot;9&quot;/&gt;&lt;/Image&gt;&lt;Image&gt;&lt;filename val=&quot;C:\Users\sanmi\AppData\Local\Temp\~CaF80C\data\asimages\{1DEBBC48-17DA-4BA5-BC44-2327CDBE8FCB}_1.png_crop.png&quot;/&gt;&lt;left val=&quot;55&quot;/&gt;&lt;top val=&quot;390&quot;/&gt;&lt;width val=&quot;152&quot;/&gt;&lt;height val=&quot;20&quot;/&gt;&lt;hasText val=&quot;1&quot;/&gt;&lt;paraId val=&quot;10&quot;/&gt;&lt;/Image&gt;&lt;Image&gt;&lt;filename val=&quot;C:\Users\sanmi\AppData\Local\Temp\~CaF80C\data\asimages\{6337F5F1-68A8-4AFD-966A-69BBCAC2F063}_1.png_crop.png&quot;/&gt;&lt;left val=&quot;55&quot;/&gt;&lt;top val=&quot;417&quot;/&gt;&lt;width val=&quot;193&quot;/&gt;&lt;height val=&quot;20&quot;/&gt;&lt;hasText val=&quot;1&quot;/&gt;&lt;paraId val=&quot;11&quot;/&gt;&lt;/Image&gt;&lt;Image&gt;&lt;filename val=&quot;C:\Users\sanmi\AppData\Local\Temp\~CaF80C\data\asimages\{E93C29EE-4124-4083-B892-EC1867D7858C}_1.png_crop.png&quot;/&gt;&lt;left val=&quot;55&quot;/&gt;&lt;top val=&quot;445&quot;/&gt;&lt;width val=&quot;174&quot;/&gt;&lt;height val=&quot;20&quot;/&gt;&lt;hasText val=&quot;1&quot;/&gt;&lt;paraId val=&quot;12&quot;/&gt;&lt;/Image&gt;&lt;Image&gt;&lt;filename val=&quot;C:\Users\sanmi\AppData\Local\Temp\~CaF80C\data\asimages\{F190470A-FD3B-451A-9C31-84B4E6F9F331}_1.png_crop.png&quot;/&gt;&lt;left val=&quot;55&quot;/&gt;&lt;top val=&quot;473&quot;/&gt;&lt;width val=&quot;193&quot;/&gt;&lt;height val=&quot;20&quot;/&gt;&lt;hasText val=&quot;1&quot;/&gt;&lt;paraId val=&quot;13&quot;/&gt;&lt;/Image&gt;&lt;Image&gt;&lt;filename val=&quot;C:\Users\sanmi\AppData\Local\Temp\~CaF80C\data\asimages\{A3DB7E95-51DD-43C8-9C51-7E8557E2B4DC}_1.png_crop.png&quot;/&gt;&lt;left val=&quot;55&quot;/&gt;&lt;top val=&quot;500&quot;/&gt;&lt;width val=&quot;193&quot;/&gt;&lt;height val=&quot;20&quot;/&gt;&lt;hasText val=&quot;1&quot;/&gt;&lt;paraId val=&quot;14&quot;/&gt;&lt;/Image&gt;&lt;/TextEffect&gt;"/>
</p:tagLst>
</file>

<file path=ppt/tags/tag7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8&quot;/&gt;&lt;lineCharCount val=&quot;38&quot;/&gt;&lt;/TableIndex&gt;&lt;/ShapeTextInfo&gt;"/>
  <p:tag name="HTML_SHAPEINFO" val="&lt;ThreeDShapeInfo&gt;&lt;uuid val=&quot;&quot;/&gt;&lt;isInvalidForFieldText val=&quot;0&quot;/&gt;&lt;Image&gt;&lt;filename val=&quot;C:\Users\sanmi\AppData\Local\Temp\~CaF80C\data\asimages\{C5CCC825-4F23-4D71-B5F2-B070B643956A}_41.png&quot;/&gt;&lt;left val=&quot;373&quot;/&gt;&lt;top val=&quot;377&quot;/&gt;&lt;width val=&quot;342&quot;/&gt;&lt;height val=&quot;53&quot;/&gt;&lt;hasText val=&quot;1&quot;/&gt;&lt;/Image&gt;&lt;/ThreeDShapeInfo&gt;"/>
</p:tagLst>
</file>

<file path=ppt/tags/tag7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6&quot;/&gt;&lt;lineCharCount val=&quot;14&quot;/&gt;&lt;/TableIndex&gt;&lt;/ShapeTextInfo&gt;"/>
  <p:tag name="HTML_SHAPEINFO" val="&lt;ThreeDShapeInfo&gt;&lt;uuid val=&quot;&quot;/&gt;&lt;isInvalidForFieldText val=&quot;0&quot;/&gt;&lt;Image&gt;&lt;filename val=&quot;C:\Users\sanmi\AppData\Local\Temp\~CaF80C\data\asimages\{9CA9DCF9-2247-4AFA-9988-5BC312101F5E}_41.png&quot;/&gt;&lt;left val=&quot;373&quot;/&gt;&lt;top val=&quot;432&quot;/&gt;&lt;width val=&quot;342&quot;/&gt;&lt;height val=&quot;54&quot;/&gt;&lt;hasText val=&quot;1&quot;/&gt;&lt;/Image&gt;&lt;/ThreeDShapeInfo&gt;"/>
</p:tagLst>
</file>

<file path=ppt/tags/tag7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 name="HTML_SHAPEINFO" val="&lt;ThreeDShapeInfo&gt;&lt;uuid val=&quot;&quot;/&gt;&lt;isInvalidForFieldText val=&quot;0&quot;/&gt;&lt;Image&gt;&lt;filename val=&quot;C:\Users\sanmi\AppData\Local\Temp\~CaF80C\data\asimages\{705975C5-6651-4D0F-ABBE-CBBCF8F27649}_41.png&quot;/&gt;&lt;left val=&quot;373&quot;/&gt;&lt;top val=&quot;259&quot;/&gt;&lt;width val=&quot;342&quot;/&gt;&lt;height val=&quot;34&quot;/&gt;&lt;hasText val=&quot;1&quot;/&gt;&lt;/Image&gt;&lt;/ThreeDShapeInfo&gt;"/>
</p:tagLst>
</file>

<file path=ppt/tags/tag7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6&quot;/&gt;&lt;/TableIndex&gt;&lt;/ShapeTextInfo&gt;"/>
  <p:tag name="HTML_SHAPEINFO" val="&lt;ThreeDShapeInfo&gt;&lt;uuid val=&quot;&quot;/&gt;&lt;isInvalidForFieldText val=&quot;0&quot;/&gt;&lt;Image&gt;&lt;filename val=&quot;C:\Users\sanmi\AppData\Local\Temp\~CaF80C\data\asimages\{872D8BCB-796D-43E1-851D-045299421EF2}_41.png&quot;/&gt;&lt;left val=&quot;373&quot;/&gt;&lt;top val=&quot;328&quot;/&gt;&lt;width val=&quot;342&quot;/&gt;&lt;height val=&quot;34&quot;/&gt;&lt;hasText val=&quot;1&quot;/&gt;&lt;/Image&gt;&lt;/ThreeDShapeInfo&gt;"/>
</p:tagLst>
</file>

<file path=ppt/tags/tag7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53.xml><?xml version="1.0" encoding="utf-8"?>
<p:tagLst xmlns:a="http://schemas.openxmlformats.org/drawingml/2006/main" xmlns:r="http://schemas.openxmlformats.org/officeDocument/2006/relationships" xmlns:p="http://schemas.openxmlformats.org/presentationml/2006/main">
  <p:tag name="PPSNARRATION" val="42,1420159568,H:\My Drive\UWMdrive\Courses\ECE552\ece552-lec01_Introduction_pptx\Media.ppcx"/>
  <p:tag name="HTML_SHAPEINFO" val="&lt;SlideThumbPath val=&quot;Slide42.PNG&quot;/&gt;"/>
</p:tagLst>
</file>

<file path=ppt/tags/tag7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AppData\Local\Temp\~CaF80C\data\asimages\{0F946B39-C0AD-4B81-8B3C-5E6634A71B00}_42.png&quot;/&gt;&lt;left val=&quot;35&quot;/&gt;&lt;top val=&quot;21&quot;/&gt;&lt;width val=&quot;588&quot;/&gt;&lt;height val=&quot;98&quot;/&gt;&lt;hasText val=&quot;1&quot;/&gt;&lt;/Image&gt;&lt;/ThreeDShapeInfo&gt;"/>
</p:tagLst>
</file>

<file path=ppt/tags/tag7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AppData\Local\Temp\~CaF80C\data\asimages\{A7CBF61C-CA49-4944-A42E-12283B32B5B7}_42.png&quot;/&gt;&lt;left val=&quot;599&quot;/&gt;&lt;top val=&quot;492&quot;/&gt;&lt;width val=&quot;92&quot;/&gt;&lt;height val=&quot;51&quot;/&gt;&lt;hasText val=&quot;1&quot;/&gt;&lt;/Image&gt;&lt;/ThreeDShapeInfo&gt;"/>
</p:tagLst>
</file>

<file path=ppt/tags/tag7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5&quot;/&gt;&lt;lineCharCount val=&quot;11&quot;/&gt;&lt;lineCharCount val=&quot;39&quot;/&gt;&lt;lineCharCount val=&quot;66&quot;/&gt;&lt;lineCharCount val=&quot;21&quot;/&gt;&lt;lineCharCount val=&quot;1&quot;/&gt;&lt;lineCharCount val=&quot;20&quot;/&gt;&lt;lineCharCount val=&quot;20&quot;/&gt;&lt;lineCharCount val=&quot;20&quot;/&gt;&lt;lineCharCount val=&quot;21&quot;/&gt;&lt;lineCharCount val=&quot;20&quot;/&gt;&lt;lineCharCount val=&quot;19&quot;/&gt;&lt;lineCharCount val=&quot;21&quot;/&gt;&lt;lineCharCount val=&quot;19&quot;/&gt;&lt;lineCharCount val=&quot;21&quot;/&gt;&lt;lineCharCount val=&quot;20&quot;/&gt;&lt;/TableIndex&gt;&lt;/ShapeTextInfo&gt;"/>
  <p:tag name="HTML_SHAPEINFO" val="&lt;TextEffect&gt;&lt;Image&gt;&lt;filename val=&quot;C:\Users\sanmi\AppData\Local\Temp\~CaF80C\data\asimages\{7223194C-0D7A-4AEA-B242-F6BBF6E2B1A5}_1.png_crop.png&quot;/&gt;&lt;left val=&quot;55&quot;/&gt;&lt;top val=&quot;120&quot;/&gt;&lt;width val=&quot;112&quot;/&gt;&lt;height val=&quot;20&quot;/&gt;&lt;hasText val=&quot;1&quot;/&gt;&lt;paraId val=&quot;1&quot;/&gt;&lt;/Image&gt;&lt;Image&gt;&lt;filename val=&quot;C:\Users\sanmi\AppData\Local\Temp\~CaF80C\data\asimages\{3CA1436A-C235-4E69-9036-8EE4B3D31AA5}_1.png_crop.png&quot;/&gt;&lt;left val=&quot;56&quot;/&gt;&lt;top val=&quot;149&quot;/&gt;&lt;width val=&quot;401&quot;/&gt;&lt;height val=&quot;20&quot;/&gt;&lt;hasText val=&quot;1&quot;/&gt;&lt;paraId val=&quot;2&quot;/&gt;&lt;/Image&gt;&lt;Image&gt;&lt;filename val=&quot;C:\Users\sanmi\AppData\Local\Temp\~CaF80C\data\asimages\{4E6FE41F-E188-4E98-BF65-47D861EDD6F2}_1.png_crop.png&quot;/&gt;&lt;left val=&quot;56&quot;/&gt;&lt;top val=&quot;177&quot;/&gt;&lt;width val=&quot;637&quot;/&gt;&lt;height val=&quot;20&quot;/&gt;&lt;hasText val=&quot;1&quot;/&gt;&lt;paraId val=&quot;3&quot;/&gt;&lt;/Image&gt;&lt;Image&gt;&lt;filename val=&quot;C:\Users\sanmi\AppData\Local\Temp\~CaF80C\data\asimages\{98EFD66D-FEA2-478F-8031-E2E8B9A992BB}_1.png_crop.png&quot;/&gt;&lt;left val=&quot;56&quot;/&gt;&lt;top val=&quot;206&quot;/&gt;&lt;width val=&quot;211&quot;/&gt;&lt;height val=&quot;20&quot;/&gt;&lt;hasText val=&quot;1&quot;/&gt;&lt;paraId val=&quot;4&quot;/&gt;&lt;/Image&gt;&lt;Image&gt;&lt;filename val=&quot;C:\Users\sanmi\AppData\Local\Temp\~CaF80C\data\asimages\{90975382-0388-4317-B608-DAE7241A3F19}_1.png_crop.png&quot;/&gt;&lt;left val=&quot;713&quot;/&gt;&lt;top val=&quot;509&quot;/&gt;&lt;width val=&quot;0&quot;/&gt;&lt;height val=&quot;0&quot;/&gt;&lt;hasText val=&quot;1&quot;/&gt;&lt;paraId val=&quot;5&quot;/&gt;&lt;/Image&gt;&lt;Image&gt;&lt;filename val=&quot;C:\Users\sanmi\AppData\Local\Temp\~CaF80C\data\asimages\{937E4D3E-E78B-447E-8326-CDAC052E48B9}_1.png_crop.png&quot;/&gt;&lt;left val=&quot;56&quot;/&gt;&lt;top val=&quot;256&quot;/&gt;&lt;width val=&quot;159&quot;/&gt;&lt;height val=&quot;17&quot;/&gt;&lt;hasText val=&quot;1&quot;/&gt;&lt;paraId val=&quot;6&quot;/&gt;&lt;/Image&gt;&lt;Image&gt;&lt;filename val=&quot;C:\Users\sanmi\AppData\Local\Temp\~CaF80C\data\asimages\{16A8B56E-8C75-4084-89DF-BC219534BC7A}_1.png_crop.png&quot;/&gt;&lt;left val=&quot;56&quot;/&gt;&lt;top val=&quot;280&quot;/&gt;&lt;width val=&quot;160&quot;/&gt;&lt;height val=&quot;17&quot;/&gt;&lt;hasText val=&quot;1&quot;/&gt;&lt;paraId val=&quot;7&quot;/&gt;&lt;/Image&gt;&lt;Image&gt;&lt;filename val=&quot;C:\Users\sanmi\AppData\Local\Temp\~CaF80C\data\asimages\{F4E8334A-F7BA-4C4B-AA52-F1CE4164E14D}_1.png_crop.png&quot;/&gt;&lt;left val=&quot;56&quot;/&gt;&lt;top val=&quot;304&quot;/&gt;&lt;width val=&quot;150&quot;/&gt;&lt;height val=&quot;17&quot;/&gt;&lt;hasText val=&quot;1&quot;/&gt;&lt;paraId val=&quot;8&quot;/&gt;&lt;/Image&gt;&lt;Image&gt;&lt;filename val=&quot;C:\Users\sanmi\AppData\Local\Temp\~CaF80C\data\asimages\{493129A5-225E-4ED0-AF2C-3B2259B15D6D}_1.png_crop.png&quot;/&gt;&lt;left val=&quot;56&quot;/&gt;&lt;top val=&quot;328&quot;/&gt;&lt;width val=&quot;167&quot;/&gt;&lt;height val=&quot;17&quot;/&gt;&lt;hasText val=&quot;1&quot;/&gt;&lt;paraId val=&quot;9&quot;/&gt;&lt;/Image&gt;&lt;Image&gt;&lt;filename val=&quot;C:\Users\sanmi\AppData\Local\Temp\~CaF80C\data\asimages\{3B81B5C7-CCF8-42A4-AA3A-CDB1B2D2B55A}_1.png_crop.png&quot;/&gt;&lt;left val=&quot;56&quot;/&gt;&lt;top val=&quot;352&quot;/&gt;&lt;width val=&quot;160&quot;/&gt;&lt;height val=&quot;17&quot;/&gt;&lt;hasText val=&quot;1&quot;/&gt;&lt;paraId val=&quot;10&quot;/&gt;&lt;/Image&gt;&lt;Image&gt;&lt;filename val=&quot;C:\Users\sanmi\AppData\Local\Temp\~CaF80C\data\asimages\{7FC19756-8FC8-47CA-905E-9A0A77ECAF1C}_1.png_crop.png&quot;/&gt;&lt;left val=&quot;56&quot;/&gt;&lt;top val=&quot;376&quot;/&gt;&lt;width val=&quot;132&quot;/&gt;&lt;height val=&quot;17&quot;/&gt;&lt;hasText val=&quot;1&quot;/&gt;&lt;paraId val=&quot;11&quot;/&gt;&lt;/Image&gt;&lt;Image&gt;&lt;filename val=&quot;C:\Users\sanmi\AppData\Local\Temp\~CaF80C\data\asimages\{E916E7E4-7EEF-493D-963D-C7E0E4848D8B}_1.png_crop.png&quot;/&gt;&lt;left val=&quot;56&quot;/&gt;&lt;top val=&quot;400&quot;/&gt;&lt;width val=&quot;168&quot;/&gt;&lt;height val=&quot;17&quot;/&gt;&lt;hasText val=&quot;1&quot;/&gt;&lt;paraId val=&quot;12&quot;/&gt;&lt;/Image&gt;&lt;Image&gt;&lt;filename val=&quot;C:\Users\sanmi\AppData\Local\Temp\~CaF80C\data\asimages\{A5F7AB4E-BCAD-4DB7-B362-F94AB0002D6D}_1.png_crop.png&quot;/&gt;&lt;left val=&quot;56&quot;/&gt;&lt;top val=&quot;424&quot;/&gt;&lt;width val=&quot;151&quot;/&gt;&lt;height val=&quot;17&quot;/&gt;&lt;hasText val=&quot;1&quot;/&gt;&lt;paraId val=&quot;13&quot;/&gt;&lt;/Image&gt;&lt;Image&gt;&lt;filename val=&quot;C:\Users\sanmi\AppData\Local\Temp\~CaF80C\data\asimages\{BE128C89-DE7A-4336-95E1-1DAA89EAD66E}_1.png_crop.png&quot;/&gt;&lt;left val=&quot;56&quot;/&gt;&lt;top val=&quot;448&quot;/&gt;&lt;width val=&quot;168&quot;/&gt;&lt;height val=&quot;17&quot;/&gt;&lt;hasText val=&quot;1&quot;/&gt;&lt;paraId val=&quot;14&quot;/&gt;&lt;/Image&gt;&lt;Image&gt;&lt;filename val=&quot;C:\Users\sanmi\AppData\Local\Temp\~CaF80C\data\asimages\{99668935-726C-44B1-AB95-C0483D2DBC15}_1.png_crop.png&quot;/&gt;&lt;left val=&quot;56&quot;/&gt;&lt;top val=&quot;472&quot;/&gt;&lt;width val=&quot;168&quot;/&gt;&lt;height val=&quot;17&quot;/&gt;&lt;hasText val=&quot;1&quot;/&gt;&lt;paraId val=&quot;15&quot;/&gt;&lt;/Image&gt;&lt;/TextEffect&gt;"/>
</p:tagLst>
</file>

<file path=ppt/tags/tag7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 name="HTML_SHAPEINFO" val="&lt;ThreeDShapeInfo&gt;&lt;uuid val=&quot;&quot;/&gt;&lt;isInvalidForFieldText val=&quot;0&quot;/&gt;&lt;Image&gt;&lt;filename val=&quot;C:\Users\sanmi\AppData\Local\Temp\~CaF80C\data\asimages\{9A188E39-C46A-4538-A4E2-421FECA10F45}_42.png&quot;/&gt;&lt;left val=&quot;257&quot;/&gt;&lt;top val=&quot;223&quot;/&gt;&lt;width val=&quot;98&quot;/&gt;&lt;height val=&quot;34&quot;/&gt;&lt;hasText val=&quot;1&quot;/&gt;&lt;/Image&gt;&lt;/ThreeDShapeInfo&gt;"/>
</p:tagLst>
</file>

<file path=ppt/tags/tag7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AppData\Local\Temp\~CaF80C\data\asimages\{66FF3614-CD0C-4CAD-8163-ECDD93510919}_42.png&quot;/&gt;&lt;left val=&quot;306&quot;/&gt;&lt;top val=&quot;266&quot;/&gt;&lt;width val=&quot;98&quot;/&gt;&lt;height val=&quot;34&quot;/&gt;&lt;hasText val=&quot;1&quot;/&gt;&lt;/Image&gt;&lt;/ThreeDShapeInfo&gt;"/>
</p:tagLst>
</file>

<file path=ppt/tags/tag7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AppData\Local\Temp\~CaF80C\data\asimages\{5FBA5C44-17DE-4207-80E0-A5506C86D210}_42.png&quot;/&gt;&lt;left val=&quot;323&quot;/&gt;&lt;top val=&quot;330&quot;/&gt;&lt;width val=&quot;180&quot;/&gt;&lt;height val=&quot;34&quot;/&gt;&lt;hasText val=&quot;1&quot;/&gt;&lt;/Image&gt;&lt;/ThreeDShapeInfo&gt;"/>
</p:tagLst>
</file>

<file path=ppt/tags/tag7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AppData\Local\Temp\~CaF80C\data\asimages\{FC84E52E-D14A-4DAC-93C0-0FCF5EA2EB27}_42.png&quot;/&gt;&lt;left val=&quot;329&quot;/&gt;&lt;top val=&quot;425&quot;/&gt;&lt;width val=&quot;180&quot;/&gt;&lt;height val=&quot;34&quot;/&gt;&lt;hasText val=&quot;1&quot;/&gt;&lt;/Image&gt;&lt;/ThreeDShapeInfo&gt;"/>
</p:tagLst>
</file>

<file path=ppt/tags/tag7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Notes 552</Template>
  <TotalTime>0</TotalTime>
  <Words>2702</Words>
  <Application>Microsoft Macintosh PowerPoint</Application>
  <PresentationFormat>On-screen Show (4:3)</PresentationFormat>
  <Paragraphs>565</Paragraphs>
  <Slides>42</Slides>
  <Notes>42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Calibri</vt:lpstr>
      <vt:lpstr>Consolas</vt:lpstr>
      <vt:lpstr>Inconsolata</vt:lpstr>
      <vt:lpstr>Times New Roman</vt:lpstr>
      <vt:lpstr>Wingdings</vt:lpstr>
      <vt:lpstr>Lecture Notes 552</vt:lpstr>
      <vt:lpstr>ECE/CS 552: Introduction</vt:lpstr>
      <vt:lpstr>What is Education?</vt:lpstr>
      <vt:lpstr>What is Education?</vt:lpstr>
      <vt:lpstr>What is Computer Architecture?</vt:lpstr>
      <vt:lpstr>Computer Architecture </vt:lpstr>
      <vt:lpstr>552 In Context</vt:lpstr>
      <vt:lpstr>552 In Context</vt:lpstr>
      <vt:lpstr>Why Take 552?</vt:lpstr>
      <vt:lpstr>Computer Architecture</vt:lpstr>
      <vt:lpstr>Technology Push</vt:lpstr>
      <vt:lpstr>Technology Push</vt:lpstr>
      <vt:lpstr>Performance Growth</vt:lpstr>
      <vt:lpstr>Application Pull</vt:lpstr>
      <vt:lpstr>Application Pull</vt:lpstr>
      <vt:lpstr>Course Teaser</vt:lpstr>
      <vt:lpstr>Course Teaser</vt:lpstr>
      <vt:lpstr>Course Teaser</vt:lpstr>
      <vt:lpstr>Course Teaser</vt:lpstr>
      <vt:lpstr>Course Teaser</vt:lpstr>
      <vt:lpstr>Course Teaser</vt:lpstr>
      <vt:lpstr>Course Teaser</vt:lpstr>
      <vt:lpstr>Course Teaser</vt:lpstr>
      <vt:lpstr>Course Teaser</vt:lpstr>
      <vt:lpstr>Course Teaser</vt:lpstr>
      <vt:lpstr>Course Teaser</vt:lpstr>
      <vt:lpstr>Course Teaser</vt:lpstr>
      <vt:lpstr>Course Teaser</vt:lpstr>
      <vt:lpstr>Future of Computer Architecture?</vt:lpstr>
      <vt:lpstr>Abstraction</vt:lpstr>
      <vt:lpstr>Abstraction, E.g.</vt:lpstr>
      <vt:lpstr>What’s the Big Deal?</vt:lpstr>
      <vt:lpstr>Hardware Organization</vt:lpstr>
      <vt:lpstr>Hardware Organization</vt:lpstr>
      <vt:lpstr>Exercise</vt:lpstr>
      <vt:lpstr>Exercise</vt:lpstr>
      <vt:lpstr>Exercise</vt:lpstr>
      <vt:lpstr>Exercise</vt:lpstr>
      <vt:lpstr>Exercise</vt:lpstr>
      <vt:lpstr>Exercise</vt:lpstr>
      <vt:lpstr>Exercise</vt:lpstr>
      <vt:lpstr>Exercise</vt:lpstr>
      <vt:lpstr>Exercise Wrap-Up</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Course Introduction</dc:title>
  <dc:subject/>
  <dc:creator/>
  <cp:keywords/>
  <dc:description/>
  <cp:lastModifiedBy>Boone Severson</cp:lastModifiedBy>
  <cp:revision>107</cp:revision>
  <cp:lastPrinted>1601-01-01T00:00:00Z</cp:lastPrinted>
  <dcterms:created xsi:type="dcterms:W3CDTF">1601-01-01T00:00:00Z</dcterms:created>
  <dcterms:modified xsi:type="dcterms:W3CDTF">2024-08-29T04:14:23Z</dcterms:modified>
  <cp:category/>
</cp:coreProperties>
</file>